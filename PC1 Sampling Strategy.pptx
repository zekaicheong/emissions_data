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05BF3-17E1-4834-99EE-342199283A6D}" v="311" dt="2025-08-26T00:03:15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45" d="100"/>
          <a:sy n="45" d="100"/>
        </p:scale>
        <p:origin x="5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D3_-_2934668_Vent_1_Aug_1_2025_4_40_00_PM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D3-_2934627_Vent_2_Aug_1_2025_4_40_00_PM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D3_-_2934673_Vent_3_Aug_1_2025_4_40_00_PM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Vent_5_-_3062418_Aug_1_2025_4_40_00_PM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D3_-_2934668_Vent_1_Aug_1_2025_4_40_00_PM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D3-_2934627_Vent_2_Aug_1_2025_4_40_00_PM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D3_-_2934673_Vent_3_Aug_1_2025_4_40_00_PM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Vent_5_-_3062418_Aug_1_2025_4_40_00_PM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Ranger_2326-1000047-A_20250804-0922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Ranger__20230822-0938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MIA%20Gas%20Monitor%20Result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MIA%20Gas%20Monitor%20Result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MIA%20Gas%20Monitor%20Result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9065963\Downloads\Emissions_data\MIA%20Gas%20Monitor%20Result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118-S</a:t>
            </a:r>
          </a:p>
        </c:rich>
      </c:tx>
      <c:layout>
        <c:manualLayout>
          <c:xMode val="edge"/>
          <c:yMode val="edge"/>
          <c:x val="0.45055251461492712"/>
          <c:y val="4.82486979280822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'D3_-_2934668_Vent_1_Aug_1_2025_'!$A$7:$A$82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0.47916666666666602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0.53819444444444497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0.55555555555555602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0.57291666666666696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0.59027777777777801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0.60763888888888895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0.62152777777777801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0.63888888888888895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0.65625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0.67361111111111105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0.6875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'D3_-_2934668_Vent_1_Aug_1_2025_'!$D$7:$D$82</c:f>
              <c:numCache>
                <c:formatCode>General</c:formatCode>
                <c:ptCount val="76"/>
                <c:pt idx="0">
                  <c:v>16</c:v>
                </c:pt>
                <c:pt idx="1">
                  <c:v>15.8</c:v>
                </c:pt>
                <c:pt idx="2">
                  <c:v>16</c:v>
                </c:pt>
                <c:pt idx="3">
                  <c:v>16</c:v>
                </c:pt>
                <c:pt idx="4">
                  <c:v>15.9</c:v>
                </c:pt>
                <c:pt idx="5">
                  <c:v>16</c:v>
                </c:pt>
                <c:pt idx="6">
                  <c:v>15.8</c:v>
                </c:pt>
                <c:pt idx="7">
                  <c:v>15.8</c:v>
                </c:pt>
                <c:pt idx="8">
                  <c:v>16</c:v>
                </c:pt>
                <c:pt idx="9">
                  <c:v>15.8</c:v>
                </c:pt>
                <c:pt idx="10">
                  <c:v>15.6</c:v>
                </c:pt>
                <c:pt idx="11">
                  <c:v>15.7</c:v>
                </c:pt>
                <c:pt idx="12">
                  <c:v>17</c:v>
                </c:pt>
                <c:pt idx="13">
                  <c:v>16.7</c:v>
                </c:pt>
                <c:pt idx="14">
                  <c:v>16.899999999999999</c:v>
                </c:pt>
                <c:pt idx="15">
                  <c:v>16.8</c:v>
                </c:pt>
                <c:pt idx="16">
                  <c:v>16.8</c:v>
                </c:pt>
                <c:pt idx="17">
                  <c:v>16.8</c:v>
                </c:pt>
                <c:pt idx="18">
                  <c:v>16.8</c:v>
                </c:pt>
                <c:pt idx="19">
                  <c:v>16.899999999999999</c:v>
                </c:pt>
                <c:pt idx="20">
                  <c:v>17.2</c:v>
                </c:pt>
                <c:pt idx="21">
                  <c:v>16.899999999999999</c:v>
                </c:pt>
                <c:pt idx="22">
                  <c:v>17.3</c:v>
                </c:pt>
                <c:pt idx="23">
                  <c:v>17.3</c:v>
                </c:pt>
                <c:pt idx="24">
                  <c:v>17.2</c:v>
                </c:pt>
                <c:pt idx="25">
                  <c:v>17.100000000000001</c:v>
                </c:pt>
                <c:pt idx="26">
                  <c:v>17</c:v>
                </c:pt>
                <c:pt idx="27">
                  <c:v>17</c:v>
                </c:pt>
                <c:pt idx="28">
                  <c:v>16.899999999999999</c:v>
                </c:pt>
                <c:pt idx="29">
                  <c:v>16.899999999999999</c:v>
                </c:pt>
                <c:pt idx="30">
                  <c:v>16.899999999999999</c:v>
                </c:pt>
                <c:pt idx="31">
                  <c:v>16.8</c:v>
                </c:pt>
                <c:pt idx="32">
                  <c:v>18.399999999999999</c:v>
                </c:pt>
                <c:pt idx="33">
                  <c:v>17.3</c:v>
                </c:pt>
                <c:pt idx="34">
                  <c:v>17</c:v>
                </c:pt>
                <c:pt idx="35">
                  <c:v>16.8</c:v>
                </c:pt>
                <c:pt idx="36">
                  <c:v>16.8</c:v>
                </c:pt>
                <c:pt idx="37">
                  <c:v>16.399999999999999</c:v>
                </c:pt>
                <c:pt idx="38">
                  <c:v>16.3</c:v>
                </c:pt>
                <c:pt idx="39">
                  <c:v>16.399999999999999</c:v>
                </c:pt>
                <c:pt idx="40">
                  <c:v>16.3</c:v>
                </c:pt>
                <c:pt idx="41">
                  <c:v>16.399999999999999</c:v>
                </c:pt>
                <c:pt idx="42">
                  <c:v>16.600000000000001</c:v>
                </c:pt>
                <c:pt idx="43">
                  <c:v>17.3</c:v>
                </c:pt>
                <c:pt idx="44">
                  <c:v>17.8</c:v>
                </c:pt>
                <c:pt idx="45">
                  <c:v>18.2</c:v>
                </c:pt>
                <c:pt idx="46">
                  <c:v>17.7</c:v>
                </c:pt>
                <c:pt idx="47">
                  <c:v>17.8</c:v>
                </c:pt>
                <c:pt idx="48">
                  <c:v>18.2</c:v>
                </c:pt>
                <c:pt idx="49">
                  <c:v>17.899999999999999</c:v>
                </c:pt>
                <c:pt idx="50">
                  <c:v>17.5</c:v>
                </c:pt>
                <c:pt idx="51">
                  <c:v>17.899999999999999</c:v>
                </c:pt>
                <c:pt idx="52">
                  <c:v>18.7</c:v>
                </c:pt>
                <c:pt idx="53">
                  <c:v>18.8</c:v>
                </c:pt>
                <c:pt idx="54">
                  <c:v>18.100000000000001</c:v>
                </c:pt>
                <c:pt idx="55">
                  <c:v>17.7</c:v>
                </c:pt>
                <c:pt idx="56">
                  <c:v>17.100000000000001</c:v>
                </c:pt>
                <c:pt idx="57">
                  <c:v>17.399999999999999</c:v>
                </c:pt>
                <c:pt idx="58">
                  <c:v>18.100000000000001</c:v>
                </c:pt>
                <c:pt idx="59">
                  <c:v>17.7</c:v>
                </c:pt>
                <c:pt idx="60">
                  <c:v>17.5</c:v>
                </c:pt>
                <c:pt idx="61">
                  <c:v>17.600000000000001</c:v>
                </c:pt>
                <c:pt idx="62">
                  <c:v>18.100000000000001</c:v>
                </c:pt>
                <c:pt idx="63">
                  <c:v>18.3</c:v>
                </c:pt>
                <c:pt idx="64">
                  <c:v>17.8</c:v>
                </c:pt>
                <c:pt idx="65">
                  <c:v>17.600000000000001</c:v>
                </c:pt>
                <c:pt idx="66">
                  <c:v>17.3</c:v>
                </c:pt>
                <c:pt idx="67">
                  <c:v>17.2</c:v>
                </c:pt>
                <c:pt idx="68">
                  <c:v>17.600000000000001</c:v>
                </c:pt>
                <c:pt idx="69">
                  <c:v>17.100000000000001</c:v>
                </c:pt>
                <c:pt idx="70">
                  <c:v>17.3</c:v>
                </c:pt>
                <c:pt idx="71">
                  <c:v>17.8</c:v>
                </c:pt>
                <c:pt idx="72">
                  <c:v>17.899999999999999</c:v>
                </c:pt>
                <c:pt idx="73">
                  <c:v>17.899999999999999</c:v>
                </c:pt>
                <c:pt idx="74">
                  <c:v>17.8</c:v>
                </c:pt>
                <c:pt idx="75">
                  <c:v>17.8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4C-44D1-AB75-FD1816EB75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1323632"/>
        <c:axId val="581324592"/>
      </c:lineChart>
      <c:catAx>
        <c:axId val="5813236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1324592"/>
        <c:crosses val="autoZero"/>
        <c:auto val="1"/>
        <c:lblAlgn val="ctr"/>
        <c:lblOffset val="0"/>
        <c:noMultiLvlLbl val="0"/>
      </c:catAx>
      <c:valAx>
        <c:axId val="581324592"/>
        <c:scaling>
          <c:orientation val="minMax"/>
          <c:max val="19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Wet Bulb Temperature (˚C)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13236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114</a:t>
            </a:r>
            <a:r>
              <a:rPr lang="en-US" baseline="0"/>
              <a:t>-S</a:t>
            </a:r>
            <a:endParaRPr lang="en-US"/>
          </a:p>
        </c:rich>
      </c:tx>
      <c:layout>
        <c:manualLayout>
          <c:xMode val="edge"/>
          <c:yMode val="edge"/>
          <c:x val="0.45244625051263854"/>
          <c:y val="4.3541600547539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'D3-_2934627_Vent_2_Aug_1_2025_4'!$A$6:$A$81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0.47916666666666702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0.53819444444444398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0.55555555555555503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0.57291666666666596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0.59027777777777701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0.60763888888888795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0.62152777777777701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0.63888888888888795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0.656249999999999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0.67361111111111005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0.687499999999999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'D3-_2934627_Vent_2_Aug_1_2025_4'!$D$6:$D$81</c:f>
              <c:numCache>
                <c:formatCode>General</c:formatCode>
                <c:ptCount val="76"/>
                <c:pt idx="0">
                  <c:v>17.3</c:v>
                </c:pt>
                <c:pt idx="1">
                  <c:v>16.7</c:v>
                </c:pt>
                <c:pt idx="2">
                  <c:v>16.600000000000001</c:v>
                </c:pt>
                <c:pt idx="3">
                  <c:v>16.5</c:v>
                </c:pt>
                <c:pt idx="4">
                  <c:v>16.399999999999999</c:v>
                </c:pt>
                <c:pt idx="5">
                  <c:v>16.2</c:v>
                </c:pt>
                <c:pt idx="6">
                  <c:v>15.9</c:v>
                </c:pt>
                <c:pt idx="7">
                  <c:v>15.8</c:v>
                </c:pt>
                <c:pt idx="8">
                  <c:v>16</c:v>
                </c:pt>
                <c:pt idx="9">
                  <c:v>16.100000000000001</c:v>
                </c:pt>
                <c:pt idx="10">
                  <c:v>16.2</c:v>
                </c:pt>
                <c:pt idx="11">
                  <c:v>16.8</c:v>
                </c:pt>
                <c:pt idx="12">
                  <c:v>16.8</c:v>
                </c:pt>
                <c:pt idx="13">
                  <c:v>16.7</c:v>
                </c:pt>
                <c:pt idx="14">
                  <c:v>16.899999999999999</c:v>
                </c:pt>
                <c:pt idx="15">
                  <c:v>18.100000000000001</c:v>
                </c:pt>
                <c:pt idx="16">
                  <c:v>18.5</c:v>
                </c:pt>
                <c:pt idx="17">
                  <c:v>18.399999999999999</c:v>
                </c:pt>
                <c:pt idx="18">
                  <c:v>18.5</c:v>
                </c:pt>
                <c:pt idx="19">
                  <c:v>18.100000000000001</c:v>
                </c:pt>
                <c:pt idx="20">
                  <c:v>18.3</c:v>
                </c:pt>
                <c:pt idx="21">
                  <c:v>18</c:v>
                </c:pt>
                <c:pt idx="22">
                  <c:v>17.399999999999999</c:v>
                </c:pt>
                <c:pt idx="23">
                  <c:v>18</c:v>
                </c:pt>
                <c:pt idx="24">
                  <c:v>18</c:v>
                </c:pt>
                <c:pt idx="25">
                  <c:v>18.399999999999999</c:v>
                </c:pt>
                <c:pt idx="26">
                  <c:v>18.600000000000001</c:v>
                </c:pt>
                <c:pt idx="27">
                  <c:v>18.600000000000001</c:v>
                </c:pt>
                <c:pt idx="28">
                  <c:v>18.5</c:v>
                </c:pt>
                <c:pt idx="29">
                  <c:v>18.399999999999999</c:v>
                </c:pt>
                <c:pt idx="30">
                  <c:v>18.3</c:v>
                </c:pt>
                <c:pt idx="31">
                  <c:v>18.5</c:v>
                </c:pt>
                <c:pt idx="32">
                  <c:v>18.2</c:v>
                </c:pt>
                <c:pt idx="33">
                  <c:v>18.2</c:v>
                </c:pt>
                <c:pt idx="34">
                  <c:v>18.100000000000001</c:v>
                </c:pt>
                <c:pt idx="35">
                  <c:v>18.100000000000001</c:v>
                </c:pt>
                <c:pt idx="36">
                  <c:v>18.100000000000001</c:v>
                </c:pt>
                <c:pt idx="37">
                  <c:v>20.9</c:v>
                </c:pt>
                <c:pt idx="38">
                  <c:v>21.2</c:v>
                </c:pt>
                <c:pt idx="39">
                  <c:v>21.7</c:v>
                </c:pt>
                <c:pt idx="40">
                  <c:v>21.4</c:v>
                </c:pt>
                <c:pt idx="41">
                  <c:v>22.7</c:v>
                </c:pt>
                <c:pt idx="42">
                  <c:v>21.1</c:v>
                </c:pt>
                <c:pt idx="43">
                  <c:v>19.899999999999999</c:v>
                </c:pt>
                <c:pt idx="44">
                  <c:v>23.3</c:v>
                </c:pt>
                <c:pt idx="45">
                  <c:v>23</c:v>
                </c:pt>
                <c:pt idx="46">
                  <c:v>23</c:v>
                </c:pt>
                <c:pt idx="47">
                  <c:v>22.8</c:v>
                </c:pt>
                <c:pt idx="48">
                  <c:v>23</c:v>
                </c:pt>
                <c:pt idx="49">
                  <c:v>22.7</c:v>
                </c:pt>
                <c:pt idx="50">
                  <c:v>20.8</c:v>
                </c:pt>
                <c:pt idx="51">
                  <c:v>20.6</c:v>
                </c:pt>
                <c:pt idx="52">
                  <c:v>21.7</c:v>
                </c:pt>
                <c:pt idx="53">
                  <c:v>23.3</c:v>
                </c:pt>
                <c:pt idx="54">
                  <c:v>21.2</c:v>
                </c:pt>
                <c:pt idx="55">
                  <c:v>19.899999999999999</c:v>
                </c:pt>
                <c:pt idx="56">
                  <c:v>18.8</c:v>
                </c:pt>
                <c:pt idx="57">
                  <c:v>21</c:v>
                </c:pt>
                <c:pt idx="58">
                  <c:v>22.5</c:v>
                </c:pt>
                <c:pt idx="59">
                  <c:v>22.6</c:v>
                </c:pt>
                <c:pt idx="60">
                  <c:v>20.6</c:v>
                </c:pt>
                <c:pt idx="61">
                  <c:v>20.3</c:v>
                </c:pt>
                <c:pt idx="62">
                  <c:v>21.9</c:v>
                </c:pt>
                <c:pt idx="63">
                  <c:v>22.2</c:v>
                </c:pt>
                <c:pt idx="64">
                  <c:v>23.3</c:v>
                </c:pt>
                <c:pt idx="65">
                  <c:v>21.6</c:v>
                </c:pt>
                <c:pt idx="66">
                  <c:v>21</c:v>
                </c:pt>
                <c:pt idx="67">
                  <c:v>21.2</c:v>
                </c:pt>
                <c:pt idx="68">
                  <c:v>20.7</c:v>
                </c:pt>
                <c:pt idx="69">
                  <c:v>21.2</c:v>
                </c:pt>
                <c:pt idx="70">
                  <c:v>20.6</c:v>
                </c:pt>
                <c:pt idx="71">
                  <c:v>19.5</c:v>
                </c:pt>
                <c:pt idx="72">
                  <c:v>18.8</c:v>
                </c:pt>
                <c:pt idx="73">
                  <c:v>18.899999999999999</c:v>
                </c:pt>
                <c:pt idx="74">
                  <c:v>18.3</c:v>
                </c:pt>
                <c:pt idx="75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C9-47A3-9A72-AEBBDAB69A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21259344"/>
        <c:axId val="983667840"/>
      </c:lineChart>
      <c:catAx>
        <c:axId val="9212593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(24-hour format)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3667840"/>
        <c:crosses val="autoZero"/>
        <c:auto val="1"/>
        <c:lblAlgn val="ctr"/>
        <c:lblOffset val="0"/>
        <c:noMultiLvlLbl val="0"/>
      </c:catAx>
      <c:valAx>
        <c:axId val="983667840"/>
        <c:scaling>
          <c:orientation val="minMax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Wet Bulb Temperature (˚C)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12593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118-N</a:t>
            </a:r>
          </a:p>
        </c:rich>
      </c:tx>
      <c:layout>
        <c:manualLayout>
          <c:xMode val="edge"/>
          <c:yMode val="edge"/>
          <c:x val="0.44738682984335582"/>
          <c:y val="4.633511540819684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'D3_-_2934673_Vent_3_Aug_1_2025_'!$A$6:$A$81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0.47916666666666702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0.53819444444444398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0.55555555555555503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0.57291666666666596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0.59027777777777701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0.60763888888888795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0.62152777777777701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0.63888888888888795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0.656249999999999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0.67361111111111005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0.687499999999999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'D3_-_2934673_Vent_3_Aug_1_2025_'!$D$6:$D$81</c:f>
              <c:numCache>
                <c:formatCode>General</c:formatCode>
                <c:ptCount val="76"/>
                <c:pt idx="0">
                  <c:v>15.8</c:v>
                </c:pt>
                <c:pt idx="1">
                  <c:v>15.8</c:v>
                </c:pt>
                <c:pt idx="2">
                  <c:v>16</c:v>
                </c:pt>
                <c:pt idx="3">
                  <c:v>16.2</c:v>
                </c:pt>
                <c:pt idx="4">
                  <c:v>15.9</c:v>
                </c:pt>
                <c:pt idx="5">
                  <c:v>15.8</c:v>
                </c:pt>
                <c:pt idx="6">
                  <c:v>15.8</c:v>
                </c:pt>
                <c:pt idx="7">
                  <c:v>15.7</c:v>
                </c:pt>
                <c:pt idx="8">
                  <c:v>16.100000000000001</c:v>
                </c:pt>
                <c:pt idx="9">
                  <c:v>15.8</c:v>
                </c:pt>
                <c:pt idx="10">
                  <c:v>15.6</c:v>
                </c:pt>
                <c:pt idx="11">
                  <c:v>16.2</c:v>
                </c:pt>
                <c:pt idx="12">
                  <c:v>16.3</c:v>
                </c:pt>
                <c:pt idx="13">
                  <c:v>16.3</c:v>
                </c:pt>
                <c:pt idx="14">
                  <c:v>16.600000000000001</c:v>
                </c:pt>
                <c:pt idx="15">
                  <c:v>16.8</c:v>
                </c:pt>
                <c:pt idx="16">
                  <c:v>16.8</c:v>
                </c:pt>
                <c:pt idx="17">
                  <c:v>16.600000000000001</c:v>
                </c:pt>
                <c:pt idx="18">
                  <c:v>16.5</c:v>
                </c:pt>
                <c:pt idx="19">
                  <c:v>15</c:v>
                </c:pt>
                <c:pt idx="20">
                  <c:v>13.4</c:v>
                </c:pt>
                <c:pt idx="21">
                  <c:v>13.4</c:v>
                </c:pt>
                <c:pt idx="22">
                  <c:v>12.4</c:v>
                </c:pt>
                <c:pt idx="23">
                  <c:v>12.3</c:v>
                </c:pt>
                <c:pt idx="24">
                  <c:v>12.4</c:v>
                </c:pt>
                <c:pt idx="25">
                  <c:v>12.4</c:v>
                </c:pt>
                <c:pt idx="26">
                  <c:v>12.4</c:v>
                </c:pt>
                <c:pt idx="27">
                  <c:v>12.4</c:v>
                </c:pt>
                <c:pt idx="28">
                  <c:v>12.3</c:v>
                </c:pt>
                <c:pt idx="29">
                  <c:v>12.4</c:v>
                </c:pt>
                <c:pt idx="30">
                  <c:v>12.4</c:v>
                </c:pt>
                <c:pt idx="31">
                  <c:v>12.4</c:v>
                </c:pt>
                <c:pt idx="32">
                  <c:v>12.4</c:v>
                </c:pt>
                <c:pt idx="33">
                  <c:v>12.4</c:v>
                </c:pt>
                <c:pt idx="34">
                  <c:v>12.3</c:v>
                </c:pt>
                <c:pt idx="35">
                  <c:v>12.3</c:v>
                </c:pt>
                <c:pt idx="36">
                  <c:v>12.4</c:v>
                </c:pt>
                <c:pt idx="37">
                  <c:v>12.4</c:v>
                </c:pt>
                <c:pt idx="38">
                  <c:v>12.5</c:v>
                </c:pt>
                <c:pt idx="39">
                  <c:v>12.4</c:v>
                </c:pt>
                <c:pt idx="40">
                  <c:v>12.4</c:v>
                </c:pt>
                <c:pt idx="41">
                  <c:v>12.3</c:v>
                </c:pt>
                <c:pt idx="42">
                  <c:v>12.4</c:v>
                </c:pt>
                <c:pt idx="43">
                  <c:v>12.4</c:v>
                </c:pt>
                <c:pt idx="44">
                  <c:v>12.4</c:v>
                </c:pt>
                <c:pt idx="45">
                  <c:v>12.4</c:v>
                </c:pt>
                <c:pt idx="46">
                  <c:v>12.4</c:v>
                </c:pt>
                <c:pt idx="47">
                  <c:v>12.4</c:v>
                </c:pt>
                <c:pt idx="48">
                  <c:v>12.4</c:v>
                </c:pt>
                <c:pt idx="49">
                  <c:v>12.4</c:v>
                </c:pt>
                <c:pt idx="50">
                  <c:v>12.3</c:v>
                </c:pt>
                <c:pt idx="51">
                  <c:v>12.2</c:v>
                </c:pt>
                <c:pt idx="52">
                  <c:v>12.2</c:v>
                </c:pt>
                <c:pt idx="53">
                  <c:v>12.3</c:v>
                </c:pt>
                <c:pt idx="54">
                  <c:v>12.3</c:v>
                </c:pt>
                <c:pt idx="55">
                  <c:v>12.4</c:v>
                </c:pt>
                <c:pt idx="56">
                  <c:v>12.4</c:v>
                </c:pt>
                <c:pt idx="57">
                  <c:v>12.4</c:v>
                </c:pt>
                <c:pt idx="58">
                  <c:v>12.5</c:v>
                </c:pt>
                <c:pt idx="59">
                  <c:v>12.5</c:v>
                </c:pt>
                <c:pt idx="60">
                  <c:v>12.5</c:v>
                </c:pt>
                <c:pt idx="61">
                  <c:v>12.4</c:v>
                </c:pt>
                <c:pt idx="62">
                  <c:v>12.5</c:v>
                </c:pt>
                <c:pt idx="63">
                  <c:v>12.5</c:v>
                </c:pt>
                <c:pt idx="64">
                  <c:v>12.4</c:v>
                </c:pt>
                <c:pt idx="65">
                  <c:v>12.4</c:v>
                </c:pt>
                <c:pt idx="66">
                  <c:v>12.4</c:v>
                </c:pt>
                <c:pt idx="67">
                  <c:v>12.5</c:v>
                </c:pt>
                <c:pt idx="68">
                  <c:v>12.5</c:v>
                </c:pt>
                <c:pt idx="69">
                  <c:v>12.4</c:v>
                </c:pt>
                <c:pt idx="70">
                  <c:v>12.4</c:v>
                </c:pt>
                <c:pt idx="71">
                  <c:v>12.4</c:v>
                </c:pt>
                <c:pt idx="72">
                  <c:v>14.5</c:v>
                </c:pt>
                <c:pt idx="73">
                  <c:v>17.5</c:v>
                </c:pt>
                <c:pt idx="74">
                  <c:v>17.2</c:v>
                </c:pt>
                <c:pt idx="75">
                  <c:v>17.2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A2-4E48-A05E-D222C7A091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0512080"/>
        <c:axId val="1310512560"/>
      </c:lineChart>
      <c:catAx>
        <c:axId val="1310512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0512560"/>
        <c:crosses val="autoZero"/>
        <c:auto val="1"/>
        <c:lblAlgn val="ctr"/>
        <c:lblOffset val="0"/>
        <c:noMultiLvlLbl val="0"/>
      </c:catAx>
      <c:valAx>
        <c:axId val="1310512560"/>
        <c:scaling>
          <c:orientation val="minMax"/>
          <c:max val="19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Wet Bulb Temperature (˚C)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05120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114-N</a:t>
            </a:r>
          </a:p>
        </c:rich>
      </c:tx>
      <c:layout>
        <c:manualLayout>
          <c:xMode val="edge"/>
          <c:yMode val="edge"/>
          <c:x val="0.44824015544864759"/>
          <c:y val="4.08258213237619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'Vent_5_-_3062418_Aug_1_2025_4_4'!$A$7:$A$82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0.47916666666666602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0.53819444444444497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0.55555555555555602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0.57291666666666696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0.59027777777777801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0.60763888888888895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0.62152777777777801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0.63888888888888895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0.65625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0.67361111111111105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0.6875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'Vent_5_-_3062418_Aug_1_2025_4_4'!$D$7:$D$82</c:f>
              <c:numCache>
                <c:formatCode>General</c:formatCode>
                <c:ptCount val="76"/>
                <c:pt idx="0">
                  <c:v>15.9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16.100000000000001</c:v>
                </c:pt>
                <c:pt idx="5">
                  <c:v>16.100000000000001</c:v>
                </c:pt>
                <c:pt idx="6">
                  <c:v>16</c:v>
                </c:pt>
                <c:pt idx="7">
                  <c:v>15.7</c:v>
                </c:pt>
                <c:pt idx="8">
                  <c:v>15.7</c:v>
                </c:pt>
                <c:pt idx="9">
                  <c:v>15.8</c:v>
                </c:pt>
                <c:pt idx="10">
                  <c:v>15.6</c:v>
                </c:pt>
                <c:pt idx="11">
                  <c:v>16.2</c:v>
                </c:pt>
                <c:pt idx="12">
                  <c:v>16</c:v>
                </c:pt>
                <c:pt idx="13">
                  <c:v>16.100000000000001</c:v>
                </c:pt>
                <c:pt idx="14">
                  <c:v>16.8</c:v>
                </c:pt>
                <c:pt idx="15">
                  <c:v>16.8</c:v>
                </c:pt>
                <c:pt idx="16">
                  <c:v>16.8</c:v>
                </c:pt>
                <c:pt idx="17">
                  <c:v>16.7</c:v>
                </c:pt>
                <c:pt idx="18">
                  <c:v>16.8</c:v>
                </c:pt>
                <c:pt idx="19">
                  <c:v>15.8</c:v>
                </c:pt>
                <c:pt idx="20">
                  <c:v>15.7</c:v>
                </c:pt>
                <c:pt idx="21">
                  <c:v>13.2</c:v>
                </c:pt>
                <c:pt idx="22">
                  <c:v>14.6</c:v>
                </c:pt>
                <c:pt idx="23">
                  <c:v>14</c:v>
                </c:pt>
                <c:pt idx="24">
                  <c:v>13.9</c:v>
                </c:pt>
                <c:pt idx="25">
                  <c:v>13.5</c:v>
                </c:pt>
                <c:pt idx="26">
                  <c:v>13.2</c:v>
                </c:pt>
                <c:pt idx="27">
                  <c:v>13.2</c:v>
                </c:pt>
                <c:pt idx="28">
                  <c:v>13.1</c:v>
                </c:pt>
                <c:pt idx="29">
                  <c:v>13.2</c:v>
                </c:pt>
                <c:pt idx="30">
                  <c:v>13.1</c:v>
                </c:pt>
                <c:pt idx="31">
                  <c:v>13.1</c:v>
                </c:pt>
                <c:pt idx="32">
                  <c:v>13.1</c:v>
                </c:pt>
                <c:pt idx="33">
                  <c:v>13</c:v>
                </c:pt>
                <c:pt idx="34">
                  <c:v>13</c:v>
                </c:pt>
                <c:pt idx="35">
                  <c:v>13</c:v>
                </c:pt>
                <c:pt idx="36">
                  <c:v>13.1</c:v>
                </c:pt>
                <c:pt idx="37">
                  <c:v>14.1</c:v>
                </c:pt>
                <c:pt idx="38">
                  <c:v>15.3</c:v>
                </c:pt>
                <c:pt idx="39">
                  <c:v>14</c:v>
                </c:pt>
                <c:pt idx="40">
                  <c:v>13.5</c:v>
                </c:pt>
                <c:pt idx="41">
                  <c:v>13.6</c:v>
                </c:pt>
                <c:pt idx="42">
                  <c:v>13.4</c:v>
                </c:pt>
                <c:pt idx="43">
                  <c:v>13.2</c:v>
                </c:pt>
                <c:pt idx="44">
                  <c:v>13.2</c:v>
                </c:pt>
                <c:pt idx="45">
                  <c:v>13.2</c:v>
                </c:pt>
                <c:pt idx="46">
                  <c:v>13.2</c:v>
                </c:pt>
                <c:pt idx="47">
                  <c:v>13.1</c:v>
                </c:pt>
                <c:pt idx="48">
                  <c:v>13.1</c:v>
                </c:pt>
                <c:pt idx="49">
                  <c:v>13.1</c:v>
                </c:pt>
                <c:pt idx="50">
                  <c:v>13.1</c:v>
                </c:pt>
                <c:pt idx="51">
                  <c:v>13.1</c:v>
                </c:pt>
                <c:pt idx="52">
                  <c:v>13</c:v>
                </c:pt>
                <c:pt idx="53">
                  <c:v>13</c:v>
                </c:pt>
                <c:pt idx="54">
                  <c:v>13</c:v>
                </c:pt>
                <c:pt idx="55">
                  <c:v>13.3</c:v>
                </c:pt>
                <c:pt idx="56">
                  <c:v>12.9</c:v>
                </c:pt>
                <c:pt idx="57">
                  <c:v>13.2</c:v>
                </c:pt>
                <c:pt idx="58">
                  <c:v>13.2</c:v>
                </c:pt>
                <c:pt idx="59">
                  <c:v>13.2</c:v>
                </c:pt>
                <c:pt idx="60">
                  <c:v>13.2</c:v>
                </c:pt>
                <c:pt idx="61">
                  <c:v>13.2</c:v>
                </c:pt>
                <c:pt idx="62">
                  <c:v>13.2</c:v>
                </c:pt>
                <c:pt idx="63">
                  <c:v>13.1</c:v>
                </c:pt>
                <c:pt idx="64">
                  <c:v>13.2</c:v>
                </c:pt>
                <c:pt idx="65">
                  <c:v>13.1</c:v>
                </c:pt>
                <c:pt idx="66">
                  <c:v>13.2</c:v>
                </c:pt>
                <c:pt idx="67">
                  <c:v>13.2</c:v>
                </c:pt>
                <c:pt idx="68">
                  <c:v>13.2</c:v>
                </c:pt>
                <c:pt idx="69">
                  <c:v>13.1</c:v>
                </c:pt>
                <c:pt idx="70">
                  <c:v>13.1</c:v>
                </c:pt>
                <c:pt idx="71">
                  <c:v>13</c:v>
                </c:pt>
                <c:pt idx="72">
                  <c:v>13.1</c:v>
                </c:pt>
                <c:pt idx="73">
                  <c:v>13.1</c:v>
                </c:pt>
                <c:pt idx="74">
                  <c:v>15.5</c:v>
                </c:pt>
                <c:pt idx="75">
                  <c:v>16.8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07-426F-8ACB-CAA6E5D7E7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0225664"/>
        <c:axId val="1310227584"/>
      </c:lineChart>
      <c:catAx>
        <c:axId val="13102256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0227584"/>
        <c:crosses val="autoZero"/>
        <c:auto val="1"/>
        <c:lblAlgn val="ctr"/>
        <c:lblOffset val="0"/>
        <c:noMultiLvlLbl val="0"/>
      </c:catAx>
      <c:valAx>
        <c:axId val="1310227584"/>
        <c:scaling>
          <c:orientation val="minMax"/>
          <c:max val="24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Wet Bulb Temperature (˚C)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02256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118-S</a:t>
            </a:r>
          </a:p>
        </c:rich>
      </c:tx>
      <c:layout>
        <c:manualLayout>
          <c:xMode val="edge"/>
          <c:yMode val="edge"/>
          <c:x val="0.47020419989267165"/>
          <c:y val="5.32365216807572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Dry Bulb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'D3_-_2934668_Vent_1_Aug_1_2025_'!$A$7:$A$82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0.47916666666666602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0.53819444444444497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0.55555555555555602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0.57291666666666696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0.59027777777777801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0.60763888888888895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0.62152777777777801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0.63888888888888895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0.65625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0.67361111111111105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0.6875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'D3_-_2934668_Vent_1_Aug_1_2025_'!$C$7:$C$82</c:f>
              <c:numCache>
                <c:formatCode>General</c:formatCode>
                <c:ptCount val="76"/>
                <c:pt idx="0">
                  <c:v>19.399999999999999</c:v>
                </c:pt>
                <c:pt idx="1">
                  <c:v>19.8</c:v>
                </c:pt>
                <c:pt idx="2">
                  <c:v>20.100000000000001</c:v>
                </c:pt>
                <c:pt idx="3">
                  <c:v>20.3</c:v>
                </c:pt>
                <c:pt idx="4">
                  <c:v>20.3</c:v>
                </c:pt>
                <c:pt idx="5">
                  <c:v>20.399999999999999</c:v>
                </c:pt>
                <c:pt idx="6">
                  <c:v>20.2</c:v>
                </c:pt>
                <c:pt idx="7">
                  <c:v>20.2</c:v>
                </c:pt>
                <c:pt idx="8">
                  <c:v>20.2</c:v>
                </c:pt>
                <c:pt idx="9">
                  <c:v>20.100000000000001</c:v>
                </c:pt>
                <c:pt idx="10">
                  <c:v>19.8</c:v>
                </c:pt>
                <c:pt idx="11">
                  <c:v>19.600000000000001</c:v>
                </c:pt>
                <c:pt idx="12">
                  <c:v>20.2</c:v>
                </c:pt>
                <c:pt idx="13">
                  <c:v>20.399999999999999</c:v>
                </c:pt>
                <c:pt idx="14">
                  <c:v>21.1</c:v>
                </c:pt>
                <c:pt idx="15">
                  <c:v>21.2</c:v>
                </c:pt>
                <c:pt idx="16">
                  <c:v>21.1</c:v>
                </c:pt>
                <c:pt idx="17">
                  <c:v>21.1</c:v>
                </c:pt>
                <c:pt idx="18">
                  <c:v>21.1</c:v>
                </c:pt>
                <c:pt idx="19">
                  <c:v>21.2</c:v>
                </c:pt>
                <c:pt idx="20">
                  <c:v>21.3</c:v>
                </c:pt>
                <c:pt idx="21">
                  <c:v>21.2</c:v>
                </c:pt>
                <c:pt idx="22">
                  <c:v>21.2</c:v>
                </c:pt>
                <c:pt idx="23">
                  <c:v>21.2</c:v>
                </c:pt>
                <c:pt idx="24">
                  <c:v>21.2</c:v>
                </c:pt>
                <c:pt idx="25">
                  <c:v>21.1</c:v>
                </c:pt>
                <c:pt idx="26">
                  <c:v>21.1</c:v>
                </c:pt>
                <c:pt idx="27">
                  <c:v>21.1</c:v>
                </c:pt>
                <c:pt idx="28">
                  <c:v>21</c:v>
                </c:pt>
                <c:pt idx="29">
                  <c:v>21</c:v>
                </c:pt>
                <c:pt idx="30">
                  <c:v>20.9</c:v>
                </c:pt>
                <c:pt idx="31">
                  <c:v>20.9</c:v>
                </c:pt>
                <c:pt idx="32">
                  <c:v>22.7</c:v>
                </c:pt>
                <c:pt idx="33">
                  <c:v>21.9</c:v>
                </c:pt>
                <c:pt idx="34">
                  <c:v>21.6</c:v>
                </c:pt>
                <c:pt idx="35">
                  <c:v>21.3</c:v>
                </c:pt>
                <c:pt idx="36">
                  <c:v>21.2</c:v>
                </c:pt>
                <c:pt idx="37">
                  <c:v>20.8</c:v>
                </c:pt>
                <c:pt idx="38">
                  <c:v>20.8</c:v>
                </c:pt>
                <c:pt idx="39">
                  <c:v>20.8</c:v>
                </c:pt>
                <c:pt idx="40">
                  <c:v>20.7</c:v>
                </c:pt>
                <c:pt idx="41">
                  <c:v>20.7</c:v>
                </c:pt>
                <c:pt idx="42">
                  <c:v>20.8</c:v>
                </c:pt>
                <c:pt idx="43">
                  <c:v>21.5</c:v>
                </c:pt>
                <c:pt idx="44">
                  <c:v>22.2</c:v>
                </c:pt>
                <c:pt idx="45">
                  <c:v>22.8</c:v>
                </c:pt>
                <c:pt idx="46">
                  <c:v>22.5</c:v>
                </c:pt>
                <c:pt idx="47">
                  <c:v>22.5</c:v>
                </c:pt>
                <c:pt idx="48">
                  <c:v>22.9</c:v>
                </c:pt>
                <c:pt idx="49">
                  <c:v>22.6</c:v>
                </c:pt>
                <c:pt idx="50">
                  <c:v>22.3</c:v>
                </c:pt>
                <c:pt idx="51">
                  <c:v>22.4</c:v>
                </c:pt>
                <c:pt idx="52">
                  <c:v>23.2</c:v>
                </c:pt>
                <c:pt idx="53">
                  <c:v>23.3</c:v>
                </c:pt>
                <c:pt idx="54">
                  <c:v>23</c:v>
                </c:pt>
                <c:pt idx="55">
                  <c:v>22.6</c:v>
                </c:pt>
                <c:pt idx="56">
                  <c:v>21.9</c:v>
                </c:pt>
                <c:pt idx="57">
                  <c:v>22</c:v>
                </c:pt>
                <c:pt idx="58">
                  <c:v>22.7</c:v>
                </c:pt>
                <c:pt idx="59">
                  <c:v>22.4</c:v>
                </c:pt>
                <c:pt idx="60">
                  <c:v>22.2</c:v>
                </c:pt>
                <c:pt idx="61">
                  <c:v>22.1</c:v>
                </c:pt>
                <c:pt idx="62">
                  <c:v>22.5</c:v>
                </c:pt>
                <c:pt idx="63">
                  <c:v>22.8</c:v>
                </c:pt>
                <c:pt idx="64">
                  <c:v>22.4</c:v>
                </c:pt>
                <c:pt idx="65">
                  <c:v>22.2</c:v>
                </c:pt>
                <c:pt idx="66">
                  <c:v>21.8</c:v>
                </c:pt>
                <c:pt idx="67">
                  <c:v>21.6</c:v>
                </c:pt>
                <c:pt idx="68">
                  <c:v>22</c:v>
                </c:pt>
                <c:pt idx="69">
                  <c:v>21.9</c:v>
                </c:pt>
                <c:pt idx="70">
                  <c:v>22</c:v>
                </c:pt>
                <c:pt idx="71">
                  <c:v>22.4</c:v>
                </c:pt>
                <c:pt idx="72">
                  <c:v>22.3</c:v>
                </c:pt>
                <c:pt idx="73">
                  <c:v>22.3</c:v>
                </c:pt>
                <c:pt idx="74">
                  <c:v>22.3</c:v>
                </c:pt>
                <c:pt idx="75">
                  <c:v>22.2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41-4090-B4EB-EFEA35AA3079}"/>
            </c:ext>
          </c:extLst>
        </c:ser>
        <c:ser>
          <c:idx val="1"/>
          <c:order val="1"/>
          <c:tx>
            <c:v>Wet Bulb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'D3_-_2934668_Vent_1_Aug_1_2025_'!$A$7:$A$82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0.47916666666666602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0.53819444444444497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0.55555555555555602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0.57291666666666696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0.59027777777777801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0.60763888888888895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0.62152777777777801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0.63888888888888895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0.65625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0.67361111111111105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0.6875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'D3_-_2934668_Vent_1_Aug_1_2025_'!$D$7:$D$82</c:f>
              <c:numCache>
                <c:formatCode>General</c:formatCode>
                <c:ptCount val="76"/>
                <c:pt idx="0">
                  <c:v>16</c:v>
                </c:pt>
                <c:pt idx="1">
                  <c:v>15.8</c:v>
                </c:pt>
                <c:pt idx="2">
                  <c:v>16</c:v>
                </c:pt>
                <c:pt idx="3">
                  <c:v>16</c:v>
                </c:pt>
                <c:pt idx="4">
                  <c:v>15.9</c:v>
                </c:pt>
                <c:pt idx="5">
                  <c:v>16</c:v>
                </c:pt>
                <c:pt idx="6">
                  <c:v>15.8</c:v>
                </c:pt>
                <c:pt idx="7">
                  <c:v>15.8</c:v>
                </c:pt>
                <c:pt idx="8">
                  <c:v>16</c:v>
                </c:pt>
                <c:pt idx="9">
                  <c:v>15.8</c:v>
                </c:pt>
                <c:pt idx="10">
                  <c:v>15.6</c:v>
                </c:pt>
                <c:pt idx="11">
                  <c:v>15.7</c:v>
                </c:pt>
                <c:pt idx="12">
                  <c:v>17</c:v>
                </c:pt>
                <c:pt idx="13">
                  <c:v>16.7</c:v>
                </c:pt>
                <c:pt idx="14">
                  <c:v>16.899999999999999</c:v>
                </c:pt>
                <c:pt idx="15">
                  <c:v>16.8</c:v>
                </c:pt>
                <c:pt idx="16">
                  <c:v>16.8</c:v>
                </c:pt>
                <c:pt idx="17">
                  <c:v>16.8</c:v>
                </c:pt>
                <c:pt idx="18">
                  <c:v>16.8</c:v>
                </c:pt>
                <c:pt idx="19">
                  <c:v>16.899999999999999</c:v>
                </c:pt>
                <c:pt idx="20">
                  <c:v>17.2</c:v>
                </c:pt>
                <c:pt idx="21">
                  <c:v>16.899999999999999</c:v>
                </c:pt>
                <c:pt idx="22">
                  <c:v>17.3</c:v>
                </c:pt>
                <c:pt idx="23">
                  <c:v>17.3</c:v>
                </c:pt>
                <c:pt idx="24">
                  <c:v>17.2</c:v>
                </c:pt>
                <c:pt idx="25">
                  <c:v>17.100000000000001</c:v>
                </c:pt>
                <c:pt idx="26">
                  <c:v>17</c:v>
                </c:pt>
                <c:pt idx="27">
                  <c:v>17</c:v>
                </c:pt>
                <c:pt idx="28">
                  <c:v>16.899999999999999</c:v>
                </c:pt>
                <c:pt idx="29">
                  <c:v>16.899999999999999</c:v>
                </c:pt>
                <c:pt idx="30">
                  <c:v>16.899999999999999</c:v>
                </c:pt>
                <c:pt idx="31">
                  <c:v>16.8</c:v>
                </c:pt>
                <c:pt idx="32">
                  <c:v>18.399999999999999</c:v>
                </c:pt>
                <c:pt idx="33">
                  <c:v>17.3</c:v>
                </c:pt>
                <c:pt idx="34">
                  <c:v>17</c:v>
                </c:pt>
                <c:pt idx="35">
                  <c:v>16.8</c:v>
                </c:pt>
                <c:pt idx="36">
                  <c:v>16.8</c:v>
                </c:pt>
                <c:pt idx="37">
                  <c:v>16.399999999999999</c:v>
                </c:pt>
                <c:pt idx="38">
                  <c:v>16.3</c:v>
                </c:pt>
                <c:pt idx="39">
                  <c:v>16.399999999999999</c:v>
                </c:pt>
                <c:pt idx="40">
                  <c:v>16.3</c:v>
                </c:pt>
                <c:pt idx="41">
                  <c:v>16.399999999999999</c:v>
                </c:pt>
                <c:pt idx="42">
                  <c:v>16.600000000000001</c:v>
                </c:pt>
                <c:pt idx="43">
                  <c:v>17.3</c:v>
                </c:pt>
                <c:pt idx="44">
                  <c:v>17.8</c:v>
                </c:pt>
                <c:pt idx="45">
                  <c:v>18.2</c:v>
                </c:pt>
                <c:pt idx="46">
                  <c:v>17.7</c:v>
                </c:pt>
                <c:pt idx="47">
                  <c:v>17.8</c:v>
                </c:pt>
                <c:pt idx="48">
                  <c:v>18.2</c:v>
                </c:pt>
                <c:pt idx="49">
                  <c:v>17.899999999999999</c:v>
                </c:pt>
                <c:pt idx="50">
                  <c:v>17.5</c:v>
                </c:pt>
                <c:pt idx="51">
                  <c:v>17.899999999999999</c:v>
                </c:pt>
                <c:pt idx="52">
                  <c:v>18.7</c:v>
                </c:pt>
                <c:pt idx="53">
                  <c:v>18.8</c:v>
                </c:pt>
                <c:pt idx="54">
                  <c:v>18.100000000000001</c:v>
                </c:pt>
                <c:pt idx="55">
                  <c:v>17.7</c:v>
                </c:pt>
                <c:pt idx="56">
                  <c:v>17.100000000000001</c:v>
                </c:pt>
                <c:pt idx="57">
                  <c:v>17.399999999999999</c:v>
                </c:pt>
                <c:pt idx="58">
                  <c:v>18.100000000000001</c:v>
                </c:pt>
                <c:pt idx="59">
                  <c:v>17.7</c:v>
                </c:pt>
                <c:pt idx="60">
                  <c:v>17.5</c:v>
                </c:pt>
                <c:pt idx="61">
                  <c:v>17.600000000000001</c:v>
                </c:pt>
                <c:pt idx="62">
                  <c:v>18.100000000000001</c:v>
                </c:pt>
                <c:pt idx="63">
                  <c:v>18.3</c:v>
                </c:pt>
                <c:pt idx="64">
                  <c:v>17.8</c:v>
                </c:pt>
                <c:pt idx="65">
                  <c:v>17.600000000000001</c:v>
                </c:pt>
                <c:pt idx="66">
                  <c:v>17.3</c:v>
                </c:pt>
                <c:pt idx="67">
                  <c:v>17.2</c:v>
                </c:pt>
                <c:pt idx="68">
                  <c:v>17.600000000000001</c:v>
                </c:pt>
                <c:pt idx="69">
                  <c:v>17.100000000000001</c:v>
                </c:pt>
                <c:pt idx="70">
                  <c:v>17.3</c:v>
                </c:pt>
                <c:pt idx="71">
                  <c:v>17.8</c:v>
                </c:pt>
                <c:pt idx="72">
                  <c:v>17.899999999999999</c:v>
                </c:pt>
                <c:pt idx="73">
                  <c:v>17.899999999999999</c:v>
                </c:pt>
                <c:pt idx="74">
                  <c:v>17.8</c:v>
                </c:pt>
                <c:pt idx="75">
                  <c:v>17.8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41-4090-B4EB-EFEA35AA30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61232192"/>
        <c:axId val="261233152"/>
      </c:lineChart>
      <c:catAx>
        <c:axId val="261232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layout>
            <c:manualLayout>
              <c:xMode val="edge"/>
              <c:yMode val="edge"/>
              <c:x val="0.43077559485090439"/>
              <c:y val="0.8253669829732821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1233152"/>
        <c:crosses val="autoZero"/>
        <c:auto val="1"/>
        <c:lblAlgn val="ctr"/>
        <c:lblOffset val="100"/>
        <c:noMultiLvlLbl val="0"/>
      </c:catAx>
      <c:valAx>
        <c:axId val="261233152"/>
        <c:scaling>
          <c:orientation val="minMax"/>
          <c:max val="24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Temperature </a:t>
                </a: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(˚C)</a:t>
                </a:r>
                <a:r>
                  <a:rPr lang="en-US" dirty="0"/>
                  <a:t>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12321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844618324744974"/>
          <c:y val="0.86996890773268709"/>
          <c:w val="0.32092965614761287"/>
          <c:h val="5.57624503068816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114-S</a:t>
            </a:r>
          </a:p>
        </c:rich>
      </c:tx>
      <c:layout>
        <c:manualLayout>
          <c:xMode val="edge"/>
          <c:yMode val="edge"/>
          <c:x val="0.45158333333333334"/>
          <c:y val="5.80551435485802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Dry Bulb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'D3-_2934627_Vent_2_Aug_1_2025_4'!$A$6:$A$81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0.47916666666666702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0.53819444444444398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0.55555555555555503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0.57291666666666596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0.59027777777777701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0.60763888888888795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0.62152777777777701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0.63888888888888795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0.656249999999999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0.67361111111111005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0.687499999999999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'D3-_2934627_Vent_2_Aug_1_2025_4'!$C$6:$C$81</c:f>
              <c:numCache>
                <c:formatCode>General</c:formatCode>
                <c:ptCount val="76"/>
                <c:pt idx="0">
                  <c:v>20.5</c:v>
                </c:pt>
                <c:pt idx="1">
                  <c:v>20.9</c:v>
                </c:pt>
                <c:pt idx="2">
                  <c:v>21</c:v>
                </c:pt>
                <c:pt idx="3">
                  <c:v>21.1</c:v>
                </c:pt>
                <c:pt idx="4">
                  <c:v>21</c:v>
                </c:pt>
                <c:pt idx="5">
                  <c:v>20.8</c:v>
                </c:pt>
                <c:pt idx="6">
                  <c:v>20.2</c:v>
                </c:pt>
                <c:pt idx="7">
                  <c:v>19.899999999999999</c:v>
                </c:pt>
                <c:pt idx="8">
                  <c:v>20.100000000000001</c:v>
                </c:pt>
                <c:pt idx="9">
                  <c:v>20.399999999999999</c:v>
                </c:pt>
                <c:pt idx="10">
                  <c:v>20.7</c:v>
                </c:pt>
                <c:pt idx="11">
                  <c:v>21.2</c:v>
                </c:pt>
                <c:pt idx="12">
                  <c:v>21.4</c:v>
                </c:pt>
                <c:pt idx="13">
                  <c:v>21.3</c:v>
                </c:pt>
                <c:pt idx="14">
                  <c:v>21.4</c:v>
                </c:pt>
                <c:pt idx="15">
                  <c:v>21.9</c:v>
                </c:pt>
                <c:pt idx="16">
                  <c:v>22.4</c:v>
                </c:pt>
                <c:pt idx="17">
                  <c:v>22.5</c:v>
                </c:pt>
                <c:pt idx="18">
                  <c:v>22.6</c:v>
                </c:pt>
                <c:pt idx="19">
                  <c:v>22.5</c:v>
                </c:pt>
                <c:pt idx="20">
                  <c:v>22.5</c:v>
                </c:pt>
                <c:pt idx="21">
                  <c:v>22.4</c:v>
                </c:pt>
                <c:pt idx="22">
                  <c:v>22</c:v>
                </c:pt>
                <c:pt idx="23">
                  <c:v>22.3</c:v>
                </c:pt>
                <c:pt idx="24">
                  <c:v>22.1</c:v>
                </c:pt>
                <c:pt idx="25">
                  <c:v>22.4</c:v>
                </c:pt>
                <c:pt idx="26">
                  <c:v>22.5</c:v>
                </c:pt>
                <c:pt idx="27">
                  <c:v>22.6</c:v>
                </c:pt>
                <c:pt idx="28">
                  <c:v>22.6</c:v>
                </c:pt>
                <c:pt idx="29">
                  <c:v>22.6</c:v>
                </c:pt>
                <c:pt idx="30">
                  <c:v>22.5</c:v>
                </c:pt>
                <c:pt idx="31">
                  <c:v>22.6</c:v>
                </c:pt>
                <c:pt idx="32">
                  <c:v>22.5</c:v>
                </c:pt>
                <c:pt idx="33">
                  <c:v>22.5</c:v>
                </c:pt>
                <c:pt idx="34">
                  <c:v>22.4</c:v>
                </c:pt>
                <c:pt idx="35">
                  <c:v>22.4</c:v>
                </c:pt>
                <c:pt idx="36">
                  <c:v>22.4</c:v>
                </c:pt>
                <c:pt idx="37">
                  <c:v>25.4</c:v>
                </c:pt>
                <c:pt idx="38">
                  <c:v>26.4</c:v>
                </c:pt>
                <c:pt idx="39">
                  <c:v>27.6</c:v>
                </c:pt>
                <c:pt idx="40">
                  <c:v>27.8</c:v>
                </c:pt>
                <c:pt idx="41">
                  <c:v>29.3</c:v>
                </c:pt>
                <c:pt idx="42">
                  <c:v>28.2</c:v>
                </c:pt>
                <c:pt idx="43">
                  <c:v>26.6</c:v>
                </c:pt>
                <c:pt idx="44">
                  <c:v>29.9</c:v>
                </c:pt>
                <c:pt idx="45">
                  <c:v>29.9</c:v>
                </c:pt>
                <c:pt idx="46">
                  <c:v>30.2</c:v>
                </c:pt>
                <c:pt idx="47">
                  <c:v>30.1</c:v>
                </c:pt>
                <c:pt idx="48">
                  <c:v>30.4</c:v>
                </c:pt>
                <c:pt idx="49">
                  <c:v>30.4</c:v>
                </c:pt>
                <c:pt idx="50">
                  <c:v>27.6</c:v>
                </c:pt>
                <c:pt idx="51">
                  <c:v>26.8</c:v>
                </c:pt>
                <c:pt idx="52">
                  <c:v>28</c:v>
                </c:pt>
                <c:pt idx="53">
                  <c:v>30.2</c:v>
                </c:pt>
                <c:pt idx="54">
                  <c:v>28.1</c:v>
                </c:pt>
                <c:pt idx="55">
                  <c:v>26.1</c:v>
                </c:pt>
                <c:pt idx="56">
                  <c:v>24.4</c:v>
                </c:pt>
                <c:pt idx="57">
                  <c:v>26.4</c:v>
                </c:pt>
                <c:pt idx="58">
                  <c:v>28.4</c:v>
                </c:pt>
                <c:pt idx="59">
                  <c:v>29.1</c:v>
                </c:pt>
                <c:pt idx="60">
                  <c:v>27.1</c:v>
                </c:pt>
                <c:pt idx="61">
                  <c:v>26.1</c:v>
                </c:pt>
                <c:pt idx="62">
                  <c:v>28.1</c:v>
                </c:pt>
                <c:pt idx="63">
                  <c:v>28.9</c:v>
                </c:pt>
                <c:pt idx="64">
                  <c:v>32.1</c:v>
                </c:pt>
                <c:pt idx="65">
                  <c:v>30.3</c:v>
                </c:pt>
                <c:pt idx="66">
                  <c:v>29.3</c:v>
                </c:pt>
                <c:pt idx="67">
                  <c:v>28.9</c:v>
                </c:pt>
                <c:pt idx="68">
                  <c:v>27.9</c:v>
                </c:pt>
                <c:pt idx="69">
                  <c:v>28</c:v>
                </c:pt>
                <c:pt idx="70">
                  <c:v>27.2</c:v>
                </c:pt>
                <c:pt idx="71">
                  <c:v>25.4</c:v>
                </c:pt>
                <c:pt idx="72">
                  <c:v>24.3</c:v>
                </c:pt>
                <c:pt idx="73">
                  <c:v>24.4</c:v>
                </c:pt>
                <c:pt idx="74">
                  <c:v>24.2</c:v>
                </c:pt>
                <c:pt idx="75">
                  <c:v>24.5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40-466E-8643-B32DE2BCA73D}"/>
            </c:ext>
          </c:extLst>
        </c:ser>
        <c:ser>
          <c:idx val="1"/>
          <c:order val="1"/>
          <c:tx>
            <c:v>Wet Bulb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'D3-_2934627_Vent_2_Aug_1_2025_4'!$A$6:$A$81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0.47916666666666702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0.53819444444444398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0.55555555555555503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0.57291666666666596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0.59027777777777701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0.60763888888888795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0.62152777777777701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0.63888888888888795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0.656249999999999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0.67361111111111005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0.687499999999999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'D3-_2934627_Vent_2_Aug_1_2025_4'!$D$6:$D$81</c:f>
              <c:numCache>
                <c:formatCode>General</c:formatCode>
                <c:ptCount val="76"/>
                <c:pt idx="0">
                  <c:v>17.3</c:v>
                </c:pt>
                <c:pt idx="1">
                  <c:v>16.7</c:v>
                </c:pt>
                <c:pt idx="2">
                  <c:v>16.600000000000001</c:v>
                </c:pt>
                <c:pt idx="3">
                  <c:v>16.5</c:v>
                </c:pt>
                <c:pt idx="4">
                  <c:v>16.399999999999999</c:v>
                </c:pt>
                <c:pt idx="5">
                  <c:v>16.2</c:v>
                </c:pt>
                <c:pt idx="6">
                  <c:v>15.9</c:v>
                </c:pt>
                <c:pt idx="7">
                  <c:v>15.8</c:v>
                </c:pt>
                <c:pt idx="8">
                  <c:v>16</c:v>
                </c:pt>
                <c:pt idx="9">
                  <c:v>16.100000000000001</c:v>
                </c:pt>
                <c:pt idx="10">
                  <c:v>16.2</c:v>
                </c:pt>
                <c:pt idx="11">
                  <c:v>16.8</c:v>
                </c:pt>
                <c:pt idx="12">
                  <c:v>16.8</c:v>
                </c:pt>
                <c:pt idx="13">
                  <c:v>16.7</c:v>
                </c:pt>
                <c:pt idx="14">
                  <c:v>16.899999999999999</c:v>
                </c:pt>
                <c:pt idx="15">
                  <c:v>18.100000000000001</c:v>
                </c:pt>
                <c:pt idx="16">
                  <c:v>18.5</c:v>
                </c:pt>
                <c:pt idx="17">
                  <c:v>18.399999999999999</c:v>
                </c:pt>
                <c:pt idx="18">
                  <c:v>18.5</c:v>
                </c:pt>
                <c:pt idx="19">
                  <c:v>18.100000000000001</c:v>
                </c:pt>
                <c:pt idx="20">
                  <c:v>18.3</c:v>
                </c:pt>
                <c:pt idx="21">
                  <c:v>18</c:v>
                </c:pt>
                <c:pt idx="22">
                  <c:v>17.399999999999999</c:v>
                </c:pt>
                <c:pt idx="23">
                  <c:v>18</c:v>
                </c:pt>
                <c:pt idx="24">
                  <c:v>18</c:v>
                </c:pt>
                <c:pt idx="25">
                  <c:v>18.399999999999999</c:v>
                </c:pt>
                <c:pt idx="26">
                  <c:v>18.600000000000001</c:v>
                </c:pt>
                <c:pt idx="27">
                  <c:v>18.600000000000001</c:v>
                </c:pt>
                <c:pt idx="28">
                  <c:v>18.5</c:v>
                </c:pt>
                <c:pt idx="29">
                  <c:v>18.399999999999999</c:v>
                </c:pt>
                <c:pt idx="30">
                  <c:v>18.3</c:v>
                </c:pt>
                <c:pt idx="31">
                  <c:v>18.5</c:v>
                </c:pt>
                <c:pt idx="32">
                  <c:v>18.2</c:v>
                </c:pt>
                <c:pt idx="33">
                  <c:v>18.2</c:v>
                </c:pt>
                <c:pt idx="34">
                  <c:v>18.100000000000001</c:v>
                </c:pt>
                <c:pt idx="35">
                  <c:v>18.100000000000001</c:v>
                </c:pt>
                <c:pt idx="36">
                  <c:v>18.100000000000001</c:v>
                </c:pt>
                <c:pt idx="37">
                  <c:v>20.9</c:v>
                </c:pt>
                <c:pt idx="38">
                  <c:v>21.2</c:v>
                </c:pt>
                <c:pt idx="39">
                  <c:v>21.7</c:v>
                </c:pt>
                <c:pt idx="40">
                  <c:v>21.4</c:v>
                </c:pt>
                <c:pt idx="41">
                  <c:v>22.7</c:v>
                </c:pt>
                <c:pt idx="42">
                  <c:v>21.1</c:v>
                </c:pt>
                <c:pt idx="43">
                  <c:v>19.899999999999999</c:v>
                </c:pt>
                <c:pt idx="44">
                  <c:v>23.3</c:v>
                </c:pt>
                <c:pt idx="45">
                  <c:v>23</c:v>
                </c:pt>
                <c:pt idx="46">
                  <c:v>23</c:v>
                </c:pt>
                <c:pt idx="47">
                  <c:v>22.8</c:v>
                </c:pt>
                <c:pt idx="48">
                  <c:v>23</c:v>
                </c:pt>
                <c:pt idx="49">
                  <c:v>22.7</c:v>
                </c:pt>
                <c:pt idx="50">
                  <c:v>20.8</c:v>
                </c:pt>
                <c:pt idx="51">
                  <c:v>20.6</c:v>
                </c:pt>
                <c:pt idx="52">
                  <c:v>21.7</c:v>
                </c:pt>
                <c:pt idx="53">
                  <c:v>23.3</c:v>
                </c:pt>
                <c:pt idx="54">
                  <c:v>21.2</c:v>
                </c:pt>
                <c:pt idx="55">
                  <c:v>19.899999999999999</c:v>
                </c:pt>
                <c:pt idx="56">
                  <c:v>18.8</c:v>
                </c:pt>
                <c:pt idx="57">
                  <c:v>21</c:v>
                </c:pt>
                <c:pt idx="58">
                  <c:v>22.5</c:v>
                </c:pt>
                <c:pt idx="59">
                  <c:v>22.6</c:v>
                </c:pt>
                <c:pt idx="60">
                  <c:v>20.6</c:v>
                </c:pt>
                <c:pt idx="61">
                  <c:v>20.3</c:v>
                </c:pt>
                <c:pt idx="62">
                  <c:v>21.9</c:v>
                </c:pt>
                <c:pt idx="63">
                  <c:v>22.2</c:v>
                </c:pt>
                <c:pt idx="64">
                  <c:v>23.3</c:v>
                </c:pt>
                <c:pt idx="65">
                  <c:v>21.6</c:v>
                </c:pt>
                <c:pt idx="66">
                  <c:v>21</c:v>
                </c:pt>
                <c:pt idx="67">
                  <c:v>21.2</c:v>
                </c:pt>
                <c:pt idx="68">
                  <c:v>20.7</c:v>
                </c:pt>
                <c:pt idx="69">
                  <c:v>21.2</c:v>
                </c:pt>
                <c:pt idx="70">
                  <c:v>20.6</c:v>
                </c:pt>
                <c:pt idx="71">
                  <c:v>19.5</c:v>
                </c:pt>
                <c:pt idx="72">
                  <c:v>18.8</c:v>
                </c:pt>
                <c:pt idx="73">
                  <c:v>18.899999999999999</c:v>
                </c:pt>
                <c:pt idx="74">
                  <c:v>18.3</c:v>
                </c:pt>
                <c:pt idx="75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40-466E-8643-B32DE2BCA7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8941232"/>
        <c:axId val="118940272"/>
      </c:lineChart>
      <c:catAx>
        <c:axId val="1189412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940272"/>
        <c:crosses val="autoZero"/>
        <c:auto val="1"/>
        <c:lblAlgn val="ctr"/>
        <c:lblOffset val="100"/>
        <c:noMultiLvlLbl val="0"/>
      </c:catAx>
      <c:valAx>
        <c:axId val="118940272"/>
        <c:scaling>
          <c:orientation val="minMax"/>
          <c:max val="33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Temperature </a:t>
                </a: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(˚C)</a:t>
                </a: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9412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916644794400702"/>
          <c:y val="0.87102249888232419"/>
          <c:w val="0.34467913887462265"/>
          <c:h val="6.10587459016673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118-N</a:t>
            </a:r>
          </a:p>
        </c:rich>
      </c:tx>
      <c:layout>
        <c:manualLayout>
          <c:xMode val="edge"/>
          <c:yMode val="edge"/>
          <c:x val="0.45448368394249228"/>
          <c:y val="4.83495977553604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Dry Bulb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'D3_-_2934673_Vent_3_Aug_1_2025_'!$A$6:$A$81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0.47916666666666702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0.53819444444444398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0.55555555555555503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0.57291666666666596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0.59027777777777701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0.60763888888888795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0.62152777777777701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0.63888888888888795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0.656249999999999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0.67361111111111005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0.687499999999999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'D3_-_2934673_Vent_3_Aug_1_2025_'!$C$6:$C$81</c:f>
              <c:numCache>
                <c:formatCode>General</c:formatCode>
                <c:ptCount val="76"/>
                <c:pt idx="0">
                  <c:v>20.2</c:v>
                </c:pt>
                <c:pt idx="1">
                  <c:v>20.7</c:v>
                </c:pt>
                <c:pt idx="2">
                  <c:v>20.9</c:v>
                </c:pt>
                <c:pt idx="3">
                  <c:v>21.1</c:v>
                </c:pt>
                <c:pt idx="4">
                  <c:v>20.8</c:v>
                </c:pt>
                <c:pt idx="5">
                  <c:v>20.7</c:v>
                </c:pt>
                <c:pt idx="6">
                  <c:v>20.5</c:v>
                </c:pt>
                <c:pt idx="7">
                  <c:v>20.399999999999999</c:v>
                </c:pt>
                <c:pt idx="8">
                  <c:v>20.6</c:v>
                </c:pt>
                <c:pt idx="9">
                  <c:v>20.8</c:v>
                </c:pt>
                <c:pt idx="10">
                  <c:v>20.8</c:v>
                </c:pt>
                <c:pt idx="11">
                  <c:v>20.9</c:v>
                </c:pt>
                <c:pt idx="12">
                  <c:v>20.9</c:v>
                </c:pt>
                <c:pt idx="13">
                  <c:v>21.1</c:v>
                </c:pt>
                <c:pt idx="14">
                  <c:v>21.3</c:v>
                </c:pt>
                <c:pt idx="15">
                  <c:v>21.7</c:v>
                </c:pt>
                <c:pt idx="16">
                  <c:v>21.7</c:v>
                </c:pt>
                <c:pt idx="17">
                  <c:v>21.5</c:v>
                </c:pt>
                <c:pt idx="18">
                  <c:v>21.4</c:v>
                </c:pt>
                <c:pt idx="19">
                  <c:v>20.5</c:v>
                </c:pt>
                <c:pt idx="20">
                  <c:v>19.100000000000001</c:v>
                </c:pt>
                <c:pt idx="21">
                  <c:v>17.899999999999999</c:v>
                </c:pt>
                <c:pt idx="22">
                  <c:v>17.3</c:v>
                </c:pt>
                <c:pt idx="23">
                  <c:v>17.100000000000001</c:v>
                </c:pt>
                <c:pt idx="24">
                  <c:v>17</c:v>
                </c:pt>
                <c:pt idx="25">
                  <c:v>17</c:v>
                </c:pt>
                <c:pt idx="26">
                  <c:v>17</c:v>
                </c:pt>
                <c:pt idx="27">
                  <c:v>17</c:v>
                </c:pt>
                <c:pt idx="28">
                  <c:v>16.899999999999999</c:v>
                </c:pt>
                <c:pt idx="29">
                  <c:v>17</c:v>
                </c:pt>
                <c:pt idx="30">
                  <c:v>17</c:v>
                </c:pt>
                <c:pt idx="31">
                  <c:v>17</c:v>
                </c:pt>
                <c:pt idx="32">
                  <c:v>17</c:v>
                </c:pt>
                <c:pt idx="33">
                  <c:v>17</c:v>
                </c:pt>
                <c:pt idx="34">
                  <c:v>16.899999999999999</c:v>
                </c:pt>
                <c:pt idx="35">
                  <c:v>16.899999999999999</c:v>
                </c:pt>
                <c:pt idx="36">
                  <c:v>17</c:v>
                </c:pt>
                <c:pt idx="37">
                  <c:v>17</c:v>
                </c:pt>
                <c:pt idx="38">
                  <c:v>17</c:v>
                </c:pt>
                <c:pt idx="39">
                  <c:v>17</c:v>
                </c:pt>
                <c:pt idx="40">
                  <c:v>17</c:v>
                </c:pt>
                <c:pt idx="41">
                  <c:v>16.899999999999999</c:v>
                </c:pt>
                <c:pt idx="42">
                  <c:v>17</c:v>
                </c:pt>
                <c:pt idx="43">
                  <c:v>17</c:v>
                </c:pt>
                <c:pt idx="44">
                  <c:v>17</c:v>
                </c:pt>
                <c:pt idx="45">
                  <c:v>17</c:v>
                </c:pt>
                <c:pt idx="46">
                  <c:v>17</c:v>
                </c:pt>
                <c:pt idx="47">
                  <c:v>17</c:v>
                </c:pt>
                <c:pt idx="48">
                  <c:v>17</c:v>
                </c:pt>
                <c:pt idx="49">
                  <c:v>17</c:v>
                </c:pt>
                <c:pt idx="50">
                  <c:v>16.899999999999999</c:v>
                </c:pt>
                <c:pt idx="51">
                  <c:v>17</c:v>
                </c:pt>
                <c:pt idx="52">
                  <c:v>17</c:v>
                </c:pt>
                <c:pt idx="53">
                  <c:v>17</c:v>
                </c:pt>
                <c:pt idx="54">
                  <c:v>17</c:v>
                </c:pt>
                <c:pt idx="55">
                  <c:v>17</c:v>
                </c:pt>
                <c:pt idx="56">
                  <c:v>17</c:v>
                </c:pt>
                <c:pt idx="57">
                  <c:v>17</c:v>
                </c:pt>
                <c:pt idx="58">
                  <c:v>17</c:v>
                </c:pt>
                <c:pt idx="59">
                  <c:v>17</c:v>
                </c:pt>
                <c:pt idx="60">
                  <c:v>17</c:v>
                </c:pt>
                <c:pt idx="61">
                  <c:v>17</c:v>
                </c:pt>
                <c:pt idx="62">
                  <c:v>17</c:v>
                </c:pt>
                <c:pt idx="63">
                  <c:v>17.100000000000001</c:v>
                </c:pt>
                <c:pt idx="64">
                  <c:v>17</c:v>
                </c:pt>
                <c:pt idx="65">
                  <c:v>17</c:v>
                </c:pt>
                <c:pt idx="66">
                  <c:v>17</c:v>
                </c:pt>
                <c:pt idx="67">
                  <c:v>17.100000000000001</c:v>
                </c:pt>
                <c:pt idx="68">
                  <c:v>17.100000000000001</c:v>
                </c:pt>
                <c:pt idx="69">
                  <c:v>17</c:v>
                </c:pt>
                <c:pt idx="70">
                  <c:v>17</c:v>
                </c:pt>
                <c:pt idx="71">
                  <c:v>17</c:v>
                </c:pt>
                <c:pt idx="72">
                  <c:v>18</c:v>
                </c:pt>
                <c:pt idx="73">
                  <c:v>20.100000000000001</c:v>
                </c:pt>
                <c:pt idx="74">
                  <c:v>21.3</c:v>
                </c:pt>
                <c:pt idx="75">
                  <c:v>21.8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CF-4696-AA05-B920A79D206E}"/>
            </c:ext>
          </c:extLst>
        </c:ser>
        <c:ser>
          <c:idx val="1"/>
          <c:order val="1"/>
          <c:tx>
            <c:v>Wet Bulb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'D3_-_2934673_Vent_3_Aug_1_2025_'!$A$6:$A$81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0.47916666666666702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0.53819444444444398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0.55555555555555503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0.57291666666666596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0.59027777777777701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0.60763888888888795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0.62152777777777701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0.63888888888888795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0.656249999999999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0.67361111111111005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0.687499999999999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'D3_-_2934673_Vent_3_Aug_1_2025_'!$D$6:$D$81</c:f>
              <c:numCache>
                <c:formatCode>General</c:formatCode>
                <c:ptCount val="76"/>
                <c:pt idx="0">
                  <c:v>15.8</c:v>
                </c:pt>
                <c:pt idx="1">
                  <c:v>15.8</c:v>
                </c:pt>
                <c:pt idx="2">
                  <c:v>16</c:v>
                </c:pt>
                <c:pt idx="3">
                  <c:v>16.2</c:v>
                </c:pt>
                <c:pt idx="4">
                  <c:v>15.9</c:v>
                </c:pt>
                <c:pt idx="5">
                  <c:v>15.8</c:v>
                </c:pt>
                <c:pt idx="6">
                  <c:v>15.8</c:v>
                </c:pt>
                <c:pt idx="7">
                  <c:v>15.7</c:v>
                </c:pt>
                <c:pt idx="8">
                  <c:v>16.100000000000001</c:v>
                </c:pt>
                <c:pt idx="9">
                  <c:v>15.8</c:v>
                </c:pt>
                <c:pt idx="10">
                  <c:v>15.6</c:v>
                </c:pt>
                <c:pt idx="11">
                  <c:v>16.2</c:v>
                </c:pt>
                <c:pt idx="12">
                  <c:v>16.3</c:v>
                </c:pt>
                <c:pt idx="13">
                  <c:v>16.3</c:v>
                </c:pt>
                <c:pt idx="14">
                  <c:v>16.600000000000001</c:v>
                </c:pt>
                <c:pt idx="15">
                  <c:v>16.8</c:v>
                </c:pt>
                <c:pt idx="16">
                  <c:v>16.8</c:v>
                </c:pt>
                <c:pt idx="17">
                  <c:v>16.600000000000001</c:v>
                </c:pt>
                <c:pt idx="18">
                  <c:v>16.5</c:v>
                </c:pt>
                <c:pt idx="19">
                  <c:v>15</c:v>
                </c:pt>
                <c:pt idx="20">
                  <c:v>13.4</c:v>
                </c:pt>
                <c:pt idx="21">
                  <c:v>13.4</c:v>
                </c:pt>
                <c:pt idx="22">
                  <c:v>12.4</c:v>
                </c:pt>
                <c:pt idx="23">
                  <c:v>12.3</c:v>
                </c:pt>
                <c:pt idx="24">
                  <c:v>12.4</c:v>
                </c:pt>
                <c:pt idx="25">
                  <c:v>12.4</c:v>
                </c:pt>
                <c:pt idx="26">
                  <c:v>12.4</c:v>
                </c:pt>
                <c:pt idx="27">
                  <c:v>12.4</c:v>
                </c:pt>
                <c:pt idx="28">
                  <c:v>12.3</c:v>
                </c:pt>
                <c:pt idx="29">
                  <c:v>12.4</c:v>
                </c:pt>
                <c:pt idx="30">
                  <c:v>12.4</c:v>
                </c:pt>
                <c:pt idx="31">
                  <c:v>12.4</c:v>
                </c:pt>
                <c:pt idx="32">
                  <c:v>12.4</c:v>
                </c:pt>
                <c:pt idx="33">
                  <c:v>12.4</c:v>
                </c:pt>
                <c:pt idx="34">
                  <c:v>12.3</c:v>
                </c:pt>
                <c:pt idx="35">
                  <c:v>12.3</c:v>
                </c:pt>
                <c:pt idx="36">
                  <c:v>12.4</c:v>
                </c:pt>
                <c:pt idx="37">
                  <c:v>12.4</c:v>
                </c:pt>
                <c:pt idx="38">
                  <c:v>12.5</c:v>
                </c:pt>
                <c:pt idx="39">
                  <c:v>12.4</c:v>
                </c:pt>
                <c:pt idx="40">
                  <c:v>12.4</c:v>
                </c:pt>
                <c:pt idx="41">
                  <c:v>12.3</c:v>
                </c:pt>
                <c:pt idx="42">
                  <c:v>12.4</c:v>
                </c:pt>
                <c:pt idx="43">
                  <c:v>12.4</c:v>
                </c:pt>
                <c:pt idx="44">
                  <c:v>12.4</c:v>
                </c:pt>
                <c:pt idx="45">
                  <c:v>12.4</c:v>
                </c:pt>
                <c:pt idx="46">
                  <c:v>12.4</c:v>
                </c:pt>
                <c:pt idx="47">
                  <c:v>12.4</c:v>
                </c:pt>
                <c:pt idx="48">
                  <c:v>12.4</c:v>
                </c:pt>
                <c:pt idx="49">
                  <c:v>12.4</c:v>
                </c:pt>
                <c:pt idx="50">
                  <c:v>12.3</c:v>
                </c:pt>
                <c:pt idx="51">
                  <c:v>12.2</c:v>
                </c:pt>
                <c:pt idx="52">
                  <c:v>12.2</c:v>
                </c:pt>
                <c:pt idx="53">
                  <c:v>12.3</c:v>
                </c:pt>
                <c:pt idx="54">
                  <c:v>12.3</c:v>
                </c:pt>
                <c:pt idx="55">
                  <c:v>12.4</c:v>
                </c:pt>
                <c:pt idx="56">
                  <c:v>12.4</c:v>
                </c:pt>
                <c:pt idx="57">
                  <c:v>12.4</c:v>
                </c:pt>
                <c:pt idx="58">
                  <c:v>12.5</c:v>
                </c:pt>
                <c:pt idx="59">
                  <c:v>12.5</c:v>
                </c:pt>
                <c:pt idx="60">
                  <c:v>12.5</c:v>
                </c:pt>
                <c:pt idx="61">
                  <c:v>12.4</c:v>
                </c:pt>
                <c:pt idx="62">
                  <c:v>12.5</c:v>
                </c:pt>
                <c:pt idx="63">
                  <c:v>12.5</c:v>
                </c:pt>
                <c:pt idx="64">
                  <c:v>12.4</c:v>
                </c:pt>
                <c:pt idx="65">
                  <c:v>12.4</c:v>
                </c:pt>
                <c:pt idx="66">
                  <c:v>12.4</c:v>
                </c:pt>
                <c:pt idx="67">
                  <c:v>12.5</c:v>
                </c:pt>
                <c:pt idx="68">
                  <c:v>12.5</c:v>
                </c:pt>
                <c:pt idx="69">
                  <c:v>12.4</c:v>
                </c:pt>
                <c:pt idx="70">
                  <c:v>12.4</c:v>
                </c:pt>
                <c:pt idx="71">
                  <c:v>12.4</c:v>
                </c:pt>
                <c:pt idx="72">
                  <c:v>14.5</c:v>
                </c:pt>
                <c:pt idx="73">
                  <c:v>17.5</c:v>
                </c:pt>
                <c:pt idx="74">
                  <c:v>17.2</c:v>
                </c:pt>
                <c:pt idx="75">
                  <c:v>17.2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CF-4696-AA05-B920A79D20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4542367"/>
        <c:axId val="634538047"/>
      </c:lineChart>
      <c:catAx>
        <c:axId val="634542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4538047"/>
        <c:crosses val="autoZero"/>
        <c:auto val="1"/>
        <c:lblAlgn val="ctr"/>
        <c:lblOffset val="100"/>
        <c:noMultiLvlLbl val="0"/>
      </c:catAx>
      <c:valAx>
        <c:axId val="634538047"/>
        <c:scaling>
          <c:orientation val="minMax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Temperature </a:t>
                </a: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(˚C)</a:t>
                </a: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454236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850726681552868"/>
          <c:y val="0.86657326691877179"/>
          <c:w val="0.33021036549535793"/>
          <c:h val="6.27619363618553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114-N</a:t>
            </a:r>
          </a:p>
        </c:rich>
      </c:tx>
      <c:layout>
        <c:manualLayout>
          <c:xMode val="edge"/>
          <c:yMode val="edge"/>
          <c:x val="0.44917351651110898"/>
          <c:y val="5.47719522293302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Dry Bulb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'Vent_5_-_3062418_Aug_1_2025_4_4'!$A$7:$A$82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0.47916666666666602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0.53819444444444497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0.55555555555555602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0.57291666666666696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0.59027777777777801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0.60763888888888895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0.62152777777777801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0.63888888888888895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0.65625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0.67361111111111105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0.6875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'Vent_5_-_3062418_Aug_1_2025_4_4'!$C$7:$C$82</c:f>
              <c:numCache>
                <c:formatCode>General</c:formatCode>
                <c:ptCount val="76"/>
                <c:pt idx="0">
                  <c:v>19.5</c:v>
                </c:pt>
                <c:pt idx="1">
                  <c:v>20</c:v>
                </c:pt>
                <c:pt idx="2">
                  <c:v>20.2</c:v>
                </c:pt>
                <c:pt idx="3">
                  <c:v>20.399999999999999</c:v>
                </c:pt>
                <c:pt idx="4">
                  <c:v>20.6</c:v>
                </c:pt>
                <c:pt idx="5">
                  <c:v>20.5</c:v>
                </c:pt>
                <c:pt idx="6">
                  <c:v>20.3</c:v>
                </c:pt>
                <c:pt idx="7">
                  <c:v>20</c:v>
                </c:pt>
                <c:pt idx="8">
                  <c:v>19.8</c:v>
                </c:pt>
                <c:pt idx="9">
                  <c:v>19.899999999999999</c:v>
                </c:pt>
                <c:pt idx="10">
                  <c:v>19.600000000000001</c:v>
                </c:pt>
                <c:pt idx="11">
                  <c:v>19.7</c:v>
                </c:pt>
                <c:pt idx="12">
                  <c:v>19.8</c:v>
                </c:pt>
                <c:pt idx="13">
                  <c:v>19.899999999999999</c:v>
                </c:pt>
                <c:pt idx="14">
                  <c:v>20.6</c:v>
                </c:pt>
                <c:pt idx="15">
                  <c:v>20.9</c:v>
                </c:pt>
                <c:pt idx="16">
                  <c:v>21.2</c:v>
                </c:pt>
                <c:pt idx="17">
                  <c:v>21.3</c:v>
                </c:pt>
                <c:pt idx="18">
                  <c:v>21.4</c:v>
                </c:pt>
                <c:pt idx="19">
                  <c:v>21.1</c:v>
                </c:pt>
                <c:pt idx="20">
                  <c:v>20.8</c:v>
                </c:pt>
                <c:pt idx="21">
                  <c:v>19.2</c:v>
                </c:pt>
                <c:pt idx="22">
                  <c:v>19.600000000000001</c:v>
                </c:pt>
                <c:pt idx="23">
                  <c:v>19.3</c:v>
                </c:pt>
                <c:pt idx="24">
                  <c:v>18.899999999999999</c:v>
                </c:pt>
                <c:pt idx="25">
                  <c:v>18.5</c:v>
                </c:pt>
                <c:pt idx="26">
                  <c:v>18.2</c:v>
                </c:pt>
                <c:pt idx="27">
                  <c:v>18.100000000000001</c:v>
                </c:pt>
                <c:pt idx="28">
                  <c:v>18</c:v>
                </c:pt>
                <c:pt idx="29">
                  <c:v>18.100000000000001</c:v>
                </c:pt>
                <c:pt idx="30">
                  <c:v>18</c:v>
                </c:pt>
                <c:pt idx="31">
                  <c:v>18</c:v>
                </c:pt>
                <c:pt idx="32">
                  <c:v>18</c:v>
                </c:pt>
                <c:pt idx="33">
                  <c:v>17.899999999999999</c:v>
                </c:pt>
                <c:pt idx="34">
                  <c:v>17.899999999999999</c:v>
                </c:pt>
                <c:pt idx="35">
                  <c:v>17.899999999999999</c:v>
                </c:pt>
                <c:pt idx="36">
                  <c:v>18</c:v>
                </c:pt>
                <c:pt idx="37">
                  <c:v>18.399999999999999</c:v>
                </c:pt>
                <c:pt idx="38">
                  <c:v>19</c:v>
                </c:pt>
                <c:pt idx="39">
                  <c:v>18.399999999999999</c:v>
                </c:pt>
                <c:pt idx="40">
                  <c:v>18.2</c:v>
                </c:pt>
                <c:pt idx="41">
                  <c:v>18.3</c:v>
                </c:pt>
                <c:pt idx="42">
                  <c:v>18.2</c:v>
                </c:pt>
                <c:pt idx="43">
                  <c:v>18.100000000000001</c:v>
                </c:pt>
                <c:pt idx="44">
                  <c:v>18</c:v>
                </c:pt>
                <c:pt idx="45">
                  <c:v>18</c:v>
                </c:pt>
                <c:pt idx="46">
                  <c:v>18</c:v>
                </c:pt>
                <c:pt idx="47">
                  <c:v>18</c:v>
                </c:pt>
                <c:pt idx="48">
                  <c:v>18</c:v>
                </c:pt>
                <c:pt idx="49">
                  <c:v>18</c:v>
                </c:pt>
                <c:pt idx="50">
                  <c:v>18</c:v>
                </c:pt>
                <c:pt idx="51">
                  <c:v>18</c:v>
                </c:pt>
                <c:pt idx="52">
                  <c:v>18</c:v>
                </c:pt>
                <c:pt idx="53">
                  <c:v>18</c:v>
                </c:pt>
                <c:pt idx="54">
                  <c:v>17.899999999999999</c:v>
                </c:pt>
                <c:pt idx="55">
                  <c:v>18.100000000000001</c:v>
                </c:pt>
                <c:pt idx="56">
                  <c:v>17.899999999999999</c:v>
                </c:pt>
                <c:pt idx="57">
                  <c:v>18</c:v>
                </c:pt>
                <c:pt idx="58">
                  <c:v>18</c:v>
                </c:pt>
                <c:pt idx="59">
                  <c:v>18</c:v>
                </c:pt>
                <c:pt idx="60">
                  <c:v>18</c:v>
                </c:pt>
                <c:pt idx="61">
                  <c:v>18</c:v>
                </c:pt>
                <c:pt idx="62">
                  <c:v>18</c:v>
                </c:pt>
                <c:pt idx="63">
                  <c:v>18</c:v>
                </c:pt>
                <c:pt idx="64">
                  <c:v>18</c:v>
                </c:pt>
                <c:pt idx="65">
                  <c:v>18</c:v>
                </c:pt>
                <c:pt idx="66">
                  <c:v>18</c:v>
                </c:pt>
                <c:pt idx="67">
                  <c:v>18</c:v>
                </c:pt>
                <c:pt idx="68">
                  <c:v>18</c:v>
                </c:pt>
                <c:pt idx="69">
                  <c:v>18</c:v>
                </c:pt>
                <c:pt idx="70">
                  <c:v>18</c:v>
                </c:pt>
                <c:pt idx="71">
                  <c:v>17.899999999999999</c:v>
                </c:pt>
                <c:pt idx="72">
                  <c:v>18</c:v>
                </c:pt>
                <c:pt idx="73">
                  <c:v>18</c:v>
                </c:pt>
                <c:pt idx="74">
                  <c:v>18.899999999999999</c:v>
                </c:pt>
                <c:pt idx="75">
                  <c:v>19.899999999999999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1D-4FF8-9F65-B180EADDA75E}"/>
            </c:ext>
          </c:extLst>
        </c:ser>
        <c:ser>
          <c:idx val="1"/>
          <c:order val="1"/>
          <c:tx>
            <c:v>Wet Bulb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'Vent_5_-_3062418_Aug_1_2025_4_4'!$A$7:$A$82</c:f>
              <c:numCache>
                <c:formatCode>h:mm</c:formatCode>
                <c:ptCount val="76"/>
                <c:pt idx="0">
                  <c:v>0.43402777777777779</c:v>
                </c:pt>
                <c:pt idx="1">
                  <c:v>0.4375</c:v>
                </c:pt>
                <c:pt idx="2">
                  <c:v>0.44097222222222199</c:v>
                </c:pt>
                <c:pt idx="3">
                  <c:v>0.44444444444444398</c:v>
                </c:pt>
                <c:pt idx="4">
                  <c:v>0.44791666666666702</c:v>
                </c:pt>
                <c:pt idx="5">
                  <c:v>0.45138888888888901</c:v>
                </c:pt>
                <c:pt idx="6">
                  <c:v>0.45486111111111099</c:v>
                </c:pt>
                <c:pt idx="7">
                  <c:v>0.45833333333333298</c:v>
                </c:pt>
                <c:pt idx="8">
                  <c:v>0.46180555555555503</c:v>
                </c:pt>
                <c:pt idx="9">
                  <c:v>0.46527777777777801</c:v>
                </c:pt>
                <c:pt idx="10">
                  <c:v>0.46875</c:v>
                </c:pt>
                <c:pt idx="11">
                  <c:v>0.47222222222222199</c:v>
                </c:pt>
                <c:pt idx="12">
                  <c:v>0.47569444444444398</c:v>
                </c:pt>
                <c:pt idx="13">
                  <c:v>0.47916666666666602</c:v>
                </c:pt>
                <c:pt idx="14">
                  <c:v>0.48263888888888901</c:v>
                </c:pt>
                <c:pt idx="15">
                  <c:v>0.48611111111111099</c:v>
                </c:pt>
                <c:pt idx="16">
                  <c:v>0.48958333333333298</c:v>
                </c:pt>
                <c:pt idx="17">
                  <c:v>0.49305555555555503</c:v>
                </c:pt>
                <c:pt idx="18">
                  <c:v>0.49652777777777801</c:v>
                </c:pt>
                <c:pt idx="19">
                  <c:v>0.5</c:v>
                </c:pt>
                <c:pt idx="20">
                  <c:v>0.50347222222222199</c:v>
                </c:pt>
                <c:pt idx="21">
                  <c:v>0.50694444444444398</c:v>
                </c:pt>
                <c:pt idx="22">
                  <c:v>0.51041666666666596</c:v>
                </c:pt>
                <c:pt idx="23">
                  <c:v>0.51388888888888895</c:v>
                </c:pt>
                <c:pt idx="24">
                  <c:v>0.51736111111111105</c:v>
                </c:pt>
                <c:pt idx="25">
                  <c:v>0.52083333333333304</c:v>
                </c:pt>
                <c:pt idx="26">
                  <c:v>0.52430555555555503</c:v>
                </c:pt>
                <c:pt idx="27">
                  <c:v>0.52777777777777701</c:v>
                </c:pt>
                <c:pt idx="28">
                  <c:v>0.53125</c:v>
                </c:pt>
                <c:pt idx="29">
                  <c:v>0.53472222222222199</c:v>
                </c:pt>
                <c:pt idx="30">
                  <c:v>0.53819444444444497</c:v>
                </c:pt>
                <c:pt idx="31">
                  <c:v>0.54166666666666696</c:v>
                </c:pt>
                <c:pt idx="32">
                  <c:v>0.54513888888888895</c:v>
                </c:pt>
                <c:pt idx="33">
                  <c:v>0.54861111111111105</c:v>
                </c:pt>
                <c:pt idx="34">
                  <c:v>0.55208333333333304</c:v>
                </c:pt>
                <c:pt idx="35">
                  <c:v>0.55555555555555602</c:v>
                </c:pt>
                <c:pt idx="36">
                  <c:v>0.55902777777777801</c:v>
                </c:pt>
                <c:pt idx="37">
                  <c:v>0.5625</c:v>
                </c:pt>
                <c:pt idx="38">
                  <c:v>0.56597222222222199</c:v>
                </c:pt>
                <c:pt idx="39">
                  <c:v>0.56944444444444398</c:v>
                </c:pt>
                <c:pt idx="40">
                  <c:v>0.57291666666666696</c:v>
                </c:pt>
                <c:pt idx="41">
                  <c:v>0.57638888888888895</c:v>
                </c:pt>
                <c:pt idx="42">
                  <c:v>0.57986111111111105</c:v>
                </c:pt>
                <c:pt idx="43">
                  <c:v>0.58333333333333304</c:v>
                </c:pt>
                <c:pt idx="44">
                  <c:v>0.58680555555555503</c:v>
                </c:pt>
                <c:pt idx="45">
                  <c:v>0.59027777777777801</c:v>
                </c:pt>
                <c:pt idx="46">
                  <c:v>0.59375</c:v>
                </c:pt>
                <c:pt idx="47">
                  <c:v>0.59722222222222199</c:v>
                </c:pt>
                <c:pt idx="48">
                  <c:v>0.60069444444444398</c:v>
                </c:pt>
                <c:pt idx="49">
                  <c:v>0.60416666666666596</c:v>
                </c:pt>
                <c:pt idx="50">
                  <c:v>0.60763888888888895</c:v>
                </c:pt>
                <c:pt idx="51">
                  <c:v>0.61111111111111105</c:v>
                </c:pt>
                <c:pt idx="52">
                  <c:v>0.61458333333333304</c:v>
                </c:pt>
                <c:pt idx="53">
                  <c:v>0.61805555555555503</c:v>
                </c:pt>
                <c:pt idx="54">
                  <c:v>0.62152777777777801</c:v>
                </c:pt>
                <c:pt idx="55">
                  <c:v>0.625</c:v>
                </c:pt>
                <c:pt idx="56">
                  <c:v>0.62847222222222199</c:v>
                </c:pt>
                <c:pt idx="57">
                  <c:v>0.63194444444444398</c:v>
                </c:pt>
                <c:pt idx="58">
                  <c:v>0.63541666666666596</c:v>
                </c:pt>
                <c:pt idx="59">
                  <c:v>0.63888888888888895</c:v>
                </c:pt>
                <c:pt idx="60">
                  <c:v>0.64236111111111105</c:v>
                </c:pt>
                <c:pt idx="61">
                  <c:v>0.64583333333333304</c:v>
                </c:pt>
                <c:pt idx="62">
                  <c:v>0.64930555555555503</c:v>
                </c:pt>
                <c:pt idx="63">
                  <c:v>0.65277777777777701</c:v>
                </c:pt>
                <c:pt idx="64">
                  <c:v>0.65625</c:v>
                </c:pt>
                <c:pt idx="65">
                  <c:v>0.65972222222222199</c:v>
                </c:pt>
                <c:pt idx="66">
                  <c:v>0.66319444444444398</c:v>
                </c:pt>
                <c:pt idx="67">
                  <c:v>0.66666666666666596</c:v>
                </c:pt>
                <c:pt idx="68">
                  <c:v>0.67013888888888795</c:v>
                </c:pt>
                <c:pt idx="69">
                  <c:v>0.67361111111111105</c:v>
                </c:pt>
                <c:pt idx="70">
                  <c:v>0.67708333333333304</c:v>
                </c:pt>
                <c:pt idx="71">
                  <c:v>0.68055555555555503</c:v>
                </c:pt>
                <c:pt idx="72">
                  <c:v>0.68402777777777701</c:v>
                </c:pt>
                <c:pt idx="73">
                  <c:v>0.6875</c:v>
                </c:pt>
                <c:pt idx="74">
                  <c:v>0.69097222222222199</c:v>
                </c:pt>
                <c:pt idx="75">
                  <c:v>0.69444444444444398</c:v>
                </c:pt>
              </c:numCache>
            </c:numRef>
          </c:cat>
          <c:val>
            <c:numRef>
              <c:f>'Vent_5_-_3062418_Aug_1_2025_4_4'!$D$7:$D$82</c:f>
              <c:numCache>
                <c:formatCode>General</c:formatCode>
                <c:ptCount val="76"/>
                <c:pt idx="0">
                  <c:v>15.9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16.100000000000001</c:v>
                </c:pt>
                <c:pt idx="5">
                  <c:v>16.100000000000001</c:v>
                </c:pt>
                <c:pt idx="6">
                  <c:v>16</c:v>
                </c:pt>
                <c:pt idx="7">
                  <c:v>15.7</c:v>
                </c:pt>
                <c:pt idx="8">
                  <c:v>15.7</c:v>
                </c:pt>
                <c:pt idx="9">
                  <c:v>15.8</c:v>
                </c:pt>
                <c:pt idx="10">
                  <c:v>15.6</c:v>
                </c:pt>
                <c:pt idx="11">
                  <c:v>16.2</c:v>
                </c:pt>
                <c:pt idx="12">
                  <c:v>16</c:v>
                </c:pt>
                <c:pt idx="13">
                  <c:v>16.100000000000001</c:v>
                </c:pt>
                <c:pt idx="14">
                  <c:v>16.8</c:v>
                </c:pt>
                <c:pt idx="15">
                  <c:v>16.8</c:v>
                </c:pt>
                <c:pt idx="16">
                  <c:v>16.8</c:v>
                </c:pt>
                <c:pt idx="17">
                  <c:v>16.7</c:v>
                </c:pt>
                <c:pt idx="18">
                  <c:v>16.8</c:v>
                </c:pt>
                <c:pt idx="19">
                  <c:v>15.8</c:v>
                </c:pt>
                <c:pt idx="20">
                  <c:v>15.7</c:v>
                </c:pt>
                <c:pt idx="21">
                  <c:v>13.2</c:v>
                </c:pt>
                <c:pt idx="22">
                  <c:v>14.6</c:v>
                </c:pt>
                <c:pt idx="23">
                  <c:v>14</c:v>
                </c:pt>
                <c:pt idx="24">
                  <c:v>13.9</c:v>
                </c:pt>
                <c:pt idx="25">
                  <c:v>13.5</c:v>
                </c:pt>
                <c:pt idx="26">
                  <c:v>13.2</c:v>
                </c:pt>
                <c:pt idx="27">
                  <c:v>13.2</c:v>
                </c:pt>
                <c:pt idx="28">
                  <c:v>13.1</c:v>
                </c:pt>
                <c:pt idx="29">
                  <c:v>13.2</c:v>
                </c:pt>
                <c:pt idx="30">
                  <c:v>13.1</c:v>
                </c:pt>
                <c:pt idx="31">
                  <c:v>13.1</c:v>
                </c:pt>
                <c:pt idx="32">
                  <c:v>13.1</c:v>
                </c:pt>
                <c:pt idx="33">
                  <c:v>13</c:v>
                </c:pt>
                <c:pt idx="34">
                  <c:v>13</c:v>
                </c:pt>
                <c:pt idx="35">
                  <c:v>13</c:v>
                </c:pt>
                <c:pt idx="36">
                  <c:v>13.1</c:v>
                </c:pt>
                <c:pt idx="37">
                  <c:v>14.1</c:v>
                </c:pt>
                <c:pt idx="38">
                  <c:v>15.3</c:v>
                </c:pt>
                <c:pt idx="39">
                  <c:v>14</c:v>
                </c:pt>
                <c:pt idx="40">
                  <c:v>13.5</c:v>
                </c:pt>
                <c:pt idx="41">
                  <c:v>13.6</c:v>
                </c:pt>
                <c:pt idx="42">
                  <c:v>13.4</c:v>
                </c:pt>
                <c:pt idx="43">
                  <c:v>13.2</c:v>
                </c:pt>
                <c:pt idx="44">
                  <c:v>13.2</c:v>
                </c:pt>
                <c:pt idx="45">
                  <c:v>13.2</c:v>
                </c:pt>
                <c:pt idx="46">
                  <c:v>13.2</c:v>
                </c:pt>
                <c:pt idx="47">
                  <c:v>13.1</c:v>
                </c:pt>
                <c:pt idx="48">
                  <c:v>13.1</c:v>
                </c:pt>
                <c:pt idx="49">
                  <c:v>13.1</c:v>
                </c:pt>
                <c:pt idx="50">
                  <c:v>13.1</c:v>
                </c:pt>
                <c:pt idx="51">
                  <c:v>13.1</c:v>
                </c:pt>
                <c:pt idx="52">
                  <c:v>13</c:v>
                </c:pt>
                <c:pt idx="53">
                  <c:v>13</c:v>
                </c:pt>
                <c:pt idx="54">
                  <c:v>13</c:v>
                </c:pt>
                <c:pt idx="55">
                  <c:v>13.3</c:v>
                </c:pt>
                <c:pt idx="56">
                  <c:v>12.9</c:v>
                </c:pt>
                <c:pt idx="57">
                  <c:v>13.2</c:v>
                </c:pt>
                <c:pt idx="58">
                  <c:v>13.2</c:v>
                </c:pt>
                <c:pt idx="59">
                  <c:v>13.2</c:v>
                </c:pt>
                <c:pt idx="60">
                  <c:v>13.2</c:v>
                </c:pt>
                <c:pt idx="61">
                  <c:v>13.2</c:v>
                </c:pt>
                <c:pt idx="62">
                  <c:v>13.2</c:v>
                </c:pt>
                <c:pt idx="63">
                  <c:v>13.1</c:v>
                </c:pt>
                <c:pt idx="64">
                  <c:v>13.2</c:v>
                </c:pt>
                <c:pt idx="65">
                  <c:v>13.1</c:v>
                </c:pt>
                <c:pt idx="66">
                  <c:v>13.2</c:v>
                </c:pt>
                <c:pt idx="67">
                  <c:v>13.2</c:v>
                </c:pt>
                <c:pt idx="68">
                  <c:v>13.2</c:v>
                </c:pt>
                <c:pt idx="69">
                  <c:v>13.1</c:v>
                </c:pt>
                <c:pt idx="70">
                  <c:v>13.1</c:v>
                </c:pt>
                <c:pt idx="71">
                  <c:v>13</c:v>
                </c:pt>
                <c:pt idx="72">
                  <c:v>13.1</c:v>
                </c:pt>
                <c:pt idx="73">
                  <c:v>13.1</c:v>
                </c:pt>
                <c:pt idx="74">
                  <c:v>15.5</c:v>
                </c:pt>
                <c:pt idx="75">
                  <c:v>16.8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1D-4FF8-9F65-B180EADDA7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3107280"/>
        <c:axId val="785199759"/>
      </c:lineChart>
      <c:catAx>
        <c:axId val="1253107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5199759"/>
        <c:crosses val="autoZero"/>
        <c:auto val="1"/>
        <c:lblAlgn val="ctr"/>
        <c:lblOffset val="100"/>
        <c:noMultiLvlLbl val="0"/>
      </c:catAx>
      <c:valAx>
        <c:axId val="785199759"/>
        <c:scaling>
          <c:orientation val="minMax"/>
          <c:max val="33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Temperature </a:t>
                </a: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(˚C)</a:t>
                </a: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1072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155341127297933"/>
          <c:y val="0.86005107210502574"/>
          <c:w val="0.36873490813648296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114-S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PMrsp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'Ranger_2326-1000047-A_20250804-'!$A$3:$A$294</c:f>
              <c:numCache>
                <c:formatCode>h:mm</c:formatCode>
                <c:ptCount val="292"/>
                <c:pt idx="0">
                  <c:v>0.4777777777777778</c:v>
                </c:pt>
                <c:pt idx="1">
                  <c:v>0.47847222222222224</c:v>
                </c:pt>
                <c:pt idx="2">
                  <c:v>0.47916666666666702</c:v>
                </c:pt>
                <c:pt idx="3">
                  <c:v>0.47986111111111102</c:v>
                </c:pt>
                <c:pt idx="4">
                  <c:v>0.48055555555555601</c:v>
                </c:pt>
                <c:pt idx="5">
                  <c:v>0.48125000000000001</c:v>
                </c:pt>
                <c:pt idx="6">
                  <c:v>0.48194444444444401</c:v>
                </c:pt>
                <c:pt idx="7">
                  <c:v>0.48263888888888901</c:v>
                </c:pt>
                <c:pt idx="8">
                  <c:v>0.483333333333333</c:v>
                </c:pt>
                <c:pt idx="9">
                  <c:v>0.484027777777778</c:v>
                </c:pt>
                <c:pt idx="10">
                  <c:v>0.484722222222222</c:v>
                </c:pt>
                <c:pt idx="11">
                  <c:v>0.485416666666667</c:v>
                </c:pt>
                <c:pt idx="12">
                  <c:v>0.48611111111111099</c:v>
                </c:pt>
                <c:pt idx="13">
                  <c:v>0.48680555555555599</c:v>
                </c:pt>
                <c:pt idx="14">
                  <c:v>0.48749999999999999</c:v>
                </c:pt>
                <c:pt idx="15">
                  <c:v>0.48819444444444399</c:v>
                </c:pt>
                <c:pt idx="16">
                  <c:v>0.48888888888888898</c:v>
                </c:pt>
                <c:pt idx="17">
                  <c:v>0.48958333333333298</c:v>
                </c:pt>
                <c:pt idx="18">
                  <c:v>0.49027777777777798</c:v>
                </c:pt>
                <c:pt idx="19">
                  <c:v>0.49097222222222198</c:v>
                </c:pt>
                <c:pt idx="20">
                  <c:v>0.49166666666666697</c:v>
                </c:pt>
                <c:pt idx="21">
                  <c:v>0.49236111111111103</c:v>
                </c:pt>
                <c:pt idx="22">
                  <c:v>0.49305555555555602</c:v>
                </c:pt>
                <c:pt idx="23">
                  <c:v>0.49375000000000002</c:v>
                </c:pt>
                <c:pt idx="24">
                  <c:v>0.49444444444444402</c:v>
                </c:pt>
                <c:pt idx="25">
                  <c:v>0.49513888888888902</c:v>
                </c:pt>
                <c:pt idx="26">
                  <c:v>0.49583333333333302</c:v>
                </c:pt>
                <c:pt idx="27">
                  <c:v>0.49652777777777801</c:v>
                </c:pt>
                <c:pt idx="28">
                  <c:v>0.49722222222222201</c:v>
                </c:pt>
                <c:pt idx="29">
                  <c:v>0.49791666666666701</c:v>
                </c:pt>
                <c:pt idx="30">
                  <c:v>0.49861111111111101</c:v>
                </c:pt>
                <c:pt idx="31">
                  <c:v>0.499305555555556</c:v>
                </c:pt>
                <c:pt idx="32">
                  <c:v>0.5</c:v>
                </c:pt>
                <c:pt idx="33">
                  <c:v>0.500694444444444</c:v>
                </c:pt>
                <c:pt idx="34">
                  <c:v>0.50138888888888899</c:v>
                </c:pt>
                <c:pt idx="35">
                  <c:v>0.50208333333333299</c:v>
                </c:pt>
                <c:pt idx="36">
                  <c:v>0.50277777777777799</c:v>
                </c:pt>
                <c:pt idx="37">
                  <c:v>0.50347222222222199</c:v>
                </c:pt>
                <c:pt idx="38">
                  <c:v>0.50416666666666698</c:v>
                </c:pt>
                <c:pt idx="39">
                  <c:v>0.50486111111111098</c:v>
                </c:pt>
                <c:pt idx="40">
                  <c:v>0.50555555555555598</c:v>
                </c:pt>
                <c:pt idx="41">
                  <c:v>0.50624999999999998</c:v>
                </c:pt>
                <c:pt idx="42">
                  <c:v>0.50694444444444398</c:v>
                </c:pt>
                <c:pt idx="43">
                  <c:v>0.50763888888888897</c:v>
                </c:pt>
                <c:pt idx="44">
                  <c:v>0.50833333333333297</c:v>
                </c:pt>
                <c:pt idx="45">
                  <c:v>0.50902777777777797</c:v>
                </c:pt>
                <c:pt idx="46">
                  <c:v>0.50972222222222197</c:v>
                </c:pt>
                <c:pt idx="47">
                  <c:v>0.51041666666666696</c:v>
                </c:pt>
                <c:pt idx="48">
                  <c:v>0.51111111111111096</c:v>
                </c:pt>
                <c:pt idx="49">
                  <c:v>0.51180555555555596</c:v>
                </c:pt>
                <c:pt idx="50">
                  <c:v>0.51249999999999996</c:v>
                </c:pt>
                <c:pt idx="51">
                  <c:v>0.51319444444444395</c:v>
                </c:pt>
                <c:pt idx="52">
                  <c:v>0.51388888888888895</c:v>
                </c:pt>
                <c:pt idx="53">
                  <c:v>0.51458333333333295</c:v>
                </c:pt>
                <c:pt idx="54">
                  <c:v>0.51527777777777795</c:v>
                </c:pt>
                <c:pt idx="55">
                  <c:v>0.51597222222222205</c:v>
                </c:pt>
                <c:pt idx="56">
                  <c:v>0.51666666666666705</c:v>
                </c:pt>
                <c:pt idx="57">
                  <c:v>0.51736111111111105</c:v>
                </c:pt>
                <c:pt idx="58">
                  <c:v>0.51805555555555505</c:v>
                </c:pt>
                <c:pt idx="59">
                  <c:v>0.51875000000000004</c:v>
                </c:pt>
                <c:pt idx="60">
                  <c:v>0.51944444444444404</c:v>
                </c:pt>
                <c:pt idx="61">
                  <c:v>0.52013888888888904</c:v>
                </c:pt>
                <c:pt idx="62">
                  <c:v>0.52083333333333304</c:v>
                </c:pt>
                <c:pt idx="63">
                  <c:v>0.52152777777777803</c:v>
                </c:pt>
                <c:pt idx="64">
                  <c:v>0.52222222222222203</c:v>
                </c:pt>
                <c:pt idx="65">
                  <c:v>0.52291666666666603</c:v>
                </c:pt>
                <c:pt idx="66">
                  <c:v>0.52361111111111103</c:v>
                </c:pt>
                <c:pt idx="67">
                  <c:v>0.52430555555555503</c:v>
                </c:pt>
                <c:pt idx="68">
                  <c:v>0.52500000000000002</c:v>
                </c:pt>
                <c:pt idx="69">
                  <c:v>0.52569444444444402</c:v>
                </c:pt>
                <c:pt idx="70">
                  <c:v>0.52638888888888902</c:v>
                </c:pt>
                <c:pt idx="71">
                  <c:v>0.52708333333333302</c:v>
                </c:pt>
                <c:pt idx="72">
                  <c:v>0.52777777777777801</c:v>
                </c:pt>
                <c:pt idx="73">
                  <c:v>0.52847222222222201</c:v>
                </c:pt>
                <c:pt idx="74">
                  <c:v>0.52916666666666601</c:v>
                </c:pt>
                <c:pt idx="75">
                  <c:v>0.52986111111111101</c:v>
                </c:pt>
                <c:pt idx="76">
                  <c:v>0.530555555555555</c:v>
                </c:pt>
                <c:pt idx="77">
                  <c:v>0.53125</c:v>
                </c:pt>
                <c:pt idx="78">
                  <c:v>0.531944444444444</c:v>
                </c:pt>
                <c:pt idx="79">
                  <c:v>0.53263888888888899</c:v>
                </c:pt>
                <c:pt idx="80">
                  <c:v>0.53333333333333299</c:v>
                </c:pt>
                <c:pt idx="81">
                  <c:v>0.53402777777777799</c:v>
                </c:pt>
                <c:pt idx="82">
                  <c:v>0.53472222222222199</c:v>
                </c:pt>
                <c:pt idx="83">
                  <c:v>0.53541666666666698</c:v>
                </c:pt>
                <c:pt idx="84">
                  <c:v>0.53611111111111098</c:v>
                </c:pt>
                <c:pt idx="85">
                  <c:v>0.53680555555555498</c:v>
                </c:pt>
                <c:pt idx="86">
                  <c:v>0.53749999999999998</c:v>
                </c:pt>
                <c:pt idx="87">
                  <c:v>0.53819444444444398</c:v>
                </c:pt>
                <c:pt idx="88">
                  <c:v>0.53888888888888897</c:v>
                </c:pt>
                <c:pt idx="89">
                  <c:v>0.53958333333333297</c:v>
                </c:pt>
                <c:pt idx="90">
                  <c:v>0.54027777777777797</c:v>
                </c:pt>
                <c:pt idx="91">
                  <c:v>0.54097222222222197</c:v>
                </c:pt>
                <c:pt idx="92">
                  <c:v>0.54166666666666696</c:v>
                </c:pt>
                <c:pt idx="93">
                  <c:v>0.54236111111111096</c:v>
                </c:pt>
                <c:pt idx="94">
                  <c:v>0.54305555555555496</c:v>
                </c:pt>
                <c:pt idx="95">
                  <c:v>0.54374999999999996</c:v>
                </c:pt>
                <c:pt idx="96">
                  <c:v>0.54444444444444395</c:v>
                </c:pt>
                <c:pt idx="97">
                  <c:v>0.54513888888888895</c:v>
                </c:pt>
                <c:pt idx="98">
                  <c:v>0.54583333333333295</c:v>
                </c:pt>
                <c:pt idx="99">
                  <c:v>0.54652777777777795</c:v>
                </c:pt>
                <c:pt idx="100">
                  <c:v>0.54722222222222205</c:v>
                </c:pt>
                <c:pt idx="101">
                  <c:v>0.54791666666666605</c:v>
                </c:pt>
                <c:pt idx="102">
                  <c:v>0.54861111111111105</c:v>
                </c:pt>
                <c:pt idx="103">
                  <c:v>0.54930555555555505</c:v>
                </c:pt>
                <c:pt idx="104">
                  <c:v>0.55000000000000004</c:v>
                </c:pt>
                <c:pt idx="105">
                  <c:v>0.55069444444444404</c:v>
                </c:pt>
                <c:pt idx="106">
                  <c:v>0.55138888888888904</c:v>
                </c:pt>
                <c:pt idx="107">
                  <c:v>0.55208333333333304</c:v>
                </c:pt>
                <c:pt idx="108">
                  <c:v>0.55277777777777704</c:v>
                </c:pt>
                <c:pt idx="109">
                  <c:v>0.55347222222222203</c:v>
                </c:pt>
                <c:pt idx="110">
                  <c:v>0.55416666666666603</c:v>
                </c:pt>
                <c:pt idx="111">
                  <c:v>0.55486111111111103</c:v>
                </c:pt>
                <c:pt idx="112">
                  <c:v>0.55555555555555503</c:v>
                </c:pt>
                <c:pt idx="113">
                  <c:v>0.55625000000000002</c:v>
                </c:pt>
                <c:pt idx="114">
                  <c:v>0.55694444444444402</c:v>
                </c:pt>
                <c:pt idx="115">
                  <c:v>0.55763888888888902</c:v>
                </c:pt>
                <c:pt idx="116">
                  <c:v>0.55833333333333302</c:v>
                </c:pt>
                <c:pt idx="117">
                  <c:v>0.55902777777777701</c:v>
                </c:pt>
                <c:pt idx="118">
                  <c:v>0.55972222222222201</c:v>
                </c:pt>
                <c:pt idx="119">
                  <c:v>0.56041666666666601</c:v>
                </c:pt>
                <c:pt idx="120">
                  <c:v>0.56111111111111101</c:v>
                </c:pt>
                <c:pt idx="121">
                  <c:v>0.561805555555555</c:v>
                </c:pt>
                <c:pt idx="122">
                  <c:v>0.5625</c:v>
                </c:pt>
                <c:pt idx="123">
                  <c:v>0.563194444444444</c:v>
                </c:pt>
                <c:pt idx="124">
                  <c:v>0.56388888888888899</c:v>
                </c:pt>
                <c:pt idx="125">
                  <c:v>0.56458333333333299</c:v>
                </c:pt>
                <c:pt idx="126">
                  <c:v>0.56527777777777799</c:v>
                </c:pt>
                <c:pt idx="127">
                  <c:v>0.56597222222222199</c:v>
                </c:pt>
                <c:pt idx="128">
                  <c:v>0.56666666666666599</c:v>
                </c:pt>
                <c:pt idx="129">
                  <c:v>0.56736111111111098</c:v>
                </c:pt>
                <c:pt idx="130">
                  <c:v>0.56805555555555498</c:v>
                </c:pt>
                <c:pt idx="131">
                  <c:v>0.56874999999999998</c:v>
                </c:pt>
                <c:pt idx="132">
                  <c:v>0.56944444444444398</c:v>
                </c:pt>
                <c:pt idx="133">
                  <c:v>0.57013888888888897</c:v>
                </c:pt>
                <c:pt idx="134">
                  <c:v>0.57083333333333297</c:v>
                </c:pt>
                <c:pt idx="135">
                  <c:v>0.57152777777777797</c:v>
                </c:pt>
                <c:pt idx="136">
                  <c:v>0.57222222222222197</c:v>
                </c:pt>
                <c:pt idx="137">
                  <c:v>0.57291666666666596</c:v>
                </c:pt>
                <c:pt idx="138">
                  <c:v>0.57361111111111096</c:v>
                </c:pt>
                <c:pt idx="139">
                  <c:v>0.57430555555555496</c:v>
                </c:pt>
                <c:pt idx="140">
                  <c:v>0.57499999999999996</c:v>
                </c:pt>
                <c:pt idx="141">
                  <c:v>0.57569444444444395</c:v>
                </c:pt>
                <c:pt idx="142">
                  <c:v>0.57638888888888895</c:v>
                </c:pt>
                <c:pt idx="143">
                  <c:v>0.57708333333333295</c:v>
                </c:pt>
                <c:pt idx="144">
                  <c:v>0.57777777777777695</c:v>
                </c:pt>
                <c:pt idx="145">
                  <c:v>0.57847222222222205</c:v>
                </c:pt>
                <c:pt idx="146">
                  <c:v>0.57916666666666705</c:v>
                </c:pt>
                <c:pt idx="147">
                  <c:v>0.57986111111111105</c:v>
                </c:pt>
                <c:pt idx="148">
                  <c:v>0.58055555555555505</c:v>
                </c:pt>
                <c:pt idx="149">
                  <c:v>0.58125000000000004</c:v>
                </c:pt>
                <c:pt idx="150">
                  <c:v>0.58194444444444404</c:v>
                </c:pt>
                <c:pt idx="151">
                  <c:v>0.58263888888888904</c:v>
                </c:pt>
                <c:pt idx="152">
                  <c:v>0.58333333333333304</c:v>
                </c:pt>
                <c:pt idx="153">
                  <c:v>0.58402777777777803</c:v>
                </c:pt>
                <c:pt idx="154">
                  <c:v>0.58472222222222203</c:v>
                </c:pt>
                <c:pt idx="155">
                  <c:v>0.58541666666666703</c:v>
                </c:pt>
                <c:pt idx="156">
                  <c:v>0.58611111111111103</c:v>
                </c:pt>
                <c:pt idx="157">
                  <c:v>0.58680555555555503</c:v>
                </c:pt>
                <c:pt idx="158">
                  <c:v>0.58750000000000002</c:v>
                </c:pt>
                <c:pt idx="159">
                  <c:v>0.58819444444444402</c:v>
                </c:pt>
                <c:pt idx="160">
                  <c:v>0.58888888888888902</c:v>
                </c:pt>
                <c:pt idx="161">
                  <c:v>0.58958333333333302</c:v>
                </c:pt>
                <c:pt idx="162">
                  <c:v>0.59027777777777801</c:v>
                </c:pt>
                <c:pt idx="163">
                  <c:v>0.59097222222222201</c:v>
                </c:pt>
                <c:pt idx="164">
                  <c:v>0.59166666666666601</c:v>
                </c:pt>
                <c:pt idx="165">
                  <c:v>0.59236111111111101</c:v>
                </c:pt>
                <c:pt idx="166">
                  <c:v>0.593055555555555</c:v>
                </c:pt>
                <c:pt idx="167">
                  <c:v>0.59375</c:v>
                </c:pt>
                <c:pt idx="168">
                  <c:v>0.594444444444444</c:v>
                </c:pt>
                <c:pt idx="169">
                  <c:v>0.59513888888888899</c:v>
                </c:pt>
                <c:pt idx="170">
                  <c:v>0.59583333333333299</c:v>
                </c:pt>
                <c:pt idx="171">
                  <c:v>0.59652777777777799</c:v>
                </c:pt>
                <c:pt idx="172">
                  <c:v>0.59722222222222199</c:v>
                </c:pt>
                <c:pt idx="173">
                  <c:v>0.59791666666666599</c:v>
                </c:pt>
                <c:pt idx="174">
                  <c:v>0.59861111111111098</c:v>
                </c:pt>
                <c:pt idx="175">
                  <c:v>0.59930555555555498</c:v>
                </c:pt>
                <c:pt idx="176">
                  <c:v>0.6</c:v>
                </c:pt>
                <c:pt idx="177">
                  <c:v>0.60069444444444398</c:v>
                </c:pt>
                <c:pt idx="178">
                  <c:v>0.60138888888888897</c:v>
                </c:pt>
                <c:pt idx="179">
                  <c:v>0.60208333333333297</c:v>
                </c:pt>
                <c:pt idx="180">
                  <c:v>0.60277777777777797</c:v>
                </c:pt>
                <c:pt idx="181">
                  <c:v>0.60347222222222197</c:v>
                </c:pt>
                <c:pt idx="182">
                  <c:v>0.60416666666666596</c:v>
                </c:pt>
                <c:pt idx="183">
                  <c:v>0.60486111111111096</c:v>
                </c:pt>
                <c:pt idx="184">
                  <c:v>0.60555555555555496</c:v>
                </c:pt>
                <c:pt idx="185">
                  <c:v>0.60624999999999996</c:v>
                </c:pt>
                <c:pt idx="186">
                  <c:v>0.60694444444444395</c:v>
                </c:pt>
                <c:pt idx="187">
                  <c:v>0.60763888888888895</c:v>
                </c:pt>
                <c:pt idx="188">
                  <c:v>0.60833333333333295</c:v>
                </c:pt>
                <c:pt idx="189">
                  <c:v>0.60902777777777795</c:v>
                </c:pt>
                <c:pt idx="190">
                  <c:v>0.60972222222222205</c:v>
                </c:pt>
                <c:pt idx="191">
                  <c:v>0.61041666666666605</c:v>
                </c:pt>
                <c:pt idx="192">
                  <c:v>0.61111111111111105</c:v>
                </c:pt>
                <c:pt idx="193">
                  <c:v>0.61180555555555505</c:v>
                </c:pt>
                <c:pt idx="194">
                  <c:v>0.61250000000000004</c:v>
                </c:pt>
                <c:pt idx="195">
                  <c:v>0.61319444444444404</c:v>
                </c:pt>
                <c:pt idx="196">
                  <c:v>0.61388888888888904</c:v>
                </c:pt>
                <c:pt idx="197">
                  <c:v>0.61458333333333304</c:v>
                </c:pt>
                <c:pt idx="198">
                  <c:v>0.61527777777777803</c:v>
                </c:pt>
                <c:pt idx="199">
                  <c:v>0.61597222222222203</c:v>
                </c:pt>
                <c:pt idx="200">
                  <c:v>0.61666666666666603</c:v>
                </c:pt>
                <c:pt idx="201">
                  <c:v>0.61736111111111103</c:v>
                </c:pt>
                <c:pt idx="202">
                  <c:v>0.61805555555555503</c:v>
                </c:pt>
                <c:pt idx="203">
                  <c:v>0.61875000000000002</c:v>
                </c:pt>
                <c:pt idx="204">
                  <c:v>0.61944444444444402</c:v>
                </c:pt>
                <c:pt idx="205">
                  <c:v>0.62013888888888902</c:v>
                </c:pt>
                <c:pt idx="206">
                  <c:v>0.62083333333333302</c:v>
                </c:pt>
                <c:pt idx="207">
                  <c:v>0.62152777777777701</c:v>
                </c:pt>
                <c:pt idx="208">
                  <c:v>0.62222222222222201</c:v>
                </c:pt>
                <c:pt idx="209">
                  <c:v>0.62291666666666601</c:v>
                </c:pt>
                <c:pt idx="210">
                  <c:v>0.62361111111111101</c:v>
                </c:pt>
                <c:pt idx="211">
                  <c:v>0.624305555555555</c:v>
                </c:pt>
                <c:pt idx="212">
                  <c:v>0.625</c:v>
                </c:pt>
                <c:pt idx="213">
                  <c:v>0.625694444444444</c:v>
                </c:pt>
                <c:pt idx="214">
                  <c:v>0.62638888888888899</c:v>
                </c:pt>
                <c:pt idx="215">
                  <c:v>0.62708333333333299</c:v>
                </c:pt>
                <c:pt idx="216">
                  <c:v>0.62777777777777699</c:v>
                </c:pt>
                <c:pt idx="217">
                  <c:v>0.62847222222222199</c:v>
                </c:pt>
                <c:pt idx="218">
                  <c:v>0.62916666666666599</c:v>
                </c:pt>
                <c:pt idx="219">
                  <c:v>0.62986111111111098</c:v>
                </c:pt>
                <c:pt idx="220">
                  <c:v>0.63055555555555498</c:v>
                </c:pt>
                <c:pt idx="221">
                  <c:v>0.63124999999999998</c:v>
                </c:pt>
                <c:pt idx="222">
                  <c:v>0.63194444444444398</c:v>
                </c:pt>
                <c:pt idx="223">
                  <c:v>0.63263888888888897</c:v>
                </c:pt>
                <c:pt idx="224">
                  <c:v>0.63333333333333297</c:v>
                </c:pt>
                <c:pt idx="225">
                  <c:v>0.63402777777777697</c:v>
                </c:pt>
                <c:pt idx="226">
                  <c:v>0.63472222222222197</c:v>
                </c:pt>
                <c:pt idx="227">
                  <c:v>0.63541666666666596</c:v>
                </c:pt>
                <c:pt idx="228">
                  <c:v>0.63611111111111096</c:v>
                </c:pt>
                <c:pt idx="229">
                  <c:v>0.63680555555555496</c:v>
                </c:pt>
                <c:pt idx="230">
                  <c:v>0.63749999999999996</c:v>
                </c:pt>
                <c:pt idx="231">
                  <c:v>0.63819444444444395</c:v>
                </c:pt>
                <c:pt idx="232">
                  <c:v>0.63888888888888895</c:v>
                </c:pt>
                <c:pt idx="233">
                  <c:v>0.63958333333333295</c:v>
                </c:pt>
                <c:pt idx="234">
                  <c:v>0.64027777777777695</c:v>
                </c:pt>
                <c:pt idx="235">
                  <c:v>0.64097222222222205</c:v>
                </c:pt>
                <c:pt idx="236">
                  <c:v>0.64166666666666605</c:v>
                </c:pt>
                <c:pt idx="237">
                  <c:v>0.64236111111111105</c:v>
                </c:pt>
                <c:pt idx="238">
                  <c:v>0.64305555555555505</c:v>
                </c:pt>
                <c:pt idx="239">
                  <c:v>0.64375000000000004</c:v>
                </c:pt>
                <c:pt idx="240">
                  <c:v>0.64444444444444404</c:v>
                </c:pt>
                <c:pt idx="241">
                  <c:v>0.64513888888888904</c:v>
                </c:pt>
                <c:pt idx="242">
                  <c:v>0.64583333333333304</c:v>
                </c:pt>
                <c:pt idx="243">
                  <c:v>0.64652777777777704</c:v>
                </c:pt>
                <c:pt idx="244">
                  <c:v>0.64722222222222203</c:v>
                </c:pt>
                <c:pt idx="245">
                  <c:v>0.64791666666666603</c:v>
                </c:pt>
                <c:pt idx="246">
                  <c:v>0.64861111111111103</c:v>
                </c:pt>
                <c:pt idx="247">
                  <c:v>0.64930555555555503</c:v>
                </c:pt>
                <c:pt idx="248">
                  <c:v>0.65</c:v>
                </c:pt>
                <c:pt idx="249">
                  <c:v>0.65069444444444402</c:v>
                </c:pt>
                <c:pt idx="250">
                  <c:v>0.65138888888888802</c:v>
                </c:pt>
                <c:pt idx="251">
                  <c:v>0.65208333333333302</c:v>
                </c:pt>
                <c:pt idx="252">
                  <c:v>0.65277777777777701</c:v>
                </c:pt>
                <c:pt idx="253">
                  <c:v>0.65347222222222201</c:v>
                </c:pt>
                <c:pt idx="254">
                  <c:v>0.65416666666666601</c:v>
                </c:pt>
                <c:pt idx="255">
                  <c:v>0.65486111111111101</c:v>
                </c:pt>
                <c:pt idx="256">
                  <c:v>0.655555555555555</c:v>
                </c:pt>
                <c:pt idx="257">
                  <c:v>0.65625</c:v>
                </c:pt>
                <c:pt idx="258">
                  <c:v>0.656944444444444</c:v>
                </c:pt>
                <c:pt idx="259">
                  <c:v>0.657638888888888</c:v>
                </c:pt>
                <c:pt idx="260">
                  <c:v>0.65833333333333299</c:v>
                </c:pt>
                <c:pt idx="261">
                  <c:v>0.65902777777777699</c:v>
                </c:pt>
                <c:pt idx="262">
                  <c:v>0.65972222222222199</c:v>
                </c:pt>
                <c:pt idx="263">
                  <c:v>0.66041666666666599</c:v>
                </c:pt>
                <c:pt idx="264">
                  <c:v>0.66111111111111098</c:v>
                </c:pt>
                <c:pt idx="265">
                  <c:v>0.66180555555555498</c:v>
                </c:pt>
                <c:pt idx="266">
                  <c:v>0.66249999999999998</c:v>
                </c:pt>
                <c:pt idx="267">
                  <c:v>0.66319444444444398</c:v>
                </c:pt>
                <c:pt idx="268">
                  <c:v>0.66388888888888797</c:v>
                </c:pt>
                <c:pt idx="269">
                  <c:v>0.66458333333333297</c:v>
                </c:pt>
                <c:pt idx="270">
                  <c:v>0.66527777777777697</c:v>
                </c:pt>
                <c:pt idx="271">
                  <c:v>0.66597222222222197</c:v>
                </c:pt>
                <c:pt idx="272">
                  <c:v>0.66666666666666596</c:v>
                </c:pt>
                <c:pt idx="273">
                  <c:v>0.66736111111111096</c:v>
                </c:pt>
                <c:pt idx="274">
                  <c:v>0.66805555555555496</c:v>
                </c:pt>
                <c:pt idx="275">
                  <c:v>0.66874999999999996</c:v>
                </c:pt>
                <c:pt idx="276">
                  <c:v>0.66944444444444395</c:v>
                </c:pt>
                <c:pt idx="277">
                  <c:v>0.67013888888888795</c:v>
                </c:pt>
                <c:pt idx="278">
                  <c:v>0.67083333333333295</c:v>
                </c:pt>
                <c:pt idx="279">
                  <c:v>0.67152777777777695</c:v>
                </c:pt>
                <c:pt idx="280">
                  <c:v>0.67222222222222205</c:v>
                </c:pt>
                <c:pt idx="281">
                  <c:v>0.67291666666666605</c:v>
                </c:pt>
                <c:pt idx="282">
                  <c:v>0.67361111111111105</c:v>
                </c:pt>
                <c:pt idx="283">
                  <c:v>0.67430555555555505</c:v>
                </c:pt>
                <c:pt idx="284">
                  <c:v>0.67500000000000004</c:v>
                </c:pt>
                <c:pt idx="285">
                  <c:v>0.67569444444444404</c:v>
                </c:pt>
                <c:pt idx="286">
                  <c:v>0.67638888888888804</c:v>
                </c:pt>
                <c:pt idx="287">
                  <c:v>0.67708333333333304</c:v>
                </c:pt>
                <c:pt idx="288">
                  <c:v>0.67777777777777704</c:v>
                </c:pt>
                <c:pt idx="289">
                  <c:v>0.67847222222222203</c:v>
                </c:pt>
                <c:pt idx="290">
                  <c:v>0.67916666666666603</c:v>
                </c:pt>
                <c:pt idx="291">
                  <c:v>0.67986111111111103</c:v>
                </c:pt>
              </c:numCache>
            </c:numRef>
          </c:cat>
          <c:val>
            <c:numRef>
              <c:f>'Ranger_2326-1000047-A_20250804-'!$G$3:$G$294</c:f>
              <c:numCache>
                <c:formatCode>General</c:formatCode>
                <c:ptCount val="292"/>
                <c:pt idx="0">
                  <c:v>176.6</c:v>
                </c:pt>
                <c:pt idx="1">
                  <c:v>197.4</c:v>
                </c:pt>
                <c:pt idx="2">
                  <c:v>446.8</c:v>
                </c:pt>
                <c:pt idx="3">
                  <c:v>424.3</c:v>
                </c:pt>
                <c:pt idx="4">
                  <c:v>210.2</c:v>
                </c:pt>
                <c:pt idx="5">
                  <c:v>191.3</c:v>
                </c:pt>
                <c:pt idx="6">
                  <c:v>141.69999999999999</c:v>
                </c:pt>
                <c:pt idx="7">
                  <c:v>182.4</c:v>
                </c:pt>
                <c:pt idx="8">
                  <c:v>189.5</c:v>
                </c:pt>
                <c:pt idx="9">
                  <c:v>224.9</c:v>
                </c:pt>
                <c:pt idx="10">
                  <c:v>174.4</c:v>
                </c:pt>
                <c:pt idx="11">
                  <c:v>113.5</c:v>
                </c:pt>
                <c:pt idx="12">
                  <c:v>107.5</c:v>
                </c:pt>
                <c:pt idx="13">
                  <c:v>91.3</c:v>
                </c:pt>
                <c:pt idx="14">
                  <c:v>80.3</c:v>
                </c:pt>
                <c:pt idx="15">
                  <c:v>77.8</c:v>
                </c:pt>
                <c:pt idx="16">
                  <c:v>74.8</c:v>
                </c:pt>
                <c:pt idx="17">
                  <c:v>71.900000000000006</c:v>
                </c:pt>
                <c:pt idx="18">
                  <c:v>69.599999999999994</c:v>
                </c:pt>
                <c:pt idx="19">
                  <c:v>64.599999999999994</c:v>
                </c:pt>
                <c:pt idx="20">
                  <c:v>60</c:v>
                </c:pt>
                <c:pt idx="21">
                  <c:v>57.8</c:v>
                </c:pt>
                <c:pt idx="22">
                  <c:v>54.8</c:v>
                </c:pt>
                <c:pt idx="23">
                  <c:v>49.7</c:v>
                </c:pt>
                <c:pt idx="24">
                  <c:v>43.9</c:v>
                </c:pt>
                <c:pt idx="25">
                  <c:v>37.4</c:v>
                </c:pt>
                <c:pt idx="26">
                  <c:v>34.6</c:v>
                </c:pt>
                <c:pt idx="27">
                  <c:v>33.9</c:v>
                </c:pt>
                <c:pt idx="28">
                  <c:v>35.700000000000003</c:v>
                </c:pt>
                <c:pt idx="29">
                  <c:v>33</c:v>
                </c:pt>
                <c:pt idx="30">
                  <c:v>30.2</c:v>
                </c:pt>
                <c:pt idx="31">
                  <c:v>29.3</c:v>
                </c:pt>
                <c:pt idx="32">
                  <c:v>28.9</c:v>
                </c:pt>
                <c:pt idx="33">
                  <c:v>26.1</c:v>
                </c:pt>
                <c:pt idx="34">
                  <c:v>23.8</c:v>
                </c:pt>
                <c:pt idx="35">
                  <c:v>22.4</c:v>
                </c:pt>
                <c:pt idx="36">
                  <c:v>21.5</c:v>
                </c:pt>
                <c:pt idx="37">
                  <c:v>21.5</c:v>
                </c:pt>
                <c:pt idx="38">
                  <c:v>21.7</c:v>
                </c:pt>
                <c:pt idx="39">
                  <c:v>40.5</c:v>
                </c:pt>
                <c:pt idx="40">
                  <c:v>29.1</c:v>
                </c:pt>
                <c:pt idx="41">
                  <c:v>25.6</c:v>
                </c:pt>
                <c:pt idx="42">
                  <c:v>25.5</c:v>
                </c:pt>
                <c:pt idx="43">
                  <c:v>24.6</c:v>
                </c:pt>
                <c:pt idx="44">
                  <c:v>22.8</c:v>
                </c:pt>
                <c:pt idx="45">
                  <c:v>23.5</c:v>
                </c:pt>
                <c:pt idx="46">
                  <c:v>27.1</c:v>
                </c:pt>
                <c:pt idx="47">
                  <c:v>37.200000000000003</c:v>
                </c:pt>
                <c:pt idx="48">
                  <c:v>32.299999999999997</c:v>
                </c:pt>
                <c:pt idx="49">
                  <c:v>29.6</c:v>
                </c:pt>
                <c:pt idx="50">
                  <c:v>29.2</c:v>
                </c:pt>
                <c:pt idx="51">
                  <c:v>29.1</c:v>
                </c:pt>
                <c:pt idx="52">
                  <c:v>28.7</c:v>
                </c:pt>
                <c:pt idx="53">
                  <c:v>30.4</c:v>
                </c:pt>
                <c:pt idx="54">
                  <c:v>33.200000000000003</c:v>
                </c:pt>
                <c:pt idx="55">
                  <c:v>40.200000000000003</c:v>
                </c:pt>
                <c:pt idx="56">
                  <c:v>40.700000000000003</c:v>
                </c:pt>
                <c:pt idx="57">
                  <c:v>53.1</c:v>
                </c:pt>
                <c:pt idx="58">
                  <c:v>64.599999999999994</c:v>
                </c:pt>
                <c:pt idx="59">
                  <c:v>99.7</c:v>
                </c:pt>
                <c:pt idx="60">
                  <c:v>126.3</c:v>
                </c:pt>
                <c:pt idx="61">
                  <c:v>154.30000000000001</c:v>
                </c:pt>
                <c:pt idx="62">
                  <c:v>217.1</c:v>
                </c:pt>
                <c:pt idx="63">
                  <c:v>265.7</c:v>
                </c:pt>
                <c:pt idx="64">
                  <c:v>309.5</c:v>
                </c:pt>
                <c:pt idx="65">
                  <c:v>365</c:v>
                </c:pt>
                <c:pt idx="66">
                  <c:v>415.9</c:v>
                </c:pt>
                <c:pt idx="67">
                  <c:v>447.3</c:v>
                </c:pt>
                <c:pt idx="68">
                  <c:v>461.3</c:v>
                </c:pt>
                <c:pt idx="69">
                  <c:v>475.9</c:v>
                </c:pt>
                <c:pt idx="70">
                  <c:v>462.8</c:v>
                </c:pt>
                <c:pt idx="71">
                  <c:v>485.6</c:v>
                </c:pt>
                <c:pt idx="72">
                  <c:v>474.1</c:v>
                </c:pt>
                <c:pt idx="73">
                  <c:v>456.1</c:v>
                </c:pt>
                <c:pt idx="74">
                  <c:v>438.4</c:v>
                </c:pt>
                <c:pt idx="75">
                  <c:v>420.8</c:v>
                </c:pt>
                <c:pt idx="76">
                  <c:v>400.3</c:v>
                </c:pt>
                <c:pt idx="77">
                  <c:v>402</c:v>
                </c:pt>
                <c:pt idx="78">
                  <c:v>372.8</c:v>
                </c:pt>
                <c:pt idx="79">
                  <c:v>337.9</c:v>
                </c:pt>
                <c:pt idx="80">
                  <c:v>316.60000000000002</c:v>
                </c:pt>
                <c:pt idx="81">
                  <c:v>297.60000000000002</c:v>
                </c:pt>
                <c:pt idx="82">
                  <c:v>264.2</c:v>
                </c:pt>
                <c:pt idx="83">
                  <c:v>271.7</c:v>
                </c:pt>
                <c:pt idx="84">
                  <c:v>368.9</c:v>
                </c:pt>
                <c:pt idx="85">
                  <c:v>281.10000000000002</c:v>
                </c:pt>
                <c:pt idx="86">
                  <c:v>218</c:v>
                </c:pt>
                <c:pt idx="87">
                  <c:v>174</c:v>
                </c:pt>
                <c:pt idx="88">
                  <c:v>160.6</c:v>
                </c:pt>
                <c:pt idx="89">
                  <c:v>144.5</c:v>
                </c:pt>
                <c:pt idx="90">
                  <c:v>135.19999999999999</c:v>
                </c:pt>
                <c:pt idx="91">
                  <c:v>122.1</c:v>
                </c:pt>
                <c:pt idx="92">
                  <c:v>110.8</c:v>
                </c:pt>
                <c:pt idx="93">
                  <c:v>106.3</c:v>
                </c:pt>
                <c:pt idx="94">
                  <c:v>102.3</c:v>
                </c:pt>
                <c:pt idx="95">
                  <c:v>94.1</c:v>
                </c:pt>
                <c:pt idx="96">
                  <c:v>84.5</c:v>
                </c:pt>
                <c:pt idx="97">
                  <c:v>83.7</c:v>
                </c:pt>
                <c:pt idx="98">
                  <c:v>72.400000000000006</c:v>
                </c:pt>
                <c:pt idx="99">
                  <c:v>67.599999999999994</c:v>
                </c:pt>
                <c:pt idx="100">
                  <c:v>61.6</c:v>
                </c:pt>
                <c:pt idx="101">
                  <c:v>57.3</c:v>
                </c:pt>
                <c:pt idx="102">
                  <c:v>51.2</c:v>
                </c:pt>
                <c:pt idx="103">
                  <c:v>45.5</c:v>
                </c:pt>
                <c:pt idx="104">
                  <c:v>43.8</c:v>
                </c:pt>
                <c:pt idx="105">
                  <c:v>39.299999999999997</c:v>
                </c:pt>
                <c:pt idx="106">
                  <c:v>35.799999999999997</c:v>
                </c:pt>
                <c:pt idx="107">
                  <c:v>36.6</c:v>
                </c:pt>
                <c:pt idx="108">
                  <c:v>32.9</c:v>
                </c:pt>
                <c:pt idx="109">
                  <c:v>32.299999999999997</c:v>
                </c:pt>
                <c:pt idx="110">
                  <c:v>31</c:v>
                </c:pt>
                <c:pt idx="111">
                  <c:v>27.7</c:v>
                </c:pt>
                <c:pt idx="112">
                  <c:v>27.3</c:v>
                </c:pt>
                <c:pt idx="113">
                  <c:v>21.2</c:v>
                </c:pt>
                <c:pt idx="114">
                  <c:v>18.3</c:v>
                </c:pt>
                <c:pt idx="115">
                  <c:v>388.2</c:v>
                </c:pt>
                <c:pt idx="116">
                  <c:v>2462.6</c:v>
                </c:pt>
                <c:pt idx="117">
                  <c:v>2403</c:v>
                </c:pt>
                <c:pt idx="118">
                  <c:v>2445.5</c:v>
                </c:pt>
                <c:pt idx="119">
                  <c:v>1817.6</c:v>
                </c:pt>
                <c:pt idx="120">
                  <c:v>1815.9</c:v>
                </c:pt>
                <c:pt idx="121">
                  <c:v>1997.8</c:v>
                </c:pt>
                <c:pt idx="122">
                  <c:v>2167.1999999999998</c:v>
                </c:pt>
                <c:pt idx="123">
                  <c:v>2335.1999999999998</c:v>
                </c:pt>
                <c:pt idx="124">
                  <c:v>2217.6999999999998</c:v>
                </c:pt>
                <c:pt idx="125">
                  <c:v>2124.1</c:v>
                </c:pt>
                <c:pt idx="126">
                  <c:v>2224</c:v>
                </c:pt>
                <c:pt idx="127">
                  <c:v>2696.4</c:v>
                </c:pt>
                <c:pt idx="128">
                  <c:v>2725.8</c:v>
                </c:pt>
                <c:pt idx="129">
                  <c:v>2516.4</c:v>
                </c:pt>
                <c:pt idx="130">
                  <c:v>2205.9</c:v>
                </c:pt>
                <c:pt idx="131">
                  <c:v>2548.4</c:v>
                </c:pt>
                <c:pt idx="132">
                  <c:v>2630.8</c:v>
                </c:pt>
                <c:pt idx="133">
                  <c:v>2550.1999999999998</c:v>
                </c:pt>
                <c:pt idx="134">
                  <c:v>2450.6999999999998</c:v>
                </c:pt>
                <c:pt idx="135">
                  <c:v>2476.6999999999998</c:v>
                </c:pt>
                <c:pt idx="136">
                  <c:v>2708.3</c:v>
                </c:pt>
                <c:pt idx="137">
                  <c:v>2756.8</c:v>
                </c:pt>
                <c:pt idx="138">
                  <c:v>2855.5</c:v>
                </c:pt>
                <c:pt idx="139">
                  <c:v>2801.5</c:v>
                </c:pt>
                <c:pt idx="140">
                  <c:v>2777.2</c:v>
                </c:pt>
                <c:pt idx="141">
                  <c:v>2733.7</c:v>
                </c:pt>
                <c:pt idx="142">
                  <c:v>2587.3000000000002</c:v>
                </c:pt>
                <c:pt idx="143">
                  <c:v>2243.6999999999998</c:v>
                </c:pt>
                <c:pt idx="144">
                  <c:v>2047.2</c:v>
                </c:pt>
                <c:pt idx="145">
                  <c:v>1934.7</c:v>
                </c:pt>
                <c:pt idx="146">
                  <c:v>1547.8</c:v>
                </c:pt>
                <c:pt idx="147">
                  <c:v>2613</c:v>
                </c:pt>
                <c:pt idx="148">
                  <c:v>2957</c:v>
                </c:pt>
                <c:pt idx="149">
                  <c:v>3353.6</c:v>
                </c:pt>
                <c:pt idx="150">
                  <c:v>3550</c:v>
                </c:pt>
                <c:pt idx="151">
                  <c:v>4321.1000000000004</c:v>
                </c:pt>
                <c:pt idx="152">
                  <c:v>4524.1000000000004</c:v>
                </c:pt>
                <c:pt idx="153">
                  <c:v>4842.5</c:v>
                </c:pt>
                <c:pt idx="154">
                  <c:v>4937.2</c:v>
                </c:pt>
                <c:pt idx="155">
                  <c:v>4628.7</c:v>
                </c:pt>
                <c:pt idx="156">
                  <c:v>4940.3999999999996</c:v>
                </c:pt>
                <c:pt idx="157">
                  <c:v>4785.2</c:v>
                </c:pt>
                <c:pt idx="158">
                  <c:v>5013.2</c:v>
                </c:pt>
                <c:pt idx="159">
                  <c:v>4799.3</c:v>
                </c:pt>
                <c:pt idx="160">
                  <c:v>4817.5</c:v>
                </c:pt>
                <c:pt idx="161">
                  <c:v>4773.3</c:v>
                </c:pt>
                <c:pt idx="162">
                  <c:v>4468.2</c:v>
                </c:pt>
                <c:pt idx="163">
                  <c:v>4439.5</c:v>
                </c:pt>
                <c:pt idx="164">
                  <c:v>4500.3999999999996</c:v>
                </c:pt>
                <c:pt idx="165">
                  <c:v>4278.6000000000004</c:v>
                </c:pt>
                <c:pt idx="166">
                  <c:v>4598.2</c:v>
                </c:pt>
                <c:pt idx="167">
                  <c:v>4406.6000000000004</c:v>
                </c:pt>
                <c:pt idx="168">
                  <c:v>4463.5</c:v>
                </c:pt>
                <c:pt idx="169">
                  <c:v>4230.8</c:v>
                </c:pt>
                <c:pt idx="170">
                  <c:v>4534.8999999999996</c:v>
                </c:pt>
                <c:pt idx="171">
                  <c:v>4325.3</c:v>
                </c:pt>
                <c:pt idx="172">
                  <c:v>4683.5</c:v>
                </c:pt>
                <c:pt idx="173">
                  <c:v>4500.2</c:v>
                </c:pt>
                <c:pt idx="174">
                  <c:v>4610.3</c:v>
                </c:pt>
                <c:pt idx="175">
                  <c:v>4595.6000000000004</c:v>
                </c:pt>
                <c:pt idx="176">
                  <c:v>4083.2</c:v>
                </c:pt>
                <c:pt idx="177">
                  <c:v>3914.2</c:v>
                </c:pt>
                <c:pt idx="178">
                  <c:v>3814.8</c:v>
                </c:pt>
                <c:pt idx="179">
                  <c:v>3805.8</c:v>
                </c:pt>
                <c:pt idx="180">
                  <c:v>3665.7</c:v>
                </c:pt>
                <c:pt idx="181">
                  <c:v>3619.9</c:v>
                </c:pt>
                <c:pt idx="182">
                  <c:v>3588.7</c:v>
                </c:pt>
                <c:pt idx="183">
                  <c:v>3350.2</c:v>
                </c:pt>
                <c:pt idx="184">
                  <c:v>2978.9</c:v>
                </c:pt>
                <c:pt idx="185">
                  <c:v>3097.5</c:v>
                </c:pt>
                <c:pt idx="186">
                  <c:v>3139.3</c:v>
                </c:pt>
                <c:pt idx="187">
                  <c:v>3394.9</c:v>
                </c:pt>
                <c:pt idx="188">
                  <c:v>3406.2</c:v>
                </c:pt>
                <c:pt idx="189">
                  <c:v>3897.3</c:v>
                </c:pt>
                <c:pt idx="190">
                  <c:v>3850.7</c:v>
                </c:pt>
                <c:pt idx="191">
                  <c:v>3670.3</c:v>
                </c:pt>
                <c:pt idx="192">
                  <c:v>4299.7</c:v>
                </c:pt>
                <c:pt idx="193">
                  <c:v>4152.2</c:v>
                </c:pt>
                <c:pt idx="194">
                  <c:v>4511.8</c:v>
                </c:pt>
                <c:pt idx="195">
                  <c:v>4280.8</c:v>
                </c:pt>
                <c:pt idx="196">
                  <c:v>4418.8999999999996</c:v>
                </c:pt>
                <c:pt idx="197">
                  <c:v>4533.1000000000004</c:v>
                </c:pt>
                <c:pt idx="198">
                  <c:v>3954.5</c:v>
                </c:pt>
                <c:pt idx="199">
                  <c:v>3858.8</c:v>
                </c:pt>
                <c:pt idx="200">
                  <c:v>3892.2</c:v>
                </c:pt>
                <c:pt idx="201">
                  <c:v>3919</c:v>
                </c:pt>
                <c:pt idx="202">
                  <c:v>3914</c:v>
                </c:pt>
                <c:pt idx="203">
                  <c:v>3910</c:v>
                </c:pt>
                <c:pt idx="204">
                  <c:v>3848.2</c:v>
                </c:pt>
                <c:pt idx="205">
                  <c:v>3430.6</c:v>
                </c:pt>
                <c:pt idx="206">
                  <c:v>3074.2</c:v>
                </c:pt>
                <c:pt idx="207">
                  <c:v>2849.2</c:v>
                </c:pt>
                <c:pt idx="208">
                  <c:v>2731</c:v>
                </c:pt>
                <c:pt idx="209">
                  <c:v>3051.7</c:v>
                </c:pt>
                <c:pt idx="210">
                  <c:v>2249.4</c:v>
                </c:pt>
                <c:pt idx="211">
                  <c:v>1935.1</c:v>
                </c:pt>
                <c:pt idx="212">
                  <c:v>1681.5</c:v>
                </c:pt>
                <c:pt idx="213">
                  <c:v>1651.3</c:v>
                </c:pt>
                <c:pt idx="214">
                  <c:v>1952</c:v>
                </c:pt>
                <c:pt idx="215">
                  <c:v>1805</c:v>
                </c:pt>
                <c:pt idx="216">
                  <c:v>2038.1</c:v>
                </c:pt>
                <c:pt idx="217">
                  <c:v>2203.1999999999998</c:v>
                </c:pt>
                <c:pt idx="218">
                  <c:v>2863.6</c:v>
                </c:pt>
                <c:pt idx="219">
                  <c:v>2977.3</c:v>
                </c:pt>
                <c:pt idx="220">
                  <c:v>3157.6</c:v>
                </c:pt>
                <c:pt idx="221">
                  <c:v>4012.6</c:v>
                </c:pt>
                <c:pt idx="222">
                  <c:v>4051.5</c:v>
                </c:pt>
                <c:pt idx="223">
                  <c:v>4675.8999999999996</c:v>
                </c:pt>
                <c:pt idx="224">
                  <c:v>4544.8</c:v>
                </c:pt>
                <c:pt idx="225">
                  <c:v>4906.7</c:v>
                </c:pt>
                <c:pt idx="226">
                  <c:v>4750.3999999999996</c:v>
                </c:pt>
                <c:pt idx="227">
                  <c:v>4391.7</c:v>
                </c:pt>
                <c:pt idx="228">
                  <c:v>4359.3999999999996</c:v>
                </c:pt>
                <c:pt idx="229">
                  <c:v>4204.8</c:v>
                </c:pt>
                <c:pt idx="230">
                  <c:v>4213.1000000000004</c:v>
                </c:pt>
                <c:pt idx="231">
                  <c:v>4119.3</c:v>
                </c:pt>
                <c:pt idx="232">
                  <c:v>4121.3999999999996</c:v>
                </c:pt>
                <c:pt idx="233">
                  <c:v>3871.3</c:v>
                </c:pt>
                <c:pt idx="234">
                  <c:v>3513.6</c:v>
                </c:pt>
                <c:pt idx="235">
                  <c:v>3207</c:v>
                </c:pt>
                <c:pt idx="236">
                  <c:v>3282.6</c:v>
                </c:pt>
                <c:pt idx="237">
                  <c:v>3193.1</c:v>
                </c:pt>
                <c:pt idx="238">
                  <c:v>3403.4</c:v>
                </c:pt>
                <c:pt idx="239">
                  <c:v>3562.3</c:v>
                </c:pt>
                <c:pt idx="240">
                  <c:v>4169</c:v>
                </c:pt>
                <c:pt idx="241">
                  <c:v>4145.3</c:v>
                </c:pt>
                <c:pt idx="242">
                  <c:v>4089.2</c:v>
                </c:pt>
                <c:pt idx="243">
                  <c:v>4636.8</c:v>
                </c:pt>
                <c:pt idx="244">
                  <c:v>4565.3</c:v>
                </c:pt>
                <c:pt idx="245">
                  <c:v>4986.7</c:v>
                </c:pt>
                <c:pt idx="246">
                  <c:v>4736.3999999999996</c:v>
                </c:pt>
                <c:pt idx="247">
                  <c:v>5279</c:v>
                </c:pt>
                <c:pt idx="248">
                  <c:v>5178.6000000000004</c:v>
                </c:pt>
                <c:pt idx="249">
                  <c:v>5052.6000000000004</c:v>
                </c:pt>
                <c:pt idx="250">
                  <c:v>4942</c:v>
                </c:pt>
                <c:pt idx="251">
                  <c:v>4675.2</c:v>
                </c:pt>
                <c:pt idx="252">
                  <c:v>4465.3</c:v>
                </c:pt>
                <c:pt idx="253">
                  <c:v>4311.5</c:v>
                </c:pt>
                <c:pt idx="254">
                  <c:v>4141</c:v>
                </c:pt>
                <c:pt idx="255">
                  <c:v>3948.6</c:v>
                </c:pt>
                <c:pt idx="256">
                  <c:v>3751.3</c:v>
                </c:pt>
                <c:pt idx="257">
                  <c:v>3558.3</c:v>
                </c:pt>
                <c:pt idx="258">
                  <c:v>3431</c:v>
                </c:pt>
                <c:pt idx="259">
                  <c:v>3190.2</c:v>
                </c:pt>
                <c:pt idx="260">
                  <c:v>3009.8</c:v>
                </c:pt>
                <c:pt idx="261">
                  <c:v>2849</c:v>
                </c:pt>
                <c:pt idx="262">
                  <c:v>2625.7</c:v>
                </c:pt>
                <c:pt idx="263">
                  <c:v>2483.1999999999998</c:v>
                </c:pt>
                <c:pt idx="264">
                  <c:v>2351.1</c:v>
                </c:pt>
                <c:pt idx="265">
                  <c:v>2903.7</c:v>
                </c:pt>
                <c:pt idx="266">
                  <c:v>4286.1000000000004</c:v>
                </c:pt>
                <c:pt idx="267">
                  <c:v>3596.8</c:v>
                </c:pt>
                <c:pt idx="268">
                  <c:v>2731.6</c:v>
                </c:pt>
                <c:pt idx="269">
                  <c:v>2730.3</c:v>
                </c:pt>
                <c:pt idx="270">
                  <c:v>3671.5</c:v>
                </c:pt>
                <c:pt idx="271">
                  <c:v>5244.7</c:v>
                </c:pt>
                <c:pt idx="272">
                  <c:v>5197.3</c:v>
                </c:pt>
                <c:pt idx="273">
                  <c:v>5181.2</c:v>
                </c:pt>
                <c:pt idx="274">
                  <c:v>4854.3999999999996</c:v>
                </c:pt>
                <c:pt idx="275">
                  <c:v>4648.5</c:v>
                </c:pt>
                <c:pt idx="276">
                  <c:v>4807.3999999999996</c:v>
                </c:pt>
                <c:pt idx="277">
                  <c:v>4879.6000000000004</c:v>
                </c:pt>
                <c:pt idx="278">
                  <c:v>4858.2</c:v>
                </c:pt>
                <c:pt idx="279">
                  <c:v>4653.5</c:v>
                </c:pt>
                <c:pt idx="280">
                  <c:v>4240.8999999999996</c:v>
                </c:pt>
                <c:pt idx="281">
                  <c:v>3918.2</c:v>
                </c:pt>
                <c:pt idx="282">
                  <c:v>3857.1</c:v>
                </c:pt>
                <c:pt idx="283">
                  <c:v>3716.4</c:v>
                </c:pt>
                <c:pt idx="284">
                  <c:v>3959.9</c:v>
                </c:pt>
                <c:pt idx="285">
                  <c:v>3888.8</c:v>
                </c:pt>
                <c:pt idx="286">
                  <c:v>3458.3</c:v>
                </c:pt>
                <c:pt idx="287">
                  <c:v>2885.2</c:v>
                </c:pt>
                <c:pt idx="288">
                  <c:v>2583.1999999999998</c:v>
                </c:pt>
                <c:pt idx="289">
                  <c:v>2222.1999999999998</c:v>
                </c:pt>
                <c:pt idx="290">
                  <c:v>1951.2</c:v>
                </c:pt>
                <c:pt idx="291">
                  <c:v>1896.8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33-4914-A37F-46355A26ECDD}"/>
            </c:ext>
          </c:extLst>
        </c:ser>
        <c:ser>
          <c:idx val="1"/>
          <c:order val="1"/>
          <c:tx>
            <c:v>PM10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'Ranger_2326-1000047-A_20250804-'!$A$3:$A$294</c:f>
              <c:numCache>
                <c:formatCode>h:mm</c:formatCode>
                <c:ptCount val="292"/>
                <c:pt idx="0">
                  <c:v>0.4777777777777778</c:v>
                </c:pt>
                <c:pt idx="1">
                  <c:v>0.47847222222222224</c:v>
                </c:pt>
                <c:pt idx="2">
                  <c:v>0.47916666666666702</c:v>
                </c:pt>
                <c:pt idx="3">
                  <c:v>0.47986111111111102</c:v>
                </c:pt>
                <c:pt idx="4">
                  <c:v>0.48055555555555601</c:v>
                </c:pt>
                <c:pt idx="5">
                  <c:v>0.48125000000000001</c:v>
                </c:pt>
                <c:pt idx="6">
                  <c:v>0.48194444444444401</c:v>
                </c:pt>
                <c:pt idx="7">
                  <c:v>0.48263888888888901</c:v>
                </c:pt>
                <c:pt idx="8">
                  <c:v>0.483333333333333</c:v>
                </c:pt>
                <c:pt idx="9">
                  <c:v>0.484027777777778</c:v>
                </c:pt>
                <c:pt idx="10">
                  <c:v>0.484722222222222</c:v>
                </c:pt>
                <c:pt idx="11">
                  <c:v>0.485416666666667</c:v>
                </c:pt>
                <c:pt idx="12">
                  <c:v>0.48611111111111099</c:v>
                </c:pt>
                <c:pt idx="13">
                  <c:v>0.48680555555555599</c:v>
                </c:pt>
                <c:pt idx="14">
                  <c:v>0.48749999999999999</c:v>
                </c:pt>
                <c:pt idx="15">
                  <c:v>0.48819444444444399</c:v>
                </c:pt>
                <c:pt idx="16">
                  <c:v>0.48888888888888898</c:v>
                </c:pt>
                <c:pt idx="17">
                  <c:v>0.48958333333333298</c:v>
                </c:pt>
                <c:pt idx="18">
                  <c:v>0.49027777777777798</c:v>
                </c:pt>
                <c:pt idx="19">
                  <c:v>0.49097222222222198</c:v>
                </c:pt>
                <c:pt idx="20">
                  <c:v>0.49166666666666697</c:v>
                </c:pt>
                <c:pt idx="21">
                  <c:v>0.49236111111111103</c:v>
                </c:pt>
                <c:pt idx="22">
                  <c:v>0.49305555555555602</c:v>
                </c:pt>
                <c:pt idx="23">
                  <c:v>0.49375000000000002</c:v>
                </c:pt>
                <c:pt idx="24">
                  <c:v>0.49444444444444402</c:v>
                </c:pt>
                <c:pt idx="25">
                  <c:v>0.49513888888888902</c:v>
                </c:pt>
                <c:pt idx="26">
                  <c:v>0.49583333333333302</c:v>
                </c:pt>
                <c:pt idx="27">
                  <c:v>0.49652777777777801</c:v>
                </c:pt>
                <c:pt idx="28">
                  <c:v>0.49722222222222201</c:v>
                </c:pt>
                <c:pt idx="29">
                  <c:v>0.49791666666666701</c:v>
                </c:pt>
                <c:pt idx="30">
                  <c:v>0.49861111111111101</c:v>
                </c:pt>
                <c:pt idx="31">
                  <c:v>0.499305555555556</c:v>
                </c:pt>
                <c:pt idx="32">
                  <c:v>0.5</c:v>
                </c:pt>
                <c:pt idx="33">
                  <c:v>0.500694444444444</c:v>
                </c:pt>
                <c:pt idx="34">
                  <c:v>0.50138888888888899</c:v>
                </c:pt>
                <c:pt idx="35">
                  <c:v>0.50208333333333299</c:v>
                </c:pt>
                <c:pt idx="36">
                  <c:v>0.50277777777777799</c:v>
                </c:pt>
                <c:pt idx="37">
                  <c:v>0.50347222222222199</c:v>
                </c:pt>
                <c:pt idx="38">
                  <c:v>0.50416666666666698</c:v>
                </c:pt>
                <c:pt idx="39">
                  <c:v>0.50486111111111098</c:v>
                </c:pt>
                <c:pt idx="40">
                  <c:v>0.50555555555555598</c:v>
                </c:pt>
                <c:pt idx="41">
                  <c:v>0.50624999999999998</c:v>
                </c:pt>
                <c:pt idx="42">
                  <c:v>0.50694444444444398</c:v>
                </c:pt>
                <c:pt idx="43">
                  <c:v>0.50763888888888897</c:v>
                </c:pt>
                <c:pt idx="44">
                  <c:v>0.50833333333333297</c:v>
                </c:pt>
                <c:pt idx="45">
                  <c:v>0.50902777777777797</c:v>
                </c:pt>
                <c:pt idx="46">
                  <c:v>0.50972222222222197</c:v>
                </c:pt>
                <c:pt idx="47">
                  <c:v>0.51041666666666696</c:v>
                </c:pt>
                <c:pt idx="48">
                  <c:v>0.51111111111111096</c:v>
                </c:pt>
                <c:pt idx="49">
                  <c:v>0.51180555555555596</c:v>
                </c:pt>
                <c:pt idx="50">
                  <c:v>0.51249999999999996</c:v>
                </c:pt>
                <c:pt idx="51">
                  <c:v>0.51319444444444395</c:v>
                </c:pt>
                <c:pt idx="52">
                  <c:v>0.51388888888888895</c:v>
                </c:pt>
                <c:pt idx="53">
                  <c:v>0.51458333333333295</c:v>
                </c:pt>
                <c:pt idx="54">
                  <c:v>0.51527777777777795</c:v>
                </c:pt>
                <c:pt idx="55">
                  <c:v>0.51597222222222205</c:v>
                </c:pt>
                <c:pt idx="56">
                  <c:v>0.51666666666666705</c:v>
                </c:pt>
                <c:pt idx="57">
                  <c:v>0.51736111111111105</c:v>
                </c:pt>
                <c:pt idx="58">
                  <c:v>0.51805555555555505</c:v>
                </c:pt>
                <c:pt idx="59">
                  <c:v>0.51875000000000004</c:v>
                </c:pt>
                <c:pt idx="60">
                  <c:v>0.51944444444444404</c:v>
                </c:pt>
                <c:pt idx="61">
                  <c:v>0.52013888888888904</c:v>
                </c:pt>
                <c:pt idx="62">
                  <c:v>0.52083333333333304</c:v>
                </c:pt>
                <c:pt idx="63">
                  <c:v>0.52152777777777803</c:v>
                </c:pt>
                <c:pt idx="64">
                  <c:v>0.52222222222222203</c:v>
                </c:pt>
                <c:pt idx="65">
                  <c:v>0.52291666666666603</c:v>
                </c:pt>
                <c:pt idx="66">
                  <c:v>0.52361111111111103</c:v>
                </c:pt>
                <c:pt idx="67">
                  <c:v>0.52430555555555503</c:v>
                </c:pt>
                <c:pt idx="68">
                  <c:v>0.52500000000000002</c:v>
                </c:pt>
                <c:pt idx="69">
                  <c:v>0.52569444444444402</c:v>
                </c:pt>
                <c:pt idx="70">
                  <c:v>0.52638888888888902</c:v>
                </c:pt>
                <c:pt idx="71">
                  <c:v>0.52708333333333302</c:v>
                </c:pt>
                <c:pt idx="72">
                  <c:v>0.52777777777777801</c:v>
                </c:pt>
                <c:pt idx="73">
                  <c:v>0.52847222222222201</c:v>
                </c:pt>
                <c:pt idx="74">
                  <c:v>0.52916666666666601</c:v>
                </c:pt>
                <c:pt idx="75">
                  <c:v>0.52986111111111101</c:v>
                </c:pt>
                <c:pt idx="76">
                  <c:v>0.530555555555555</c:v>
                </c:pt>
                <c:pt idx="77">
                  <c:v>0.53125</c:v>
                </c:pt>
                <c:pt idx="78">
                  <c:v>0.531944444444444</c:v>
                </c:pt>
                <c:pt idx="79">
                  <c:v>0.53263888888888899</c:v>
                </c:pt>
                <c:pt idx="80">
                  <c:v>0.53333333333333299</c:v>
                </c:pt>
                <c:pt idx="81">
                  <c:v>0.53402777777777799</c:v>
                </c:pt>
                <c:pt idx="82">
                  <c:v>0.53472222222222199</c:v>
                </c:pt>
                <c:pt idx="83">
                  <c:v>0.53541666666666698</c:v>
                </c:pt>
                <c:pt idx="84">
                  <c:v>0.53611111111111098</c:v>
                </c:pt>
                <c:pt idx="85">
                  <c:v>0.53680555555555498</c:v>
                </c:pt>
                <c:pt idx="86">
                  <c:v>0.53749999999999998</c:v>
                </c:pt>
                <c:pt idx="87">
                  <c:v>0.53819444444444398</c:v>
                </c:pt>
                <c:pt idx="88">
                  <c:v>0.53888888888888897</c:v>
                </c:pt>
                <c:pt idx="89">
                  <c:v>0.53958333333333297</c:v>
                </c:pt>
                <c:pt idx="90">
                  <c:v>0.54027777777777797</c:v>
                </c:pt>
                <c:pt idx="91">
                  <c:v>0.54097222222222197</c:v>
                </c:pt>
                <c:pt idx="92">
                  <c:v>0.54166666666666696</c:v>
                </c:pt>
                <c:pt idx="93">
                  <c:v>0.54236111111111096</c:v>
                </c:pt>
                <c:pt idx="94">
                  <c:v>0.54305555555555496</c:v>
                </c:pt>
                <c:pt idx="95">
                  <c:v>0.54374999999999996</c:v>
                </c:pt>
                <c:pt idx="96">
                  <c:v>0.54444444444444395</c:v>
                </c:pt>
                <c:pt idx="97">
                  <c:v>0.54513888888888895</c:v>
                </c:pt>
                <c:pt idx="98">
                  <c:v>0.54583333333333295</c:v>
                </c:pt>
                <c:pt idx="99">
                  <c:v>0.54652777777777795</c:v>
                </c:pt>
                <c:pt idx="100">
                  <c:v>0.54722222222222205</c:v>
                </c:pt>
                <c:pt idx="101">
                  <c:v>0.54791666666666605</c:v>
                </c:pt>
                <c:pt idx="102">
                  <c:v>0.54861111111111105</c:v>
                </c:pt>
                <c:pt idx="103">
                  <c:v>0.54930555555555505</c:v>
                </c:pt>
                <c:pt idx="104">
                  <c:v>0.55000000000000004</c:v>
                </c:pt>
                <c:pt idx="105">
                  <c:v>0.55069444444444404</c:v>
                </c:pt>
                <c:pt idx="106">
                  <c:v>0.55138888888888904</c:v>
                </c:pt>
                <c:pt idx="107">
                  <c:v>0.55208333333333304</c:v>
                </c:pt>
                <c:pt idx="108">
                  <c:v>0.55277777777777704</c:v>
                </c:pt>
                <c:pt idx="109">
                  <c:v>0.55347222222222203</c:v>
                </c:pt>
                <c:pt idx="110">
                  <c:v>0.55416666666666603</c:v>
                </c:pt>
                <c:pt idx="111">
                  <c:v>0.55486111111111103</c:v>
                </c:pt>
                <c:pt idx="112">
                  <c:v>0.55555555555555503</c:v>
                </c:pt>
                <c:pt idx="113">
                  <c:v>0.55625000000000002</c:v>
                </c:pt>
                <c:pt idx="114">
                  <c:v>0.55694444444444402</c:v>
                </c:pt>
                <c:pt idx="115">
                  <c:v>0.55763888888888902</c:v>
                </c:pt>
                <c:pt idx="116">
                  <c:v>0.55833333333333302</c:v>
                </c:pt>
                <c:pt idx="117">
                  <c:v>0.55902777777777701</c:v>
                </c:pt>
                <c:pt idx="118">
                  <c:v>0.55972222222222201</c:v>
                </c:pt>
                <c:pt idx="119">
                  <c:v>0.56041666666666601</c:v>
                </c:pt>
                <c:pt idx="120">
                  <c:v>0.56111111111111101</c:v>
                </c:pt>
                <c:pt idx="121">
                  <c:v>0.561805555555555</c:v>
                </c:pt>
                <c:pt idx="122">
                  <c:v>0.5625</c:v>
                </c:pt>
                <c:pt idx="123">
                  <c:v>0.563194444444444</c:v>
                </c:pt>
                <c:pt idx="124">
                  <c:v>0.56388888888888899</c:v>
                </c:pt>
                <c:pt idx="125">
                  <c:v>0.56458333333333299</c:v>
                </c:pt>
                <c:pt idx="126">
                  <c:v>0.56527777777777799</c:v>
                </c:pt>
                <c:pt idx="127">
                  <c:v>0.56597222222222199</c:v>
                </c:pt>
                <c:pt idx="128">
                  <c:v>0.56666666666666599</c:v>
                </c:pt>
                <c:pt idx="129">
                  <c:v>0.56736111111111098</c:v>
                </c:pt>
                <c:pt idx="130">
                  <c:v>0.56805555555555498</c:v>
                </c:pt>
                <c:pt idx="131">
                  <c:v>0.56874999999999998</c:v>
                </c:pt>
                <c:pt idx="132">
                  <c:v>0.56944444444444398</c:v>
                </c:pt>
                <c:pt idx="133">
                  <c:v>0.57013888888888897</c:v>
                </c:pt>
                <c:pt idx="134">
                  <c:v>0.57083333333333297</c:v>
                </c:pt>
                <c:pt idx="135">
                  <c:v>0.57152777777777797</c:v>
                </c:pt>
                <c:pt idx="136">
                  <c:v>0.57222222222222197</c:v>
                </c:pt>
                <c:pt idx="137">
                  <c:v>0.57291666666666596</c:v>
                </c:pt>
                <c:pt idx="138">
                  <c:v>0.57361111111111096</c:v>
                </c:pt>
                <c:pt idx="139">
                  <c:v>0.57430555555555496</c:v>
                </c:pt>
                <c:pt idx="140">
                  <c:v>0.57499999999999996</c:v>
                </c:pt>
                <c:pt idx="141">
                  <c:v>0.57569444444444395</c:v>
                </c:pt>
                <c:pt idx="142">
                  <c:v>0.57638888888888895</c:v>
                </c:pt>
                <c:pt idx="143">
                  <c:v>0.57708333333333295</c:v>
                </c:pt>
                <c:pt idx="144">
                  <c:v>0.57777777777777695</c:v>
                </c:pt>
                <c:pt idx="145">
                  <c:v>0.57847222222222205</c:v>
                </c:pt>
                <c:pt idx="146">
                  <c:v>0.57916666666666705</c:v>
                </c:pt>
                <c:pt idx="147">
                  <c:v>0.57986111111111105</c:v>
                </c:pt>
                <c:pt idx="148">
                  <c:v>0.58055555555555505</c:v>
                </c:pt>
                <c:pt idx="149">
                  <c:v>0.58125000000000004</c:v>
                </c:pt>
                <c:pt idx="150">
                  <c:v>0.58194444444444404</c:v>
                </c:pt>
                <c:pt idx="151">
                  <c:v>0.58263888888888904</c:v>
                </c:pt>
                <c:pt idx="152">
                  <c:v>0.58333333333333304</c:v>
                </c:pt>
                <c:pt idx="153">
                  <c:v>0.58402777777777803</c:v>
                </c:pt>
                <c:pt idx="154">
                  <c:v>0.58472222222222203</c:v>
                </c:pt>
                <c:pt idx="155">
                  <c:v>0.58541666666666703</c:v>
                </c:pt>
                <c:pt idx="156">
                  <c:v>0.58611111111111103</c:v>
                </c:pt>
                <c:pt idx="157">
                  <c:v>0.58680555555555503</c:v>
                </c:pt>
                <c:pt idx="158">
                  <c:v>0.58750000000000002</c:v>
                </c:pt>
                <c:pt idx="159">
                  <c:v>0.58819444444444402</c:v>
                </c:pt>
                <c:pt idx="160">
                  <c:v>0.58888888888888902</c:v>
                </c:pt>
                <c:pt idx="161">
                  <c:v>0.58958333333333302</c:v>
                </c:pt>
                <c:pt idx="162">
                  <c:v>0.59027777777777801</c:v>
                </c:pt>
                <c:pt idx="163">
                  <c:v>0.59097222222222201</c:v>
                </c:pt>
                <c:pt idx="164">
                  <c:v>0.59166666666666601</c:v>
                </c:pt>
                <c:pt idx="165">
                  <c:v>0.59236111111111101</c:v>
                </c:pt>
                <c:pt idx="166">
                  <c:v>0.593055555555555</c:v>
                </c:pt>
                <c:pt idx="167">
                  <c:v>0.59375</c:v>
                </c:pt>
                <c:pt idx="168">
                  <c:v>0.594444444444444</c:v>
                </c:pt>
                <c:pt idx="169">
                  <c:v>0.59513888888888899</c:v>
                </c:pt>
                <c:pt idx="170">
                  <c:v>0.59583333333333299</c:v>
                </c:pt>
                <c:pt idx="171">
                  <c:v>0.59652777777777799</c:v>
                </c:pt>
                <c:pt idx="172">
                  <c:v>0.59722222222222199</c:v>
                </c:pt>
                <c:pt idx="173">
                  <c:v>0.59791666666666599</c:v>
                </c:pt>
                <c:pt idx="174">
                  <c:v>0.59861111111111098</c:v>
                </c:pt>
                <c:pt idx="175">
                  <c:v>0.59930555555555498</c:v>
                </c:pt>
                <c:pt idx="176">
                  <c:v>0.6</c:v>
                </c:pt>
                <c:pt idx="177">
                  <c:v>0.60069444444444398</c:v>
                </c:pt>
                <c:pt idx="178">
                  <c:v>0.60138888888888897</c:v>
                </c:pt>
                <c:pt idx="179">
                  <c:v>0.60208333333333297</c:v>
                </c:pt>
                <c:pt idx="180">
                  <c:v>0.60277777777777797</c:v>
                </c:pt>
                <c:pt idx="181">
                  <c:v>0.60347222222222197</c:v>
                </c:pt>
                <c:pt idx="182">
                  <c:v>0.60416666666666596</c:v>
                </c:pt>
                <c:pt idx="183">
                  <c:v>0.60486111111111096</c:v>
                </c:pt>
                <c:pt idx="184">
                  <c:v>0.60555555555555496</c:v>
                </c:pt>
                <c:pt idx="185">
                  <c:v>0.60624999999999996</c:v>
                </c:pt>
                <c:pt idx="186">
                  <c:v>0.60694444444444395</c:v>
                </c:pt>
                <c:pt idx="187">
                  <c:v>0.60763888888888895</c:v>
                </c:pt>
                <c:pt idx="188">
                  <c:v>0.60833333333333295</c:v>
                </c:pt>
                <c:pt idx="189">
                  <c:v>0.60902777777777795</c:v>
                </c:pt>
                <c:pt idx="190">
                  <c:v>0.60972222222222205</c:v>
                </c:pt>
                <c:pt idx="191">
                  <c:v>0.61041666666666605</c:v>
                </c:pt>
                <c:pt idx="192">
                  <c:v>0.61111111111111105</c:v>
                </c:pt>
                <c:pt idx="193">
                  <c:v>0.61180555555555505</c:v>
                </c:pt>
                <c:pt idx="194">
                  <c:v>0.61250000000000004</c:v>
                </c:pt>
                <c:pt idx="195">
                  <c:v>0.61319444444444404</c:v>
                </c:pt>
                <c:pt idx="196">
                  <c:v>0.61388888888888904</c:v>
                </c:pt>
                <c:pt idx="197">
                  <c:v>0.61458333333333304</c:v>
                </c:pt>
                <c:pt idx="198">
                  <c:v>0.61527777777777803</c:v>
                </c:pt>
                <c:pt idx="199">
                  <c:v>0.61597222222222203</c:v>
                </c:pt>
                <c:pt idx="200">
                  <c:v>0.61666666666666603</c:v>
                </c:pt>
                <c:pt idx="201">
                  <c:v>0.61736111111111103</c:v>
                </c:pt>
                <c:pt idx="202">
                  <c:v>0.61805555555555503</c:v>
                </c:pt>
                <c:pt idx="203">
                  <c:v>0.61875000000000002</c:v>
                </c:pt>
                <c:pt idx="204">
                  <c:v>0.61944444444444402</c:v>
                </c:pt>
                <c:pt idx="205">
                  <c:v>0.62013888888888902</c:v>
                </c:pt>
                <c:pt idx="206">
                  <c:v>0.62083333333333302</c:v>
                </c:pt>
                <c:pt idx="207">
                  <c:v>0.62152777777777701</c:v>
                </c:pt>
                <c:pt idx="208">
                  <c:v>0.62222222222222201</c:v>
                </c:pt>
                <c:pt idx="209">
                  <c:v>0.62291666666666601</c:v>
                </c:pt>
                <c:pt idx="210">
                  <c:v>0.62361111111111101</c:v>
                </c:pt>
                <c:pt idx="211">
                  <c:v>0.624305555555555</c:v>
                </c:pt>
                <c:pt idx="212">
                  <c:v>0.625</c:v>
                </c:pt>
                <c:pt idx="213">
                  <c:v>0.625694444444444</c:v>
                </c:pt>
                <c:pt idx="214">
                  <c:v>0.62638888888888899</c:v>
                </c:pt>
                <c:pt idx="215">
                  <c:v>0.62708333333333299</c:v>
                </c:pt>
                <c:pt idx="216">
                  <c:v>0.62777777777777699</c:v>
                </c:pt>
                <c:pt idx="217">
                  <c:v>0.62847222222222199</c:v>
                </c:pt>
                <c:pt idx="218">
                  <c:v>0.62916666666666599</c:v>
                </c:pt>
                <c:pt idx="219">
                  <c:v>0.62986111111111098</c:v>
                </c:pt>
                <c:pt idx="220">
                  <c:v>0.63055555555555498</c:v>
                </c:pt>
                <c:pt idx="221">
                  <c:v>0.63124999999999998</c:v>
                </c:pt>
                <c:pt idx="222">
                  <c:v>0.63194444444444398</c:v>
                </c:pt>
                <c:pt idx="223">
                  <c:v>0.63263888888888897</c:v>
                </c:pt>
                <c:pt idx="224">
                  <c:v>0.63333333333333297</c:v>
                </c:pt>
                <c:pt idx="225">
                  <c:v>0.63402777777777697</c:v>
                </c:pt>
                <c:pt idx="226">
                  <c:v>0.63472222222222197</c:v>
                </c:pt>
                <c:pt idx="227">
                  <c:v>0.63541666666666596</c:v>
                </c:pt>
                <c:pt idx="228">
                  <c:v>0.63611111111111096</c:v>
                </c:pt>
                <c:pt idx="229">
                  <c:v>0.63680555555555496</c:v>
                </c:pt>
                <c:pt idx="230">
                  <c:v>0.63749999999999996</c:v>
                </c:pt>
                <c:pt idx="231">
                  <c:v>0.63819444444444395</c:v>
                </c:pt>
                <c:pt idx="232">
                  <c:v>0.63888888888888895</c:v>
                </c:pt>
                <c:pt idx="233">
                  <c:v>0.63958333333333295</c:v>
                </c:pt>
                <c:pt idx="234">
                  <c:v>0.64027777777777695</c:v>
                </c:pt>
                <c:pt idx="235">
                  <c:v>0.64097222222222205</c:v>
                </c:pt>
                <c:pt idx="236">
                  <c:v>0.64166666666666605</c:v>
                </c:pt>
                <c:pt idx="237">
                  <c:v>0.64236111111111105</c:v>
                </c:pt>
                <c:pt idx="238">
                  <c:v>0.64305555555555505</c:v>
                </c:pt>
                <c:pt idx="239">
                  <c:v>0.64375000000000004</c:v>
                </c:pt>
                <c:pt idx="240">
                  <c:v>0.64444444444444404</c:v>
                </c:pt>
                <c:pt idx="241">
                  <c:v>0.64513888888888904</c:v>
                </c:pt>
                <c:pt idx="242">
                  <c:v>0.64583333333333304</c:v>
                </c:pt>
                <c:pt idx="243">
                  <c:v>0.64652777777777704</c:v>
                </c:pt>
                <c:pt idx="244">
                  <c:v>0.64722222222222203</c:v>
                </c:pt>
                <c:pt idx="245">
                  <c:v>0.64791666666666603</c:v>
                </c:pt>
                <c:pt idx="246">
                  <c:v>0.64861111111111103</c:v>
                </c:pt>
                <c:pt idx="247">
                  <c:v>0.64930555555555503</c:v>
                </c:pt>
                <c:pt idx="248">
                  <c:v>0.65</c:v>
                </c:pt>
                <c:pt idx="249">
                  <c:v>0.65069444444444402</c:v>
                </c:pt>
                <c:pt idx="250">
                  <c:v>0.65138888888888802</c:v>
                </c:pt>
                <c:pt idx="251">
                  <c:v>0.65208333333333302</c:v>
                </c:pt>
                <c:pt idx="252">
                  <c:v>0.65277777777777701</c:v>
                </c:pt>
                <c:pt idx="253">
                  <c:v>0.65347222222222201</c:v>
                </c:pt>
                <c:pt idx="254">
                  <c:v>0.65416666666666601</c:v>
                </c:pt>
                <c:pt idx="255">
                  <c:v>0.65486111111111101</c:v>
                </c:pt>
                <c:pt idx="256">
                  <c:v>0.655555555555555</c:v>
                </c:pt>
                <c:pt idx="257">
                  <c:v>0.65625</c:v>
                </c:pt>
                <c:pt idx="258">
                  <c:v>0.656944444444444</c:v>
                </c:pt>
                <c:pt idx="259">
                  <c:v>0.657638888888888</c:v>
                </c:pt>
                <c:pt idx="260">
                  <c:v>0.65833333333333299</c:v>
                </c:pt>
                <c:pt idx="261">
                  <c:v>0.65902777777777699</c:v>
                </c:pt>
                <c:pt idx="262">
                  <c:v>0.65972222222222199</c:v>
                </c:pt>
                <c:pt idx="263">
                  <c:v>0.66041666666666599</c:v>
                </c:pt>
                <c:pt idx="264">
                  <c:v>0.66111111111111098</c:v>
                </c:pt>
                <c:pt idx="265">
                  <c:v>0.66180555555555498</c:v>
                </c:pt>
                <c:pt idx="266">
                  <c:v>0.66249999999999998</c:v>
                </c:pt>
                <c:pt idx="267">
                  <c:v>0.66319444444444398</c:v>
                </c:pt>
                <c:pt idx="268">
                  <c:v>0.66388888888888797</c:v>
                </c:pt>
                <c:pt idx="269">
                  <c:v>0.66458333333333297</c:v>
                </c:pt>
                <c:pt idx="270">
                  <c:v>0.66527777777777697</c:v>
                </c:pt>
                <c:pt idx="271">
                  <c:v>0.66597222222222197</c:v>
                </c:pt>
                <c:pt idx="272">
                  <c:v>0.66666666666666596</c:v>
                </c:pt>
                <c:pt idx="273">
                  <c:v>0.66736111111111096</c:v>
                </c:pt>
                <c:pt idx="274">
                  <c:v>0.66805555555555496</c:v>
                </c:pt>
                <c:pt idx="275">
                  <c:v>0.66874999999999996</c:v>
                </c:pt>
                <c:pt idx="276">
                  <c:v>0.66944444444444395</c:v>
                </c:pt>
                <c:pt idx="277">
                  <c:v>0.67013888888888795</c:v>
                </c:pt>
                <c:pt idx="278">
                  <c:v>0.67083333333333295</c:v>
                </c:pt>
                <c:pt idx="279">
                  <c:v>0.67152777777777695</c:v>
                </c:pt>
                <c:pt idx="280">
                  <c:v>0.67222222222222205</c:v>
                </c:pt>
                <c:pt idx="281">
                  <c:v>0.67291666666666605</c:v>
                </c:pt>
                <c:pt idx="282">
                  <c:v>0.67361111111111105</c:v>
                </c:pt>
                <c:pt idx="283">
                  <c:v>0.67430555555555505</c:v>
                </c:pt>
                <c:pt idx="284">
                  <c:v>0.67500000000000004</c:v>
                </c:pt>
                <c:pt idx="285">
                  <c:v>0.67569444444444404</c:v>
                </c:pt>
                <c:pt idx="286">
                  <c:v>0.67638888888888804</c:v>
                </c:pt>
                <c:pt idx="287">
                  <c:v>0.67708333333333304</c:v>
                </c:pt>
                <c:pt idx="288">
                  <c:v>0.67777777777777704</c:v>
                </c:pt>
                <c:pt idx="289">
                  <c:v>0.67847222222222203</c:v>
                </c:pt>
                <c:pt idx="290">
                  <c:v>0.67916666666666603</c:v>
                </c:pt>
                <c:pt idx="291">
                  <c:v>0.67986111111111103</c:v>
                </c:pt>
              </c:numCache>
            </c:numRef>
          </c:cat>
          <c:val>
            <c:numRef>
              <c:f>'Ranger_2326-1000047-A_20250804-'!$H$3:$H$294</c:f>
              <c:numCache>
                <c:formatCode>General</c:formatCode>
                <c:ptCount val="292"/>
                <c:pt idx="0">
                  <c:v>1081.2</c:v>
                </c:pt>
                <c:pt idx="1">
                  <c:v>1079.5</c:v>
                </c:pt>
                <c:pt idx="2">
                  <c:v>3003.8</c:v>
                </c:pt>
                <c:pt idx="3">
                  <c:v>2811.2</c:v>
                </c:pt>
                <c:pt idx="4">
                  <c:v>821.8</c:v>
                </c:pt>
                <c:pt idx="5">
                  <c:v>850.7</c:v>
                </c:pt>
                <c:pt idx="6">
                  <c:v>451.8</c:v>
                </c:pt>
                <c:pt idx="7">
                  <c:v>945.1</c:v>
                </c:pt>
                <c:pt idx="8">
                  <c:v>782.7</c:v>
                </c:pt>
                <c:pt idx="9">
                  <c:v>937.9</c:v>
                </c:pt>
                <c:pt idx="10">
                  <c:v>966.6</c:v>
                </c:pt>
                <c:pt idx="11">
                  <c:v>410</c:v>
                </c:pt>
                <c:pt idx="12">
                  <c:v>250.3</c:v>
                </c:pt>
                <c:pt idx="13">
                  <c:v>164.4</c:v>
                </c:pt>
                <c:pt idx="14">
                  <c:v>149.6</c:v>
                </c:pt>
                <c:pt idx="15">
                  <c:v>148.30000000000001</c:v>
                </c:pt>
                <c:pt idx="16">
                  <c:v>135.5</c:v>
                </c:pt>
                <c:pt idx="17">
                  <c:v>133.69999999999999</c:v>
                </c:pt>
                <c:pt idx="18">
                  <c:v>133.1</c:v>
                </c:pt>
                <c:pt idx="19">
                  <c:v>121.3</c:v>
                </c:pt>
                <c:pt idx="20">
                  <c:v>116</c:v>
                </c:pt>
                <c:pt idx="21">
                  <c:v>112.2</c:v>
                </c:pt>
                <c:pt idx="22">
                  <c:v>105.3</c:v>
                </c:pt>
                <c:pt idx="23">
                  <c:v>95.8</c:v>
                </c:pt>
                <c:pt idx="24">
                  <c:v>89.4</c:v>
                </c:pt>
                <c:pt idx="25">
                  <c:v>84.4</c:v>
                </c:pt>
                <c:pt idx="26">
                  <c:v>75.2</c:v>
                </c:pt>
                <c:pt idx="27">
                  <c:v>74.099999999999994</c:v>
                </c:pt>
                <c:pt idx="28">
                  <c:v>76.900000000000006</c:v>
                </c:pt>
                <c:pt idx="29">
                  <c:v>72.2</c:v>
                </c:pt>
                <c:pt idx="30">
                  <c:v>70.900000000000006</c:v>
                </c:pt>
                <c:pt idx="31">
                  <c:v>64.900000000000006</c:v>
                </c:pt>
                <c:pt idx="32">
                  <c:v>64.2</c:v>
                </c:pt>
                <c:pt idx="33">
                  <c:v>62.2</c:v>
                </c:pt>
                <c:pt idx="34">
                  <c:v>59.6</c:v>
                </c:pt>
                <c:pt idx="35">
                  <c:v>54.7</c:v>
                </c:pt>
                <c:pt idx="36">
                  <c:v>50</c:v>
                </c:pt>
                <c:pt idx="37">
                  <c:v>54.3</c:v>
                </c:pt>
                <c:pt idx="38">
                  <c:v>64</c:v>
                </c:pt>
                <c:pt idx="39">
                  <c:v>240.2</c:v>
                </c:pt>
                <c:pt idx="40">
                  <c:v>98.9</c:v>
                </c:pt>
                <c:pt idx="41">
                  <c:v>68.8</c:v>
                </c:pt>
                <c:pt idx="42">
                  <c:v>69.099999999999994</c:v>
                </c:pt>
                <c:pt idx="43">
                  <c:v>67.3</c:v>
                </c:pt>
                <c:pt idx="44">
                  <c:v>62.6</c:v>
                </c:pt>
                <c:pt idx="45">
                  <c:v>60.8</c:v>
                </c:pt>
                <c:pt idx="46">
                  <c:v>74.099999999999994</c:v>
                </c:pt>
                <c:pt idx="47">
                  <c:v>107.6</c:v>
                </c:pt>
                <c:pt idx="48">
                  <c:v>81</c:v>
                </c:pt>
                <c:pt idx="49">
                  <c:v>74.7</c:v>
                </c:pt>
                <c:pt idx="50">
                  <c:v>70.099999999999994</c:v>
                </c:pt>
                <c:pt idx="51">
                  <c:v>70.7</c:v>
                </c:pt>
                <c:pt idx="52">
                  <c:v>68.8</c:v>
                </c:pt>
                <c:pt idx="53">
                  <c:v>74.7</c:v>
                </c:pt>
                <c:pt idx="54">
                  <c:v>79.5</c:v>
                </c:pt>
                <c:pt idx="55">
                  <c:v>97.5</c:v>
                </c:pt>
                <c:pt idx="56">
                  <c:v>94.2</c:v>
                </c:pt>
                <c:pt idx="57">
                  <c:v>123.3</c:v>
                </c:pt>
                <c:pt idx="58">
                  <c:v>150.6</c:v>
                </c:pt>
                <c:pt idx="59">
                  <c:v>234.5</c:v>
                </c:pt>
                <c:pt idx="60">
                  <c:v>297.89999999999998</c:v>
                </c:pt>
                <c:pt idx="61">
                  <c:v>365.8</c:v>
                </c:pt>
                <c:pt idx="62">
                  <c:v>514.9</c:v>
                </c:pt>
                <c:pt idx="63">
                  <c:v>633.9</c:v>
                </c:pt>
                <c:pt idx="64">
                  <c:v>742.2</c:v>
                </c:pt>
                <c:pt idx="65">
                  <c:v>869.2</c:v>
                </c:pt>
                <c:pt idx="66">
                  <c:v>986.9</c:v>
                </c:pt>
                <c:pt idx="67">
                  <c:v>1087.3</c:v>
                </c:pt>
                <c:pt idx="68">
                  <c:v>1089.9000000000001</c:v>
                </c:pt>
                <c:pt idx="69">
                  <c:v>1145.2</c:v>
                </c:pt>
                <c:pt idx="70">
                  <c:v>1080.5999999999999</c:v>
                </c:pt>
                <c:pt idx="71">
                  <c:v>1158</c:v>
                </c:pt>
                <c:pt idx="72">
                  <c:v>1106.7</c:v>
                </c:pt>
                <c:pt idx="73">
                  <c:v>1066.7</c:v>
                </c:pt>
                <c:pt idx="74">
                  <c:v>1015.8</c:v>
                </c:pt>
                <c:pt idx="75">
                  <c:v>964.7</c:v>
                </c:pt>
                <c:pt idx="76">
                  <c:v>900.3</c:v>
                </c:pt>
                <c:pt idx="77">
                  <c:v>932</c:v>
                </c:pt>
                <c:pt idx="78">
                  <c:v>851.2</c:v>
                </c:pt>
                <c:pt idx="79">
                  <c:v>749.6</c:v>
                </c:pt>
                <c:pt idx="80">
                  <c:v>691.1</c:v>
                </c:pt>
                <c:pt idx="81">
                  <c:v>660.3</c:v>
                </c:pt>
                <c:pt idx="82">
                  <c:v>564.5</c:v>
                </c:pt>
                <c:pt idx="83">
                  <c:v>596.29999999999995</c:v>
                </c:pt>
                <c:pt idx="84">
                  <c:v>1039.9000000000001</c:v>
                </c:pt>
                <c:pt idx="85">
                  <c:v>687.1</c:v>
                </c:pt>
                <c:pt idx="86">
                  <c:v>459.6</c:v>
                </c:pt>
                <c:pt idx="87">
                  <c:v>367.9</c:v>
                </c:pt>
                <c:pt idx="88">
                  <c:v>335.8</c:v>
                </c:pt>
                <c:pt idx="89">
                  <c:v>302.89999999999998</c:v>
                </c:pt>
                <c:pt idx="90">
                  <c:v>284.60000000000002</c:v>
                </c:pt>
                <c:pt idx="91">
                  <c:v>255.6</c:v>
                </c:pt>
                <c:pt idx="92">
                  <c:v>236.8</c:v>
                </c:pt>
                <c:pt idx="93">
                  <c:v>227</c:v>
                </c:pt>
                <c:pt idx="94">
                  <c:v>221</c:v>
                </c:pt>
                <c:pt idx="95">
                  <c:v>206.1</c:v>
                </c:pt>
                <c:pt idx="96">
                  <c:v>187.5</c:v>
                </c:pt>
                <c:pt idx="97">
                  <c:v>184.6</c:v>
                </c:pt>
                <c:pt idx="98">
                  <c:v>158.4</c:v>
                </c:pt>
                <c:pt idx="99">
                  <c:v>150</c:v>
                </c:pt>
                <c:pt idx="100">
                  <c:v>140.69999999999999</c:v>
                </c:pt>
                <c:pt idx="101">
                  <c:v>130.19999999999999</c:v>
                </c:pt>
                <c:pt idx="102">
                  <c:v>118.4</c:v>
                </c:pt>
                <c:pt idx="103">
                  <c:v>103</c:v>
                </c:pt>
                <c:pt idx="104">
                  <c:v>96.1</c:v>
                </c:pt>
                <c:pt idx="105">
                  <c:v>88.6</c:v>
                </c:pt>
                <c:pt idx="106">
                  <c:v>78.400000000000006</c:v>
                </c:pt>
                <c:pt idx="107">
                  <c:v>88.4</c:v>
                </c:pt>
                <c:pt idx="108">
                  <c:v>75.900000000000006</c:v>
                </c:pt>
                <c:pt idx="109">
                  <c:v>71.5</c:v>
                </c:pt>
                <c:pt idx="110">
                  <c:v>68.3</c:v>
                </c:pt>
                <c:pt idx="111">
                  <c:v>60.8</c:v>
                </c:pt>
                <c:pt idx="112">
                  <c:v>63.2</c:v>
                </c:pt>
                <c:pt idx="113">
                  <c:v>48.9</c:v>
                </c:pt>
                <c:pt idx="114">
                  <c:v>46.2</c:v>
                </c:pt>
                <c:pt idx="115">
                  <c:v>1352.2</c:v>
                </c:pt>
                <c:pt idx="116">
                  <c:v>12222.6</c:v>
                </c:pt>
                <c:pt idx="117">
                  <c:v>10009.6</c:v>
                </c:pt>
                <c:pt idx="118">
                  <c:v>9988.9</c:v>
                </c:pt>
                <c:pt idx="119">
                  <c:v>6709.9</c:v>
                </c:pt>
                <c:pt idx="120">
                  <c:v>6228.2</c:v>
                </c:pt>
                <c:pt idx="121">
                  <c:v>7032.7</c:v>
                </c:pt>
                <c:pt idx="122">
                  <c:v>7566.1</c:v>
                </c:pt>
                <c:pt idx="123">
                  <c:v>8219.1</c:v>
                </c:pt>
                <c:pt idx="124">
                  <c:v>7743.6</c:v>
                </c:pt>
                <c:pt idx="125">
                  <c:v>7198.7</c:v>
                </c:pt>
                <c:pt idx="126">
                  <c:v>7487.3</c:v>
                </c:pt>
                <c:pt idx="127">
                  <c:v>9151.2000000000007</c:v>
                </c:pt>
                <c:pt idx="128">
                  <c:v>9335.2999999999993</c:v>
                </c:pt>
                <c:pt idx="129">
                  <c:v>8310.2999999999993</c:v>
                </c:pt>
                <c:pt idx="130">
                  <c:v>6894</c:v>
                </c:pt>
                <c:pt idx="131">
                  <c:v>8129.6</c:v>
                </c:pt>
                <c:pt idx="132">
                  <c:v>8373.1</c:v>
                </c:pt>
                <c:pt idx="133">
                  <c:v>8004.8</c:v>
                </c:pt>
                <c:pt idx="134">
                  <c:v>7601.9</c:v>
                </c:pt>
                <c:pt idx="135">
                  <c:v>7635.2</c:v>
                </c:pt>
                <c:pt idx="136">
                  <c:v>8712.2000000000007</c:v>
                </c:pt>
                <c:pt idx="137">
                  <c:v>8880.5</c:v>
                </c:pt>
                <c:pt idx="138">
                  <c:v>9109.7999999999993</c:v>
                </c:pt>
                <c:pt idx="139">
                  <c:v>8997.2999999999993</c:v>
                </c:pt>
                <c:pt idx="140">
                  <c:v>8745.5</c:v>
                </c:pt>
                <c:pt idx="141">
                  <c:v>8135.2</c:v>
                </c:pt>
                <c:pt idx="142">
                  <c:v>7418.5</c:v>
                </c:pt>
                <c:pt idx="143">
                  <c:v>6060.3</c:v>
                </c:pt>
                <c:pt idx="144">
                  <c:v>5374.3</c:v>
                </c:pt>
                <c:pt idx="145">
                  <c:v>5031.2</c:v>
                </c:pt>
                <c:pt idx="146">
                  <c:v>4285.6000000000004</c:v>
                </c:pt>
                <c:pt idx="147">
                  <c:v>8904.2999999999993</c:v>
                </c:pt>
                <c:pt idx="148">
                  <c:v>10530.8</c:v>
                </c:pt>
                <c:pt idx="149">
                  <c:v>12113.1</c:v>
                </c:pt>
                <c:pt idx="150">
                  <c:v>13128</c:v>
                </c:pt>
                <c:pt idx="151">
                  <c:v>25067.8</c:v>
                </c:pt>
                <c:pt idx="152">
                  <c:v>25288</c:v>
                </c:pt>
                <c:pt idx="153">
                  <c:v>28454.1</c:v>
                </c:pt>
                <c:pt idx="154">
                  <c:v>27655.5</c:v>
                </c:pt>
                <c:pt idx="155">
                  <c:v>27554.3</c:v>
                </c:pt>
                <c:pt idx="156">
                  <c:v>28686.400000000001</c:v>
                </c:pt>
                <c:pt idx="157">
                  <c:v>28683.8</c:v>
                </c:pt>
                <c:pt idx="158">
                  <c:v>28689.4</c:v>
                </c:pt>
                <c:pt idx="159">
                  <c:v>28284.3</c:v>
                </c:pt>
                <c:pt idx="160">
                  <c:v>30383.599999999999</c:v>
                </c:pt>
                <c:pt idx="161">
                  <c:v>29626.5</c:v>
                </c:pt>
                <c:pt idx="162">
                  <c:v>27426.400000000001</c:v>
                </c:pt>
                <c:pt idx="163">
                  <c:v>25833.599999999999</c:v>
                </c:pt>
                <c:pt idx="164">
                  <c:v>24552</c:v>
                </c:pt>
                <c:pt idx="165">
                  <c:v>23499.8</c:v>
                </c:pt>
                <c:pt idx="166">
                  <c:v>23394.3</c:v>
                </c:pt>
                <c:pt idx="167">
                  <c:v>24726.5</c:v>
                </c:pt>
                <c:pt idx="168">
                  <c:v>24008.5</c:v>
                </c:pt>
                <c:pt idx="169">
                  <c:v>24285.9</c:v>
                </c:pt>
                <c:pt idx="170">
                  <c:v>29904.7</c:v>
                </c:pt>
                <c:pt idx="171">
                  <c:v>31308.6</c:v>
                </c:pt>
                <c:pt idx="172">
                  <c:v>32532.799999999999</c:v>
                </c:pt>
                <c:pt idx="173">
                  <c:v>30128.3</c:v>
                </c:pt>
                <c:pt idx="174">
                  <c:v>32091.7</c:v>
                </c:pt>
                <c:pt idx="175">
                  <c:v>32258.400000000001</c:v>
                </c:pt>
                <c:pt idx="176">
                  <c:v>31020.5</c:v>
                </c:pt>
                <c:pt idx="177">
                  <c:v>30129</c:v>
                </c:pt>
                <c:pt idx="178">
                  <c:v>29891.5</c:v>
                </c:pt>
                <c:pt idx="179">
                  <c:v>28913.3</c:v>
                </c:pt>
                <c:pt idx="180">
                  <c:v>29086.9</c:v>
                </c:pt>
                <c:pt idx="181">
                  <c:v>27033.4</c:v>
                </c:pt>
                <c:pt idx="182">
                  <c:v>25111</c:v>
                </c:pt>
                <c:pt idx="183">
                  <c:v>21775.3</c:v>
                </c:pt>
                <c:pt idx="184">
                  <c:v>17770.5</c:v>
                </c:pt>
                <c:pt idx="185">
                  <c:v>14434</c:v>
                </c:pt>
                <c:pt idx="186">
                  <c:v>14993.4</c:v>
                </c:pt>
                <c:pt idx="187">
                  <c:v>20093.5</c:v>
                </c:pt>
                <c:pt idx="188">
                  <c:v>18294.2</c:v>
                </c:pt>
                <c:pt idx="189">
                  <c:v>22441.599999999999</c:v>
                </c:pt>
                <c:pt idx="190">
                  <c:v>22124.5</c:v>
                </c:pt>
                <c:pt idx="191">
                  <c:v>23332</c:v>
                </c:pt>
                <c:pt idx="192">
                  <c:v>25795.200000000001</c:v>
                </c:pt>
                <c:pt idx="193">
                  <c:v>27384</c:v>
                </c:pt>
                <c:pt idx="194">
                  <c:v>29265.9</c:v>
                </c:pt>
                <c:pt idx="195">
                  <c:v>29617.200000000001</c:v>
                </c:pt>
                <c:pt idx="196">
                  <c:v>34775.4</c:v>
                </c:pt>
                <c:pt idx="197">
                  <c:v>33573.800000000003</c:v>
                </c:pt>
                <c:pt idx="198">
                  <c:v>35363.5</c:v>
                </c:pt>
                <c:pt idx="199">
                  <c:v>35459.9</c:v>
                </c:pt>
                <c:pt idx="200">
                  <c:v>33950.699999999997</c:v>
                </c:pt>
                <c:pt idx="201">
                  <c:v>33234.1</c:v>
                </c:pt>
                <c:pt idx="202">
                  <c:v>32826</c:v>
                </c:pt>
                <c:pt idx="203">
                  <c:v>30561.200000000001</c:v>
                </c:pt>
                <c:pt idx="204">
                  <c:v>27240.2</c:v>
                </c:pt>
                <c:pt idx="205">
                  <c:v>22287</c:v>
                </c:pt>
                <c:pt idx="206">
                  <c:v>19898.400000000001</c:v>
                </c:pt>
                <c:pt idx="207">
                  <c:v>16946.2</c:v>
                </c:pt>
                <c:pt idx="208">
                  <c:v>13770.9</c:v>
                </c:pt>
                <c:pt idx="209">
                  <c:v>11358.4</c:v>
                </c:pt>
                <c:pt idx="210">
                  <c:v>9231.4</c:v>
                </c:pt>
                <c:pt idx="211">
                  <c:v>7487.6</c:v>
                </c:pt>
                <c:pt idx="212">
                  <c:v>6457.9</c:v>
                </c:pt>
                <c:pt idx="213">
                  <c:v>6444.5</c:v>
                </c:pt>
                <c:pt idx="214">
                  <c:v>7953.7</c:v>
                </c:pt>
                <c:pt idx="215">
                  <c:v>7389</c:v>
                </c:pt>
                <c:pt idx="216">
                  <c:v>8531.2999999999993</c:v>
                </c:pt>
                <c:pt idx="217">
                  <c:v>9085.5</c:v>
                </c:pt>
                <c:pt idx="218">
                  <c:v>12986.4</c:v>
                </c:pt>
                <c:pt idx="219">
                  <c:v>13403.7</c:v>
                </c:pt>
                <c:pt idx="220">
                  <c:v>16558.099999999999</c:v>
                </c:pt>
                <c:pt idx="221">
                  <c:v>26330.400000000001</c:v>
                </c:pt>
                <c:pt idx="222">
                  <c:v>30593.200000000001</c:v>
                </c:pt>
                <c:pt idx="223">
                  <c:v>32010.1</c:v>
                </c:pt>
                <c:pt idx="224">
                  <c:v>31177.5</c:v>
                </c:pt>
                <c:pt idx="225">
                  <c:v>30592.2</c:v>
                </c:pt>
                <c:pt idx="226">
                  <c:v>30650.5</c:v>
                </c:pt>
                <c:pt idx="227">
                  <c:v>30780.5</c:v>
                </c:pt>
                <c:pt idx="228">
                  <c:v>29855.200000000001</c:v>
                </c:pt>
                <c:pt idx="229">
                  <c:v>30683.200000000001</c:v>
                </c:pt>
                <c:pt idx="230">
                  <c:v>29819.1</c:v>
                </c:pt>
                <c:pt idx="231">
                  <c:v>30157.200000000001</c:v>
                </c:pt>
                <c:pt idx="232">
                  <c:v>27797.3</c:v>
                </c:pt>
                <c:pt idx="233">
                  <c:v>25265.1</c:v>
                </c:pt>
                <c:pt idx="234">
                  <c:v>21949.200000000001</c:v>
                </c:pt>
                <c:pt idx="235">
                  <c:v>17478.5</c:v>
                </c:pt>
                <c:pt idx="236">
                  <c:v>14804.1</c:v>
                </c:pt>
                <c:pt idx="237">
                  <c:v>14532.6</c:v>
                </c:pt>
                <c:pt idx="238">
                  <c:v>19155.2</c:v>
                </c:pt>
                <c:pt idx="239">
                  <c:v>20499.3</c:v>
                </c:pt>
                <c:pt idx="240">
                  <c:v>26765.4</c:v>
                </c:pt>
                <c:pt idx="241">
                  <c:v>25495.1</c:v>
                </c:pt>
                <c:pt idx="242">
                  <c:v>29062.3</c:v>
                </c:pt>
                <c:pt idx="243">
                  <c:v>36157.1</c:v>
                </c:pt>
                <c:pt idx="244">
                  <c:v>37440.199999999997</c:v>
                </c:pt>
                <c:pt idx="245">
                  <c:v>36434.699999999997</c:v>
                </c:pt>
                <c:pt idx="246">
                  <c:v>36678.400000000001</c:v>
                </c:pt>
                <c:pt idx="247">
                  <c:v>41698.800000000003</c:v>
                </c:pt>
                <c:pt idx="248">
                  <c:v>43534.1</c:v>
                </c:pt>
                <c:pt idx="249">
                  <c:v>41346</c:v>
                </c:pt>
                <c:pt idx="250">
                  <c:v>35877.4</c:v>
                </c:pt>
                <c:pt idx="251">
                  <c:v>31940.1</c:v>
                </c:pt>
                <c:pt idx="252">
                  <c:v>28473</c:v>
                </c:pt>
                <c:pt idx="253">
                  <c:v>26528.7</c:v>
                </c:pt>
                <c:pt idx="254">
                  <c:v>23540.9</c:v>
                </c:pt>
                <c:pt idx="255">
                  <c:v>21953.599999999999</c:v>
                </c:pt>
                <c:pt idx="256">
                  <c:v>20043.2</c:v>
                </c:pt>
                <c:pt idx="257">
                  <c:v>17794.2</c:v>
                </c:pt>
                <c:pt idx="258">
                  <c:v>16328.4</c:v>
                </c:pt>
                <c:pt idx="259">
                  <c:v>14742.1</c:v>
                </c:pt>
                <c:pt idx="260">
                  <c:v>13330.3</c:v>
                </c:pt>
                <c:pt idx="261">
                  <c:v>12253.7</c:v>
                </c:pt>
                <c:pt idx="262">
                  <c:v>11134.1</c:v>
                </c:pt>
                <c:pt idx="263">
                  <c:v>9876.2999999999993</c:v>
                </c:pt>
                <c:pt idx="264">
                  <c:v>8844.9</c:v>
                </c:pt>
                <c:pt idx="265">
                  <c:v>11201.4</c:v>
                </c:pt>
                <c:pt idx="266">
                  <c:v>16683.8</c:v>
                </c:pt>
                <c:pt idx="267">
                  <c:v>13122</c:v>
                </c:pt>
                <c:pt idx="268">
                  <c:v>10069.9</c:v>
                </c:pt>
                <c:pt idx="269">
                  <c:v>10734.3</c:v>
                </c:pt>
                <c:pt idx="270">
                  <c:v>19665.900000000001</c:v>
                </c:pt>
                <c:pt idx="271">
                  <c:v>45073</c:v>
                </c:pt>
                <c:pt idx="272">
                  <c:v>45001</c:v>
                </c:pt>
                <c:pt idx="273">
                  <c:v>38285.800000000003</c:v>
                </c:pt>
                <c:pt idx="274">
                  <c:v>28687.3</c:v>
                </c:pt>
                <c:pt idx="275">
                  <c:v>31278.400000000001</c:v>
                </c:pt>
                <c:pt idx="276">
                  <c:v>35831.199999999997</c:v>
                </c:pt>
                <c:pt idx="277">
                  <c:v>33871.699999999997</c:v>
                </c:pt>
                <c:pt idx="278">
                  <c:v>30861.9</c:v>
                </c:pt>
                <c:pt idx="279">
                  <c:v>29373.4</c:v>
                </c:pt>
                <c:pt idx="280">
                  <c:v>24656</c:v>
                </c:pt>
                <c:pt idx="281">
                  <c:v>21523.9</c:v>
                </c:pt>
                <c:pt idx="282">
                  <c:v>19582.8</c:v>
                </c:pt>
                <c:pt idx="283">
                  <c:v>17756.3</c:v>
                </c:pt>
                <c:pt idx="284">
                  <c:v>16888.3</c:v>
                </c:pt>
                <c:pt idx="285">
                  <c:v>14864.5</c:v>
                </c:pt>
                <c:pt idx="286">
                  <c:v>12738.9</c:v>
                </c:pt>
                <c:pt idx="287">
                  <c:v>10611.5</c:v>
                </c:pt>
                <c:pt idx="288">
                  <c:v>9054</c:v>
                </c:pt>
                <c:pt idx="289">
                  <c:v>7879.6</c:v>
                </c:pt>
                <c:pt idx="290">
                  <c:v>6797.3</c:v>
                </c:pt>
                <c:pt idx="291">
                  <c:v>6290.9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33-4914-A37F-46355A26ECDD}"/>
            </c:ext>
          </c:extLst>
        </c:ser>
        <c:ser>
          <c:idx val="2"/>
          <c:order val="2"/>
          <c:tx>
            <c:v>TSP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'Ranger_2326-1000047-A_20250804-'!$A$3:$A$294</c:f>
              <c:numCache>
                <c:formatCode>h:mm</c:formatCode>
                <c:ptCount val="292"/>
                <c:pt idx="0">
                  <c:v>0.4777777777777778</c:v>
                </c:pt>
                <c:pt idx="1">
                  <c:v>0.47847222222222224</c:v>
                </c:pt>
                <c:pt idx="2">
                  <c:v>0.47916666666666702</c:v>
                </c:pt>
                <c:pt idx="3">
                  <c:v>0.47986111111111102</c:v>
                </c:pt>
                <c:pt idx="4">
                  <c:v>0.48055555555555601</c:v>
                </c:pt>
                <c:pt idx="5">
                  <c:v>0.48125000000000001</c:v>
                </c:pt>
                <c:pt idx="6">
                  <c:v>0.48194444444444401</c:v>
                </c:pt>
                <c:pt idx="7">
                  <c:v>0.48263888888888901</c:v>
                </c:pt>
                <c:pt idx="8">
                  <c:v>0.483333333333333</c:v>
                </c:pt>
                <c:pt idx="9">
                  <c:v>0.484027777777778</c:v>
                </c:pt>
                <c:pt idx="10">
                  <c:v>0.484722222222222</c:v>
                </c:pt>
                <c:pt idx="11">
                  <c:v>0.485416666666667</c:v>
                </c:pt>
                <c:pt idx="12">
                  <c:v>0.48611111111111099</c:v>
                </c:pt>
                <c:pt idx="13">
                  <c:v>0.48680555555555599</c:v>
                </c:pt>
                <c:pt idx="14">
                  <c:v>0.48749999999999999</c:v>
                </c:pt>
                <c:pt idx="15">
                  <c:v>0.48819444444444399</c:v>
                </c:pt>
                <c:pt idx="16">
                  <c:v>0.48888888888888898</c:v>
                </c:pt>
                <c:pt idx="17">
                  <c:v>0.48958333333333298</c:v>
                </c:pt>
                <c:pt idx="18">
                  <c:v>0.49027777777777798</c:v>
                </c:pt>
                <c:pt idx="19">
                  <c:v>0.49097222222222198</c:v>
                </c:pt>
                <c:pt idx="20">
                  <c:v>0.49166666666666697</c:v>
                </c:pt>
                <c:pt idx="21">
                  <c:v>0.49236111111111103</c:v>
                </c:pt>
                <c:pt idx="22">
                  <c:v>0.49305555555555602</c:v>
                </c:pt>
                <c:pt idx="23">
                  <c:v>0.49375000000000002</c:v>
                </c:pt>
                <c:pt idx="24">
                  <c:v>0.49444444444444402</c:v>
                </c:pt>
                <c:pt idx="25">
                  <c:v>0.49513888888888902</c:v>
                </c:pt>
                <c:pt idx="26">
                  <c:v>0.49583333333333302</c:v>
                </c:pt>
                <c:pt idx="27">
                  <c:v>0.49652777777777801</c:v>
                </c:pt>
                <c:pt idx="28">
                  <c:v>0.49722222222222201</c:v>
                </c:pt>
                <c:pt idx="29">
                  <c:v>0.49791666666666701</c:v>
                </c:pt>
                <c:pt idx="30">
                  <c:v>0.49861111111111101</c:v>
                </c:pt>
                <c:pt idx="31">
                  <c:v>0.499305555555556</c:v>
                </c:pt>
                <c:pt idx="32">
                  <c:v>0.5</c:v>
                </c:pt>
                <c:pt idx="33">
                  <c:v>0.500694444444444</c:v>
                </c:pt>
                <c:pt idx="34">
                  <c:v>0.50138888888888899</c:v>
                </c:pt>
                <c:pt idx="35">
                  <c:v>0.50208333333333299</c:v>
                </c:pt>
                <c:pt idx="36">
                  <c:v>0.50277777777777799</c:v>
                </c:pt>
                <c:pt idx="37">
                  <c:v>0.50347222222222199</c:v>
                </c:pt>
                <c:pt idx="38">
                  <c:v>0.50416666666666698</c:v>
                </c:pt>
                <c:pt idx="39">
                  <c:v>0.50486111111111098</c:v>
                </c:pt>
                <c:pt idx="40">
                  <c:v>0.50555555555555598</c:v>
                </c:pt>
                <c:pt idx="41">
                  <c:v>0.50624999999999998</c:v>
                </c:pt>
                <c:pt idx="42">
                  <c:v>0.50694444444444398</c:v>
                </c:pt>
                <c:pt idx="43">
                  <c:v>0.50763888888888897</c:v>
                </c:pt>
                <c:pt idx="44">
                  <c:v>0.50833333333333297</c:v>
                </c:pt>
                <c:pt idx="45">
                  <c:v>0.50902777777777797</c:v>
                </c:pt>
                <c:pt idx="46">
                  <c:v>0.50972222222222197</c:v>
                </c:pt>
                <c:pt idx="47">
                  <c:v>0.51041666666666696</c:v>
                </c:pt>
                <c:pt idx="48">
                  <c:v>0.51111111111111096</c:v>
                </c:pt>
                <c:pt idx="49">
                  <c:v>0.51180555555555596</c:v>
                </c:pt>
                <c:pt idx="50">
                  <c:v>0.51249999999999996</c:v>
                </c:pt>
                <c:pt idx="51">
                  <c:v>0.51319444444444395</c:v>
                </c:pt>
                <c:pt idx="52">
                  <c:v>0.51388888888888895</c:v>
                </c:pt>
                <c:pt idx="53">
                  <c:v>0.51458333333333295</c:v>
                </c:pt>
                <c:pt idx="54">
                  <c:v>0.51527777777777795</c:v>
                </c:pt>
                <c:pt idx="55">
                  <c:v>0.51597222222222205</c:v>
                </c:pt>
                <c:pt idx="56">
                  <c:v>0.51666666666666705</c:v>
                </c:pt>
                <c:pt idx="57">
                  <c:v>0.51736111111111105</c:v>
                </c:pt>
                <c:pt idx="58">
                  <c:v>0.51805555555555505</c:v>
                </c:pt>
                <c:pt idx="59">
                  <c:v>0.51875000000000004</c:v>
                </c:pt>
                <c:pt idx="60">
                  <c:v>0.51944444444444404</c:v>
                </c:pt>
                <c:pt idx="61">
                  <c:v>0.52013888888888904</c:v>
                </c:pt>
                <c:pt idx="62">
                  <c:v>0.52083333333333304</c:v>
                </c:pt>
                <c:pt idx="63">
                  <c:v>0.52152777777777803</c:v>
                </c:pt>
                <c:pt idx="64">
                  <c:v>0.52222222222222203</c:v>
                </c:pt>
                <c:pt idx="65">
                  <c:v>0.52291666666666603</c:v>
                </c:pt>
                <c:pt idx="66">
                  <c:v>0.52361111111111103</c:v>
                </c:pt>
                <c:pt idx="67">
                  <c:v>0.52430555555555503</c:v>
                </c:pt>
                <c:pt idx="68">
                  <c:v>0.52500000000000002</c:v>
                </c:pt>
                <c:pt idx="69">
                  <c:v>0.52569444444444402</c:v>
                </c:pt>
                <c:pt idx="70">
                  <c:v>0.52638888888888902</c:v>
                </c:pt>
                <c:pt idx="71">
                  <c:v>0.52708333333333302</c:v>
                </c:pt>
                <c:pt idx="72">
                  <c:v>0.52777777777777801</c:v>
                </c:pt>
                <c:pt idx="73">
                  <c:v>0.52847222222222201</c:v>
                </c:pt>
                <c:pt idx="74">
                  <c:v>0.52916666666666601</c:v>
                </c:pt>
                <c:pt idx="75">
                  <c:v>0.52986111111111101</c:v>
                </c:pt>
                <c:pt idx="76">
                  <c:v>0.530555555555555</c:v>
                </c:pt>
                <c:pt idx="77">
                  <c:v>0.53125</c:v>
                </c:pt>
                <c:pt idx="78">
                  <c:v>0.531944444444444</c:v>
                </c:pt>
                <c:pt idx="79">
                  <c:v>0.53263888888888899</c:v>
                </c:pt>
                <c:pt idx="80">
                  <c:v>0.53333333333333299</c:v>
                </c:pt>
                <c:pt idx="81">
                  <c:v>0.53402777777777799</c:v>
                </c:pt>
                <c:pt idx="82">
                  <c:v>0.53472222222222199</c:v>
                </c:pt>
                <c:pt idx="83">
                  <c:v>0.53541666666666698</c:v>
                </c:pt>
                <c:pt idx="84">
                  <c:v>0.53611111111111098</c:v>
                </c:pt>
                <c:pt idx="85">
                  <c:v>0.53680555555555498</c:v>
                </c:pt>
                <c:pt idx="86">
                  <c:v>0.53749999999999998</c:v>
                </c:pt>
                <c:pt idx="87">
                  <c:v>0.53819444444444398</c:v>
                </c:pt>
                <c:pt idx="88">
                  <c:v>0.53888888888888897</c:v>
                </c:pt>
                <c:pt idx="89">
                  <c:v>0.53958333333333297</c:v>
                </c:pt>
                <c:pt idx="90">
                  <c:v>0.54027777777777797</c:v>
                </c:pt>
                <c:pt idx="91">
                  <c:v>0.54097222222222197</c:v>
                </c:pt>
                <c:pt idx="92">
                  <c:v>0.54166666666666696</c:v>
                </c:pt>
                <c:pt idx="93">
                  <c:v>0.54236111111111096</c:v>
                </c:pt>
                <c:pt idx="94">
                  <c:v>0.54305555555555496</c:v>
                </c:pt>
                <c:pt idx="95">
                  <c:v>0.54374999999999996</c:v>
                </c:pt>
                <c:pt idx="96">
                  <c:v>0.54444444444444395</c:v>
                </c:pt>
                <c:pt idx="97">
                  <c:v>0.54513888888888895</c:v>
                </c:pt>
                <c:pt idx="98">
                  <c:v>0.54583333333333295</c:v>
                </c:pt>
                <c:pt idx="99">
                  <c:v>0.54652777777777795</c:v>
                </c:pt>
                <c:pt idx="100">
                  <c:v>0.54722222222222205</c:v>
                </c:pt>
                <c:pt idx="101">
                  <c:v>0.54791666666666605</c:v>
                </c:pt>
                <c:pt idx="102">
                  <c:v>0.54861111111111105</c:v>
                </c:pt>
                <c:pt idx="103">
                  <c:v>0.54930555555555505</c:v>
                </c:pt>
                <c:pt idx="104">
                  <c:v>0.55000000000000004</c:v>
                </c:pt>
                <c:pt idx="105">
                  <c:v>0.55069444444444404</c:v>
                </c:pt>
                <c:pt idx="106">
                  <c:v>0.55138888888888904</c:v>
                </c:pt>
                <c:pt idx="107">
                  <c:v>0.55208333333333304</c:v>
                </c:pt>
                <c:pt idx="108">
                  <c:v>0.55277777777777704</c:v>
                </c:pt>
                <c:pt idx="109">
                  <c:v>0.55347222222222203</c:v>
                </c:pt>
                <c:pt idx="110">
                  <c:v>0.55416666666666603</c:v>
                </c:pt>
                <c:pt idx="111">
                  <c:v>0.55486111111111103</c:v>
                </c:pt>
                <c:pt idx="112">
                  <c:v>0.55555555555555503</c:v>
                </c:pt>
                <c:pt idx="113">
                  <c:v>0.55625000000000002</c:v>
                </c:pt>
                <c:pt idx="114">
                  <c:v>0.55694444444444402</c:v>
                </c:pt>
                <c:pt idx="115">
                  <c:v>0.55763888888888902</c:v>
                </c:pt>
                <c:pt idx="116">
                  <c:v>0.55833333333333302</c:v>
                </c:pt>
                <c:pt idx="117">
                  <c:v>0.55902777777777701</c:v>
                </c:pt>
                <c:pt idx="118">
                  <c:v>0.55972222222222201</c:v>
                </c:pt>
                <c:pt idx="119">
                  <c:v>0.56041666666666601</c:v>
                </c:pt>
                <c:pt idx="120">
                  <c:v>0.56111111111111101</c:v>
                </c:pt>
                <c:pt idx="121">
                  <c:v>0.561805555555555</c:v>
                </c:pt>
                <c:pt idx="122">
                  <c:v>0.5625</c:v>
                </c:pt>
                <c:pt idx="123">
                  <c:v>0.563194444444444</c:v>
                </c:pt>
                <c:pt idx="124">
                  <c:v>0.56388888888888899</c:v>
                </c:pt>
                <c:pt idx="125">
                  <c:v>0.56458333333333299</c:v>
                </c:pt>
                <c:pt idx="126">
                  <c:v>0.56527777777777799</c:v>
                </c:pt>
                <c:pt idx="127">
                  <c:v>0.56597222222222199</c:v>
                </c:pt>
                <c:pt idx="128">
                  <c:v>0.56666666666666599</c:v>
                </c:pt>
                <c:pt idx="129">
                  <c:v>0.56736111111111098</c:v>
                </c:pt>
                <c:pt idx="130">
                  <c:v>0.56805555555555498</c:v>
                </c:pt>
                <c:pt idx="131">
                  <c:v>0.56874999999999998</c:v>
                </c:pt>
                <c:pt idx="132">
                  <c:v>0.56944444444444398</c:v>
                </c:pt>
                <c:pt idx="133">
                  <c:v>0.57013888888888897</c:v>
                </c:pt>
                <c:pt idx="134">
                  <c:v>0.57083333333333297</c:v>
                </c:pt>
                <c:pt idx="135">
                  <c:v>0.57152777777777797</c:v>
                </c:pt>
                <c:pt idx="136">
                  <c:v>0.57222222222222197</c:v>
                </c:pt>
                <c:pt idx="137">
                  <c:v>0.57291666666666596</c:v>
                </c:pt>
                <c:pt idx="138">
                  <c:v>0.57361111111111096</c:v>
                </c:pt>
                <c:pt idx="139">
                  <c:v>0.57430555555555496</c:v>
                </c:pt>
                <c:pt idx="140">
                  <c:v>0.57499999999999996</c:v>
                </c:pt>
                <c:pt idx="141">
                  <c:v>0.57569444444444395</c:v>
                </c:pt>
                <c:pt idx="142">
                  <c:v>0.57638888888888895</c:v>
                </c:pt>
                <c:pt idx="143">
                  <c:v>0.57708333333333295</c:v>
                </c:pt>
                <c:pt idx="144">
                  <c:v>0.57777777777777695</c:v>
                </c:pt>
                <c:pt idx="145">
                  <c:v>0.57847222222222205</c:v>
                </c:pt>
                <c:pt idx="146">
                  <c:v>0.57916666666666705</c:v>
                </c:pt>
                <c:pt idx="147">
                  <c:v>0.57986111111111105</c:v>
                </c:pt>
                <c:pt idx="148">
                  <c:v>0.58055555555555505</c:v>
                </c:pt>
                <c:pt idx="149">
                  <c:v>0.58125000000000004</c:v>
                </c:pt>
                <c:pt idx="150">
                  <c:v>0.58194444444444404</c:v>
                </c:pt>
                <c:pt idx="151">
                  <c:v>0.58263888888888904</c:v>
                </c:pt>
                <c:pt idx="152">
                  <c:v>0.58333333333333304</c:v>
                </c:pt>
                <c:pt idx="153">
                  <c:v>0.58402777777777803</c:v>
                </c:pt>
                <c:pt idx="154">
                  <c:v>0.58472222222222203</c:v>
                </c:pt>
                <c:pt idx="155">
                  <c:v>0.58541666666666703</c:v>
                </c:pt>
                <c:pt idx="156">
                  <c:v>0.58611111111111103</c:v>
                </c:pt>
                <c:pt idx="157">
                  <c:v>0.58680555555555503</c:v>
                </c:pt>
                <c:pt idx="158">
                  <c:v>0.58750000000000002</c:v>
                </c:pt>
                <c:pt idx="159">
                  <c:v>0.58819444444444402</c:v>
                </c:pt>
                <c:pt idx="160">
                  <c:v>0.58888888888888902</c:v>
                </c:pt>
                <c:pt idx="161">
                  <c:v>0.58958333333333302</c:v>
                </c:pt>
                <c:pt idx="162">
                  <c:v>0.59027777777777801</c:v>
                </c:pt>
                <c:pt idx="163">
                  <c:v>0.59097222222222201</c:v>
                </c:pt>
                <c:pt idx="164">
                  <c:v>0.59166666666666601</c:v>
                </c:pt>
                <c:pt idx="165">
                  <c:v>0.59236111111111101</c:v>
                </c:pt>
                <c:pt idx="166">
                  <c:v>0.593055555555555</c:v>
                </c:pt>
                <c:pt idx="167">
                  <c:v>0.59375</c:v>
                </c:pt>
                <c:pt idx="168">
                  <c:v>0.594444444444444</c:v>
                </c:pt>
                <c:pt idx="169">
                  <c:v>0.59513888888888899</c:v>
                </c:pt>
                <c:pt idx="170">
                  <c:v>0.59583333333333299</c:v>
                </c:pt>
                <c:pt idx="171">
                  <c:v>0.59652777777777799</c:v>
                </c:pt>
                <c:pt idx="172">
                  <c:v>0.59722222222222199</c:v>
                </c:pt>
                <c:pt idx="173">
                  <c:v>0.59791666666666599</c:v>
                </c:pt>
                <c:pt idx="174">
                  <c:v>0.59861111111111098</c:v>
                </c:pt>
                <c:pt idx="175">
                  <c:v>0.59930555555555498</c:v>
                </c:pt>
                <c:pt idx="176">
                  <c:v>0.6</c:v>
                </c:pt>
                <c:pt idx="177">
                  <c:v>0.60069444444444398</c:v>
                </c:pt>
                <c:pt idx="178">
                  <c:v>0.60138888888888897</c:v>
                </c:pt>
                <c:pt idx="179">
                  <c:v>0.60208333333333297</c:v>
                </c:pt>
                <c:pt idx="180">
                  <c:v>0.60277777777777797</c:v>
                </c:pt>
                <c:pt idx="181">
                  <c:v>0.60347222222222197</c:v>
                </c:pt>
                <c:pt idx="182">
                  <c:v>0.60416666666666596</c:v>
                </c:pt>
                <c:pt idx="183">
                  <c:v>0.60486111111111096</c:v>
                </c:pt>
                <c:pt idx="184">
                  <c:v>0.60555555555555496</c:v>
                </c:pt>
                <c:pt idx="185">
                  <c:v>0.60624999999999996</c:v>
                </c:pt>
                <c:pt idx="186">
                  <c:v>0.60694444444444395</c:v>
                </c:pt>
                <c:pt idx="187">
                  <c:v>0.60763888888888895</c:v>
                </c:pt>
                <c:pt idx="188">
                  <c:v>0.60833333333333295</c:v>
                </c:pt>
                <c:pt idx="189">
                  <c:v>0.60902777777777795</c:v>
                </c:pt>
                <c:pt idx="190">
                  <c:v>0.60972222222222205</c:v>
                </c:pt>
                <c:pt idx="191">
                  <c:v>0.61041666666666605</c:v>
                </c:pt>
                <c:pt idx="192">
                  <c:v>0.61111111111111105</c:v>
                </c:pt>
                <c:pt idx="193">
                  <c:v>0.61180555555555505</c:v>
                </c:pt>
                <c:pt idx="194">
                  <c:v>0.61250000000000004</c:v>
                </c:pt>
                <c:pt idx="195">
                  <c:v>0.61319444444444404</c:v>
                </c:pt>
                <c:pt idx="196">
                  <c:v>0.61388888888888904</c:v>
                </c:pt>
                <c:pt idx="197">
                  <c:v>0.61458333333333304</c:v>
                </c:pt>
                <c:pt idx="198">
                  <c:v>0.61527777777777803</c:v>
                </c:pt>
                <c:pt idx="199">
                  <c:v>0.61597222222222203</c:v>
                </c:pt>
                <c:pt idx="200">
                  <c:v>0.61666666666666603</c:v>
                </c:pt>
                <c:pt idx="201">
                  <c:v>0.61736111111111103</c:v>
                </c:pt>
                <c:pt idx="202">
                  <c:v>0.61805555555555503</c:v>
                </c:pt>
                <c:pt idx="203">
                  <c:v>0.61875000000000002</c:v>
                </c:pt>
                <c:pt idx="204">
                  <c:v>0.61944444444444402</c:v>
                </c:pt>
                <c:pt idx="205">
                  <c:v>0.62013888888888902</c:v>
                </c:pt>
                <c:pt idx="206">
                  <c:v>0.62083333333333302</c:v>
                </c:pt>
                <c:pt idx="207">
                  <c:v>0.62152777777777701</c:v>
                </c:pt>
                <c:pt idx="208">
                  <c:v>0.62222222222222201</c:v>
                </c:pt>
                <c:pt idx="209">
                  <c:v>0.62291666666666601</c:v>
                </c:pt>
                <c:pt idx="210">
                  <c:v>0.62361111111111101</c:v>
                </c:pt>
                <c:pt idx="211">
                  <c:v>0.624305555555555</c:v>
                </c:pt>
                <c:pt idx="212">
                  <c:v>0.625</c:v>
                </c:pt>
                <c:pt idx="213">
                  <c:v>0.625694444444444</c:v>
                </c:pt>
                <c:pt idx="214">
                  <c:v>0.62638888888888899</c:v>
                </c:pt>
                <c:pt idx="215">
                  <c:v>0.62708333333333299</c:v>
                </c:pt>
                <c:pt idx="216">
                  <c:v>0.62777777777777699</c:v>
                </c:pt>
                <c:pt idx="217">
                  <c:v>0.62847222222222199</c:v>
                </c:pt>
                <c:pt idx="218">
                  <c:v>0.62916666666666599</c:v>
                </c:pt>
                <c:pt idx="219">
                  <c:v>0.62986111111111098</c:v>
                </c:pt>
                <c:pt idx="220">
                  <c:v>0.63055555555555498</c:v>
                </c:pt>
                <c:pt idx="221">
                  <c:v>0.63124999999999998</c:v>
                </c:pt>
                <c:pt idx="222">
                  <c:v>0.63194444444444398</c:v>
                </c:pt>
                <c:pt idx="223">
                  <c:v>0.63263888888888897</c:v>
                </c:pt>
                <c:pt idx="224">
                  <c:v>0.63333333333333297</c:v>
                </c:pt>
                <c:pt idx="225">
                  <c:v>0.63402777777777697</c:v>
                </c:pt>
                <c:pt idx="226">
                  <c:v>0.63472222222222197</c:v>
                </c:pt>
                <c:pt idx="227">
                  <c:v>0.63541666666666596</c:v>
                </c:pt>
                <c:pt idx="228">
                  <c:v>0.63611111111111096</c:v>
                </c:pt>
                <c:pt idx="229">
                  <c:v>0.63680555555555496</c:v>
                </c:pt>
                <c:pt idx="230">
                  <c:v>0.63749999999999996</c:v>
                </c:pt>
                <c:pt idx="231">
                  <c:v>0.63819444444444395</c:v>
                </c:pt>
                <c:pt idx="232">
                  <c:v>0.63888888888888895</c:v>
                </c:pt>
                <c:pt idx="233">
                  <c:v>0.63958333333333295</c:v>
                </c:pt>
                <c:pt idx="234">
                  <c:v>0.64027777777777695</c:v>
                </c:pt>
                <c:pt idx="235">
                  <c:v>0.64097222222222205</c:v>
                </c:pt>
                <c:pt idx="236">
                  <c:v>0.64166666666666605</c:v>
                </c:pt>
                <c:pt idx="237">
                  <c:v>0.64236111111111105</c:v>
                </c:pt>
                <c:pt idx="238">
                  <c:v>0.64305555555555505</c:v>
                </c:pt>
                <c:pt idx="239">
                  <c:v>0.64375000000000004</c:v>
                </c:pt>
                <c:pt idx="240">
                  <c:v>0.64444444444444404</c:v>
                </c:pt>
                <c:pt idx="241">
                  <c:v>0.64513888888888904</c:v>
                </c:pt>
                <c:pt idx="242">
                  <c:v>0.64583333333333304</c:v>
                </c:pt>
                <c:pt idx="243">
                  <c:v>0.64652777777777704</c:v>
                </c:pt>
                <c:pt idx="244">
                  <c:v>0.64722222222222203</c:v>
                </c:pt>
                <c:pt idx="245">
                  <c:v>0.64791666666666603</c:v>
                </c:pt>
                <c:pt idx="246">
                  <c:v>0.64861111111111103</c:v>
                </c:pt>
                <c:pt idx="247">
                  <c:v>0.64930555555555503</c:v>
                </c:pt>
                <c:pt idx="248">
                  <c:v>0.65</c:v>
                </c:pt>
                <c:pt idx="249">
                  <c:v>0.65069444444444402</c:v>
                </c:pt>
                <c:pt idx="250">
                  <c:v>0.65138888888888802</c:v>
                </c:pt>
                <c:pt idx="251">
                  <c:v>0.65208333333333302</c:v>
                </c:pt>
                <c:pt idx="252">
                  <c:v>0.65277777777777701</c:v>
                </c:pt>
                <c:pt idx="253">
                  <c:v>0.65347222222222201</c:v>
                </c:pt>
                <c:pt idx="254">
                  <c:v>0.65416666666666601</c:v>
                </c:pt>
                <c:pt idx="255">
                  <c:v>0.65486111111111101</c:v>
                </c:pt>
                <c:pt idx="256">
                  <c:v>0.655555555555555</c:v>
                </c:pt>
                <c:pt idx="257">
                  <c:v>0.65625</c:v>
                </c:pt>
                <c:pt idx="258">
                  <c:v>0.656944444444444</c:v>
                </c:pt>
                <c:pt idx="259">
                  <c:v>0.657638888888888</c:v>
                </c:pt>
                <c:pt idx="260">
                  <c:v>0.65833333333333299</c:v>
                </c:pt>
                <c:pt idx="261">
                  <c:v>0.65902777777777699</c:v>
                </c:pt>
                <c:pt idx="262">
                  <c:v>0.65972222222222199</c:v>
                </c:pt>
                <c:pt idx="263">
                  <c:v>0.66041666666666599</c:v>
                </c:pt>
                <c:pt idx="264">
                  <c:v>0.66111111111111098</c:v>
                </c:pt>
                <c:pt idx="265">
                  <c:v>0.66180555555555498</c:v>
                </c:pt>
                <c:pt idx="266">
                  <c:v>0.66249999999999998</c:v>
                </c:pt>
                <c:pt idx="267">
                  <c:v>0.66319444444444398</c:v>
                </c:pt>
                <c:pt idx="268">
                  <c:v>0.66388888888888797</c:v>
                </c:pt>
                <c:pt idx="269">
                  <c:v>0.66458333333333297</c:v>
                </c:pt>
                <c:pt idx="270">
                  <c:v>0.66527777777777697</c:v>
                </c:pt>
                <c:pt idx="271">
                  <c:v>0.66597222222222197</c:v>
                </c:pt>
                <c:pt idx="272">
                  <c:v>0.66666666666666596</c:v>
                </c:pt>
                <c:pt idx="273">
                  <c:v>0.66736111111111096</c:v>
                </c:pt>
                <c:pt idx="274">
                  <c:v>0.66805555555555496</c:v>
                </c:pt>
                <c:pt idx="275">
                  <c:v>0.66874999999999996</c:v>
                </c:pt>
                <c:pt idx="276">
                  <c:v>0.66944444444444395</c:v>
                </c:pt>
                <c:pt idx="277">
                  <c:v>0.67013888888888795</c:v>
                </c:pt>
                <c:pt idx="278">
                  <c:v>0.67083333333333295</c:v>
                </c:pt>
                <c:pt idx="279">
                  <c:v>0.67152777777777695</c:v>
                </c:pt>
                <c:pt idx="280">
                  <c:v>0.67222222222222205</c:v>
                </c:pt>
                <c:pt idx="281">
                  <c:v>0.67291666666666605</c:v>
                </c:pt>
                <c:pt idx="282">
                  <c:v>0.67361111111111105</c:v>
                </c:pt>
                <c:pt idx="283">
                  <c:v>0.67430555555555505</c:v>
                </c:pt>
                <c:pt idx="284">
                  <c:v>0.67500000000000004</c:v>
                </c:pt>
                <c:pt idx="285">
                  <c:v>0.67569444444444404</c:v>
                </c:pt>
                <c:pt idx="286">
                  <c:v>0.67638888888888804</c:v>
                </c:pt>
                <c:pt idx="287">
                  <c:v>0.67708333333333304</c:v>
                </c:pt>
                <c:pt idx="288">
                  <c:v>0.67777777777777704</c:v>
                </c:pt>
                <c:pt idx="289">
                  <c:v>0.67847222222222203</c:v>
                </c:pt>
                <c:pt idx="290">
                  <c:v>0.67916666666666603</c:v>
                </c:pt>
                <c:pt idx="291">
                  <c:v>0.67986111111111103</c:v>
                </c:pt>
              </c:numCache>
            </c:numRef>
          </c:cat>
          <c:val>
            <c:numRef>
              <c:f>'Ranger_2326-1000047-A_20250804-'!$I$3:$I$294</c:f>
              <c:numCache>
                <c:formatCode>General</c:formatCode>
                <c:ptCount val="292"/>
                <c:pt idx="0">
                  <c:v>1889</c:v>
                </c:pt>
                <c:pt idx="1">
                  <c:v>1865.9</c:v>
                </c:pt>
                <c:pt idx="2">
                  <c:v>5291.8</c:v>
                </c:pt>
                <c:pt idx="3">
                  <c:v>4948.3</c:v>
                </c:pt>
                <c:pt idx="4">
                  <c:v>1365.1</c:v>
                </c:pt>
                <c:pt idx="5">
                  <c:v>1438.3</c:v>
                </c:pt>
                <c:pt idx="6">
                  <c:v>726.3</c:v>
                </c:pt>
                <c:pt idx="7">
                  <c:v>1626.6</c:v>
                </c:pt>
                <c:pt idx="8">
                  <c:v>1309.9000000000001</c:v>
                </c:pt>
                <c:pt idx="9">
                  <c:v>1570.8</c:v>
                </c:pt>
                <c:pt idx="10">
                  <c:v>1675</c:v>
                </c:pt>
                <c:pt idx="11">
                  <c:v>673.2</c:v>
                </c:pt>
                <c:pt idx="12">
                  <c:v>374.5</c:v>
                </c:pt>
                <c:pt idx="13">
                  <c:v>226.6</c:v>
                </c:pt>
                <c:pt idx="14">
                  <c:v>208.7</c:v>
                </c:pt>
                <c:pt idx="15">
                  <c:v>208.5</c:v>
                </c:pt>
                <c:pt idx="16">
                  <c:v>187</c:v>
                </c:pt>
                <c:pt idx="17">
                  <c:v>186.2</c:v>
                </c:pt>
                <c:pt idx="18">
                  <c:v>187.4</c:v>
                </c:pt>
                <c:pt idx="19">
                  <c:v>169.7</c:v>
                </c:pt>
                <c:pt idx="20">
                  <c:v>163.9</c:v>
                </c:pt>
                <c:pt idx="21">
                  <c:v>158.69999999999999</c:v>
                </c:pt>
                <c:pt idx="22">
                  <c:v>148.30000000000001</c:v>
                </c:pt>
                <c:pt idx="23">
                  <c:v>135.30000000000001</c:v>
                </c:pt>
                <c:pt idx="24">
                  <c:v>128.6</c:v>
                </c:pt>
                <c:pt idx="25">
                  <c:v>125.2</c:v>
                </c:pt>
                <c:pt idx="26">
                  <c:v>110.3</c:v>
                </c:pt>
                <c:pt idx="27">
                  <c:v>108.9</c:v>
                </c:pt>
                <c:pt idx="28">
                  <c:v>112.5</c:v>
                </c:pt>
                <c:pt idx="29">
                  <c:v>106.3</c:v>
                </c:pt>
                <c:pt idx="30">
                  <c:v>106.3</c:v>
                </c:pt>
                <c:pt idx="31">
                  <c:v>95.7</c:v>
                </c:pt>
                <c:pt idx="32">
                  <c:v>94.8</c:v>
                </c:pt>
                <c:pt idx="33">
                  <c:v>93.7</c:v>
                </c:pt>
                <c:pt idx="34">
                  <c:v>90.8</c:v>
                </c:pt>
                <c:pt idx="35">
                  <c:v>82.9</c:v>
                </c:pt>
                <c:pt idx="36">
                  <c:v>74.7</c:v>
                </c:pt>
                <c:pt idx="37">
                  <c:v>82.9</c:v>
                </c:pt>
                <c:pt idx="38">
                  <c:v>101.3</c:v>
                </c:pt>
                <c:pt idx="39">
                  <c:v>418.9</c:v>
                </c:pt>
                <c:pt idx="40">
                  <c:v>160.5</c:v>
                </c:pt>
                <c:pt idx="41">
                  <c:v>106.4</c:v>
                </c:pt>
                <c:pt idx="42">
                  <c:v>107.1</c:v>
                </c:pt>
                <c:pt idx="43">
                  <c:v>104.7</c:v>
                </c:pt>
                <c:pt idx="44">
                  <c:v>97.4</c:v>
                </c:pt>
                <c:pt idx="45">
                  <c:v>93.4</c:v>
                </c:pt>
                <c:pt idx="46">
                  <c:v>115.2</c:v>
                </c:pt>
                <c:pt idx="47">
                  <c:v>169.4</c:v>
                </c:pt>
                <c:pt idx="48">
                  <c:v>123.3</c:v>
                </c:pt>
                <c:pt idx="49">
                  <c:v>114</c:v>
                </c:pt>
                <c:pt idx="50">
                  <c:v>105.5</c:v>
                </c:pt>
                <c:pt idx="51">
                  <c:v>106.9</c:v>
                </c:pt>
                <c:pt idx="52">
                  <c:v>103.6</c:v>
                </c:pt>
                <c:pt idx="53">
                  <c:v>113.3</c:v>
                </c:pt>
                <c:pt idx="54">
                  <c:v>119.6</c:v>
                </c:pt>
                <c:pt idx="55">
                  <c:v>147.19999999999999</c:v>
                </c:pt>
                <c:pt idx="56">
                  <c:v>140.4</c:v>
                </c:pt>
                <c:pt idx="57">
                  <c:v>183.9</c:v>
                </c:pt>
                <c:pt idx="58">
                  <c:v>224.9</c:v>
                </c:pt>
                <c:pt idx="59">
                  <c:v>351</c:v>
                </c:pt>
                <c:pt idx="60">
                  <c:v>445.9</c:v>
                </c:pt>
                <c:pt idx="61">
                  <c:v>548.4</c:v>
                </c:pt>
                <c:pt idx="62">
                  <c:v>771.9</c:v>
                </c:pt>
                <c:pt idx="63">
                  <c:v>951.5</c:v>
                </c:pt>
                <c:pt idx="64">
                  <c:v>1115.4000000000001</c:v>
                </c:pt>
                <c:pt idx="65">
                  <c:v>1303.9000000000001</c:v>
                </c:pt>
                <c:pt idx="66">
                  <c:v>1479</c:v>
                </c:pt>
                <c:pt idx="67">
                  <c:v>1639.7</c:v>
                </c:pt>
                <c:pt idx="68">
                  <c:v>1631.2</c:v>
                </c:pt>
                <c:pt idx="69">
                  <c:v>1722.8</c:v>
                </c:pt>
                <c:pt idx="70">
                  <c:v>1612.7</c:v>
                </c:pt>
                <c:pt idx="71">
                  <c:v>1738</c:v>
                </c:pt>
                <c:pt idx="72">
                  <c:v>1651.3</c:v>
                </c:pt>
                <c:pt idx="73">
                  <c:v>1592.8</c:v>
                </c:pt>
                <c:pt idx="74">
                  <c:v>1513.1</c:v>
                </c:pt>
                <c:pt idx="75">
                  <c:v>1432.7</c:v>
                </c:pt>
                <c:pt idx="76">
                  <c:v>1329.7</c:v>
                </c:pt>
                <c:pt idx="77">
                  <c:v>1388.2</c:v>
                </c:pt>
                <c:pt idx="78">
                  <c:v>1262.5999999999999</c:v>
                </c:pt>
                <c:pt idx="79">
                  <c:v>1102.9000000000001</c:v>
                </c:pt>
                <c:pt idx="80">
                  <c:v>1012</c:v>
                </c:pt>
                <c:pt idx="81">
                  <c:v>971.8</c:v>
                </c:pt>
                <c:pt idx="82">
                  <c:v>821.4</c:v>
                </c:pt>
                <c:pt idx="83">
                  <c:v>874.8</c:v>
                </c:pt>
                <c:pt idx="84">
                  <c:v>1626.9</c:v>
                </c:pt>
                <c:pt idx="85">
                  <c:v>1039</c:v>
                </c:pt>
                <c:pt idx="86">
                  <c:v>666.4</c:v>
                </c:pt>
                <c:pt idx="87">
                  <c:v>534</c:v>
                </c:pt>
                <c:pt idx="88">
                  <c:v>485.6</c:v>
                </c:pt>
                <c:pt idx="89">
                  <c:v>438.6</c:v>
                </c:pt>
                <c:pt idx="90">
                  <c:v>412.4</c:v>
                </c:pt>
                <c:pt idx="91">
                  <c:v>369.8</c:v>
                </c:pt>
                <c:pt idx="92">
                  <c:v>345</c:v>
                </c:pt>
                <c:pt idx="93">
                  <c:v>330.5</c:v>
                </c:pt>
                <c:pt idx="94">
                  <c:v>323</c:v>
                </c:pt>
                <c:pt idx="95">
                  <c:v>302.39999999999998</c:v>
                </c:pt>
                <c:pt idx="96">
                  <c:v>276.3</c:v>
                </c:pt>
                <c:pt idx="97">
                  <c:v>271.5</c:v>
                </c:pt>
                <c:pt idx="98">
                  <c:v>232.5</c:v>
                </c:pt>
                <c:pt idx="99">
                  <c:v>221</c:v>
                </c:pt>
                <c:pt idx="100">
                  <c:v>209.1</c:v>
                </c:pt>
                <c:pt idx="101">
                  <c:v>193.2</c:v>
                </c:pt>
                <c:pt idx="102">
                  <c:v>176.5</c:v>
                </c:pt>
                <c:pt idx="103">
                  <c:v>152.6</c:v>
                </c:pt>
                <c:pt idx="104">
                  <c:v>141</c:v>
                </c:pt>
                <c:pt idx="105">
                  <c:v>131.30000000000001</c:v>
                </c:pt>
                <c:pt idx="106">
                  <c:v>115.1</c:v>
                </c:pt>
                <c:pt idx="107">
                  <c:v>133.5</c:v>
                </c:pt>
                <c:pt idx="108">
                  <c:v>113.2</c:v>
                </c:pt>
                <c:pt idx="109">
                  <c:v>105.2</c:v>
                </c:pt>
                <c:pt idx="110">
                  <c:v>100.4</c:v>
                </c:pt>
                <c:pt idx="111">
                  <c:v>89.4</c:v>
                </c:pt>
                <c:pt idx="112">
                  <c:v>94.3</c:v>
                </c:pt>
                <c:pt idx="113">
                  <c:v>72.900000000000006</c:v>
                </c:pt>
                <c:pt idx="114">
                  <c:v>70.400000000000006</c:v>
                </c:pt>
                <c:pt idx="115">
                  <c:v>2202.1999999999998</c:v>
                </c:pt>
                <c:pt idx="116">
                  <c:v>20886.400000000001</c:v>
                </c:pt>
                <c:pt idx="117">
                  <c:v>16734.2</c:v>
                </c:pt>
                <c:pt idx="118">
                  <c:v>16653.2</c:v>
                </c:pt>
                <c:pt idx="119">
                  <c:v>11022.8</c:v>
                </c:pt>
                <c:pt idx="120">
                  <c:v>10108.9</c:v>
                </c:pt>
                <c:pt idx="121">
                  <c:v>11463.2</c:v>
                </c:pt>
                <c:pt idx="122">
                  <c:v>12313.8</c:v>
                </c:pt>
                <c:pt idx="123">
                  <c:v>13393.2</c:v>
                </c:pt>
                <c:pt idx="124">
                  <c:v>12602</c:v>
                </c:pt>
                <c:pt idx="125">
                  <c:v>11656.7</c:v>
                </c:pt>
                <c:pt idx="126">
                  <c:v>12110</c:v>
                </c:pt>
                <c:pt idx="127">
                  <c:v>14815.4</c:v>
                </c:pt>
                <c:pt idx="128">
                  <c:v>15137.8</c:v>
                </c:pt>
                <c:pt idx="129">
                  <c:v>13391.3</c:v>
                </c:pt>
                <c:pt idx="130">
                  <c:v>10998.6</c:v>
                </c:pt>
                <c:pt idx="131">
                  <c:v>13017.9</c:v>
                </c:pt>
                <c:pt idx="132">
                  <c:v>13399.7</c:v>
                </c:pt>
                <c:pt idx="133">
                  <c:v>12778.8</c:v>
                </c:pt>
                <c:pt idx="134">
                  <c:v>12108.4</c:v>
                </c:pt>
                <c:pt idx="135">
                  <c:v>12145.6</c:v>
                </c:pt>
                <c:pt idx="136">
                  <c:v>13970.9</c:v>
                </c:pt>
                <c:pt idx="137">
                  <c:v>14243.3</c:v>
                </c:pt>
                <c:pt idx="138">
                  <c:v>14583.1</c:v>
                </c:pt>
                <c:pt idx="139">
                  <c:v>14421.7</c:v>
                </c:pt>
                <c:pt idx="140">
                  <c:v>13965.6</c:v>
                </c:pt>
                <c:pt idx="141">
                  <c:v>12845.5</c:v>
                </c:pt>
                <c:pt idx="142">
                  <c:v>11624.8</c:v>
                </c:pt>
                <c:pt idx="143">
                  <c:v>9375.6</c:v>
                </c:pt>
                <c:pt idx="144">
                  <c:v>8261.2999999999993</c:v>
                </c:pt>
                <c:pt idx="145">
                  <c:v>7717.2</c:v>
                </c:pt>
                <c:pt idx="146">
                  <c:v>6674.7</c:v>
                </c:pt>
                <c:pt idx="147">
                  <c:v>14430.3</c:v>
                </c:pt>
                <c:pt idx="148">
                  <c:v>17189.599999999999</c:v>
                </c:pt>
                <c:pt idx="149">
                  <c:v>19812.099999999999</c:v>
                </c:pt>
                <c:pt idx="150">
                  <c:v>21550.2</c:v>
                </c:pt>
                <c:pt idx="151">
                  <c:v>43534.7</c:v>
                </c:pt>
                <c:pt idx="152">
                  <c:v>43751</c:v>
                </c:pt>
                <c:pt idx="153">
                  <c:v>49465.3</c:v>
                </c:pt>
                <c:pt idx="154">
                  <c:v>47848.3</c:v>
                </c:pt>
                <c:pt idx="155">
                  <c:v>47964.5</c:v>
                </c:pt>
                <c:pt idx="156">
                  <c:v>49808.800000000003</c:v>
                </c:pt>
                <c:pt idx="157">
                  <c:v>49959.3</c:v>
                </c:pt>
                <c:pt idx="158">
                  <c:v>49742.3</c:v>
                </c:pt>
                <c:pt idx="159">
                  <c:v>49185.7</c:v>
                </c:pt>
                <c:pt idx="160">
                  <c:v>53168</c:v>
                </c:pt>
                <c:pt idx="161">
                  <c:v>51770.3</c:v>
                </c:pt>
                <c:pt idx="162">
                  <c:v>47882.2</c:v>
                </c:pt>
                <c:pt idx="163">
                  <c:v>44874.5</c:v>
                </c:pt>
                <c:pt idx="164">
                  <c:v>42371.7</c:v>
                </c:pt>
                <c:pt idx="165">
                  <c:v>40586.5</c:v>
                </c:pt>
                <c:pt idx="166">
                  <c:v>40066.5</c:v>
                </c:pt>
                <c:pt idx="167">
                  <c:v>42797.7</c:v>
                </c:pt>
                <c:pt idx="168">
                  <c:v>41372.800000000003</c:v>
                </c:pt>
                <c:pt idx="169">
                  <c:v>42133.4</c:v>
                </c:pt>
                <c:pt idx="170">
                  <c:v>52538.5</c:v>
                </c:pt>
                <c:pt idx="171">
                  <c:v>55425</c:v>
                </c:pt>
                <c:pt idx="172">
                  <c:v>57400.1</c:v>
                </c:pt>
                <c:pt idx="173">
                  <c:v>52999.7</c:v>
                </c:pt>
                <c:pt idx="174">
                  <c:v>56630.9</c:v>
                </c:pt>
                <c:pt idx="175">
                  <c:v>56965.8</c:v>
                </c:pt>
                <c:pt idx="176">
                  <c:v>55119.9</c:v>
                </c:pt>
                <c:pt idx="177">
                  <c:v>53589.599999999999</c:v>
                </c:pt>
                <c:pt idx="178">
                  <c:v>53235.4</c:v>
                </c:pt>
                <c:pt idx="179">
                  <c:v>51378.400000000001</c:v>
                </c:pt>
                <c:pt idx="180">
                  <c:v>51849.1</c:v>
                </c:pt>
                <c:pt idx="181">
                  <c:v>47978.400000000001</c:v>
                </c:pt>
                <c:pt idx="182">
                  <c:v>44343.9</c:v>
                </c:pt>
                <c:pt idx="183">
                  <c:v>38221.199999999997</c:v>
                </c:pt>
                <c:pt idx="184">
                  <c:v>30956.9</c:v>
                </c:pt>
                <c:pt idx="185">
                  <c:v>24482.2</c:v>
                </c:pt>
                <c:pt idx="186">
                  <c:v>25507.4</c:v>
                </c:pt>
                <c:pt idx="187">
                  <c:v>34976</c:v>
                </c:pt>
                <c:pt idx="188">
                  <c:v>31535.599999999999</c:v>
                </c:pt>
                <c:pt idx="189">
                  <c:v>38951.199999999997</c:v>
                </c:pt>
                <c:pt idx="190">
                  <c:v>38393.599999999999</c:v>
                </c:pt>
                <c:pt idx="191">
                  <c:v>40874.800000000003</c:v>
                </c:pt>
                <c:pt idx="192">
                  <c:v>44941.2</c:v>
                </c:pt>
                <c:pt idx="193">
                  <c:v>48117.4</c:v>
                </c:pt>
                <c:pt idx="194">
                  <c:v>51344.7</c:v>
                </c:pt>
                <c:pt idx="195">
                  <c:v>52245.9</c:v>
                </c:pt>
                <c:pt idx="196">
                  <c:v>61939.4</c:v>
                </c:pt>
                <c:pt idx="197">
                  <c:v>59534.8</c:v>
                </c:pt>
                <c:pt idx="198">
                  <c:v>63527.4</c:v>
                </c:pt>
                <c:pt idx="199">
                  <c:v>63806.6</c:v>
                </c:pt>
                <c:pt idx="200">
                  <c:v>60894.5</c:v>
                </c:pt>
                <c:pt idx="201">
                  <c:v>59500.4</c:v>
                </c:pt>
                <c:pt idx="202">
                  <c:v>58726.400000000001</c:v>
                </c:pt>
                <c:pt idx="203">
                  <c:v>54410.6</c:v>
                </c:pt>
                <c:pt idx="204">
                  <c:v>48140.1</c:v>
                </c:pt>
                <c:pt idx="205">
                  <c:v>39113.300000000003</c:v>
                </c:pt>
                <c:pt idx="206">
                  <c:v>34915.599999999999</c:v>
                </c:pt>
                <c:pt idx="207">
                  <c:v>29510.5</c:v>
                </c:pt>
                <c:pt idx="208">
                  <c:v>23575.1</c:v>
                </c:pt>
                <c:pt idx="209">
                  <c:v>18662.5</c:v>
                </c:pt>
                <c:pt idx="210">
                  <c:v>15402.4</c:v>
                </c:pt>
                <c:pt idx="211">
                  <c:v>12388.1</c:v>
                </c:pt>
                <c:pt idx="212">
                  <c:v>10674.3</c:v>
                </c:pt>
                <c:pt idx="213">
                  <c:v>10678.7</c:v>
                </c:pt>
                <c:pt idx="214">
                  <c:v>13260.2</c:v>
                </c:pt>
                <c:pt idx="215">
                  <c:v>12328.5</c:v>
                </c:pt>
                <c:pt idx="216">
                  <c:v>14278.1</c:v>
                </c:pt>
                <c:pt idx="217">
                  <c:v>15172.7</c:v>
                </c:pt>
                <c:pt idx="218">
                  <c:v>21955.9</c:v>
                </c:pt>
                <c:pt idx="219">
                  <c:v>22638.6</c:v>
                </c:pt>
                <c:pt idx="220">
                  <c:v>28470.7</c:v>
                </c:pt>
                <c:pt idx="221">
                  <c:v>46248.800000000003</c:v>
                </c:pt>
                <c:pt idx="222">
                  <c:v>54334.400000000001</c:v>
                </c:pt>
                <c:pt idx="223">
                  <c:v>56409.4</c:v>
                </c:pt>
                <c:pt idx="224">
                  <c:v>54953.599999999999</c:v>
                </c:pt>
                <c:pt idx="225">
                  <c:v>53474.7</c:v>
                </c:pt>
                <c:pt idx="226">
                  <c:v>53743.4</c:v>
                </c:pt>
                <c:pt idx="227">
                  <c:v>54350.8</c:v>
                </c:pt>
                <c:pt idx="228">
                  <c:v>52618.7</c:v>
                </c:pt>
                <c:pt idx="229">
                  <c:v>54351.4</c:v>
                </c:pt>
                <c:pt idx="230">
                  <c:v>52695</c:v>
                </c:pt>
                <c:pt idx="231">
                  <c:v>53432.9</c:v>
                </c:pt>
                <c:pt idx="232">
                  <c:v>48930.5</c:v>
                </c:pt>
                <c:pt idx="233">
                  <c:v>44352.7</c:v>
                </c:pt>
                <c:pt idx="234">
                  <c:v>38388.199999999997</c:v>
                </c:pt>
                <c:pt idx="235">
                  <c:v>30171.8</c:v>
                </c:pt>
                <c:pt idx="236">
                  <c:v>25002.1</c:v>
                </c:pt>
                <c:pt idx="237">
                  <c:v>24574.1</c:v>
                </c:pt>
                <c:pt idx="238">
                  <c:v>33177</c:v>
                </c:pt>
                <c:pt idx="239">
                  <c:v>35582.300000000003</c:v>
                </c:pt>
                <c:pt idx="240">
                  <c:v>46920.4</c:v>
                </c:pt>
                <c:pt idx="241">
                  <c:v>44522.5</c:v>
                </c:pt>
                <c:pt idx="242">
                  <c:v>51377.8</c:v>
                </c:pt>
                <c:pt idx="243">
                  <c:v>64354.3</c:v>
                </c:pt>
                <c:pt idx="244">
                  <c:v>66871.600000000006</c:v>
                </c:pt>
                <c:pt idx="245">
                  <c:v>64530.9</c:v>
                </c:pt>
                <c:pt idx="246">
                  <c:v>65247.3</c:v>
                </c:pt>
                <c:pt idx="247">
                  <c:v>74270.5</c:v>
                </c:pt>
                <c:pt idx="248">
                  <c:v>77870</c:v>
                </c:pt>
                <c:pt idx="249">
                  <c:v>73825.399999999994</c:v>
                </c:pt>
                <c:pt idx="250">
                  <c:v>63512.6</c:v>
                </c:pt>
                <c:pt idx="251">
                  <c:v>56275.5</c:v>
                </c:pt>
                <c:pt idx="252">
                  <c:v>49876.7</c:v>
                </c:pt>
                <c:pt idx="253">
                  <c:v>46323.7</c:v>
                </c:pt>
                <c:pt idx="254">
                  <c:v>40798.699999999997</c:v>
                </c:pt>
                <c:pt idx="255">
                  <c:v>37964.6</c:v>
                </c:pt>
                <c:pt idx="256">
                  <c:v>34519.599999999999</c:v>
                </c:pt>
                <c:pt idx="257">
                  <c:v>30424.9</c:v>
                </c:pt>
                <c:pt idx="258">
                  <c:v>27757.5</c:v>
                </c:pt>
                <c:pt idx="259">
                  <c:v>24973.3</c:v>
                </c:pt>
                <c:pt idx="260">
                  <c:v>22460.9</c:v>
                </c:pt>
                <c:pt idx="261">
                  <c:v>20568.400000000001</c:v>
                </c:pt>
                <c:pt idx="262">
                  <c:v>18655.2</c:v>
                </c:pt>
                <c:pt idx="263">
                  <c:v>16398.7</c:v>
                </c:pt>
                <c:pt idx="264">
                  <c:v>14563.1</c:v>
                </c:pt>
                <c:pt idx="265">
                  <c:v>18505.099999999999</c:v>
                </c:pt>
                <c:pt idx="266">
                  <c:v>27581.4</c:v>
                </c:pt>
                <c:pt idx="267">
                  <c:v>21481.3</c:v>
                </c:pt>
                <c:pt idx="268">
                  <c:v>16522.8</c:v>
                </c:pt>
                <c:pt idx="269">
                  <c:v>17791.2</c:v>
                </c:pt>
                <c:pt idx="270">
                  <c:v>33876.9</c:v>
                </c:pt>
                <c:pt idx="271">
                  <c:v>80740.2</c:v>
                </c:pt>
                <c:pt idx="272">
                  <c:v>80648.800000000003</c:v>
                </c:pt>
                <c:pt idx="273">
                  <c:v>67863.600000000006</c:v>
                </c:pt>
                <c:pt idx="274">
                  <c:v>49894.6</c:v>
                </c:pt>
                <c:pt idx="275">
                  <c:v>55042.1</c:v>
                </c:pt>
                <c:pt idx="276">
                  <c:v>63561.1</c:v>
                </c:pt>
                <c:pt idx="277">
                  <c:v>59752.4</c:v>
                </c:pt>
                <c:pt idx="278">
                  <c:v>54035.7</c:v>
                </c:pt>
                <c:pt idx="279">
                  <c:v>51403.4</c:v>
                </c:pt>
                <c:pt idx="280">
                  <c:v>42822.9</c:v>
                </c:pt>
                <c:pt idx="281">
                  <c:v>37173.9</c:v>
                </c:pt>
                <c:pt idx="282">
                  <c:v>33532.6</c:v>
                </c:pt>
                <c:pt idx="283">
                  <c:v>30191.8</c:v>
                </c:pt>
                <c:pt idx="284">
                  <c:v>28294.5</c:v>
                </c:pt>
                <c:pt idx="285">
                  <c:v>24508.6</c:v>
                </c:pt>
                <c:pt idx="286">
                  <c:v>20885.599999999999</c:v>
                </c:pt>
                <c:pt idx="287">
                  <c:v>17399</c:v>
                </c:pt>
                <c:pt idx="288">
                  <c:v>14729.2</c:v>
                </c:pt>
                <c:pt idx="289">
                  <c:v>12847.6</c:v>
                </c:pt>
                <c:pt idx="290">
                  <c:v>11051.7</c:v>
                </c:pt>
                <c:pt idx="291">
                  <c:v>10140.799999999999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33-4914-A37F-46355A26E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5013824"/>
        <c:axId val="655021504"/>
      </c:lineChart>
      <c:catAx>
        <c:axId val="6550138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baseline="0"/>
                  <a:t> (24-hour format)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021504"/>
        <c:crosses val="autoZero"/>
        <c:auto val="1"/>
        <c:lblAlgn val="ctr"/>
        <c:lblOffset val="100"/>
        <c:noMultiLvlLbl val="0"/>
      </c:catAx>
      <c:valAx>
        <c:axId val="655021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Dust (ug/m3)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013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118-S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PMrsp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'Ranger__20230822-0938'!$A$3:$A$297</c:f>
              <c:numCache>
                <c:formatCode>h:mm</c:formatCode>
                <c:ptCount val="295"/>
                <c:pt idx="0">
                  <c:v>0.468055555555693</c:v>
                </c:pt>
                <c:pt idx="1">
                  <c:v>0.468750000000137</c:v>
                </c:pt>
                <c:pt idx="2">
                  <c:v>0.469444444444581</c:v>
                </c:pt>
                <c:pt idx="3">
                  <c:v>0.470138888889025</c:v>
                </c:pt>
                <c:pt idx="4">
                  <c:v>0.470833333333469</c:v>
                </c:pt>
                <c:pt idx="5">
                  <c:v>0.47152777777791299</c:v>
                </c:pt>
                <c:pt idx="6">
                  <c:v>0.47222222222235699</c:v>
                </c:pt>
                <c:pt idx="7">
                  <c:v>0.47291666666680099</c:v>
                </c:pt>
                <c:pt idx="8">
                  <c:v>0.47361111111124499</c:v>
                </c:pt>
                <c:pt idx="9">
                  <c:v>0.47430555555568898</c:v>
                </c:pt>
                <c:pt idx="10">
                  <c:v>0.47500000000013298</c:v>
                </c:pt>
                <c:pt idx="11">
                  <c:v>0.47569444444457698</c:v>
                </c:pt>
                <c:pt idx="12">
                  <c:v>0.47638888888902098</c:v>
                </c:pt>
                <c:pt idx="13">
                  <c:v>0.47708333333346498</c:v>
                </c:pt>
                <c:pt idx="14">
                  <c:v>0.47777777777790897</c:v>
                </c:pt>
                <c:pt idx="15">
                  <c:v>0.47847222222235303</c:v>
                </c:pt>
                <c:pt idx="16">
                  <c:v>0.47916666666679703</c:v>
                </c:pt>
                <c:pt idx="17">
                  <c:v>0.47986111111124102</c:v>
                </c:pt>
                <c:pt idx="18">
                  <c:v>0.48055555555568502</c:v>
                </c:pt>
                <c:pt idx="19">
                  <c:v>0.48125000000012902</c:v>
                </c:pt>
                <c:pt idx="20">
                  <c:v>0.48194444444457302</c:v>
                </c:pt>
                <c:pt idx="21">
                  <c:v>0.48263888888901701</c:v>
                </c:pt>
                <c:pt idx="22">
                  <c:v>0.48333333333346101</c:v>
                </c:pt>
                <c:pt idx="23">
                  <c:v>0.48402777777790501</c:v>
                </c:pt>
                <c:pt idx="24">
                  <c:v>0.48472222222234901</c:v>
                </c:pt>
                <c:pt idx="25">
                  <c:v>0.48541666666679301</c:v>
                </c:pt>
                <c:pt idx="26">
                  <c:v>0.486111111111237</c:v>
                </c:pt>
                <c:pt idx="27">
                  <c:v>0.486805555555681</c:v>
                </c:pt>
                <c:pt idx="28">
                  <c:v>0.487500000000125</c:v>
                </c:pt>
                <c:pt idx="29">
                  <c:v>0.488194444444569</c:v>
                </c:pt>
                <c:pt idx="30">
                  <c:v>0.488888888889013</c:v>
                </c:pt>
                <c:pt idx="31">
                  <c:v>0.48958333333345699</c:v>
                </c:pt>
                <c:pt idx="32">
                  <c:v>0.49027777777790099</c:v>
                </c:pt>
                <c:pt idx="33">
                  <c:v>0.49097222222234499</c:v>
                </c:pt>
                <c:pt idx="34">
                  <c:v>0.49166666666678899</c:v>
                </c:pt>
                <c:pt idx="35">
                  <c:v>0.49236111111123299</c:v>
                </c:pt>
                <c:pt idx="36">
                  <c:v>0.49305555555567698</c:v>
                </c:pt>
                <c:pt idx="37">
                  <c:v>0.49375000000012098</c:v>
                </c:pt>
                <c:pt idx="38">
                  <c:v>0.49444444444456498</c:v>
                </c:pt>
                <c:pt idx="39">
                  <c:v>0.49513888888900898</c:v>
                </c:pt>
                <c:pt idx="40">
                  <c:v>0.49583333333345297</c:v>
                </c:pt>
                <c:pt idx="41">
                  <c:v>0.49652777777789697</c:v>
                </c:pt>
                <c:pt idx="42">
                  <c:v>0.49722222222234103</c:v>
                </c:pt>
                <c:pt idx="43">
                  <c:v>0.49791666666678502</c:v>
                </c:pt>
                <c:pt idx="44">
                  <c:v>0.49861111111122902</c:v>
                </c:pt>
                <c:pt idx="45">
                  <c:v>0.49930555555567302</c:v>
                </c:pt>
                <c:pt idx="46">
                  <c:v>0.50000000000011702</c:v>
                </c:pt>
                <c:pt idx="47">
                  <c:v>0.50069444444456102</c:v>
                </c:pt>
                <c:pt idx="48">
                  <c:v>0.50138888888900501</c:v>
                </c:pt>
                <c:pt idx="49">
                  <c:v>0.50208333333344901</c:v>
                </c:pt>
                <c:pt idx="50">
                  <c:v>0.50277777777789301</c:v>
                </c:pt>
                <c:pt idx="51">
                  <c:v>0.50347222222233701</c:v>
                </c:pt>
                <c:pt idx="52">
                  <c:v>0.504166666666781</c:v>
                </c:pt>
                <c:pt idx="53">
                  <c:v>0.504861111111225</c:v>
                </c:pt>
                <c:pt idx="54">
                  <c:v>0.505555555555669</c:v>
                </c:pt>
                <c:pt idx="55">
                  <c:v>0.506250000000113</c:v>
                </c:pt>
                <c:pt idx="56">
                  <c:v>0.506944444444557</c:v>
                </c:pt>
                <c:pt idx="57">
                  <c:v>0.50763888888900099</c:v>
                </c:pt>
                <c:pt idx="58">
                  <c:v>0.50833333333344499</c:v>
                </c:pt>
                <c:pt idx="59">
                  <c:v>0.50902777777788899</c:v>
                </c:pt>
                <c:pt idx="60">
                  <c:v>0.50972222222233299</c:v>
                </c:pt>
                <c:pt idx="61">
                  <c:v>0.51041666666677699</c:v>
                </c:pt>
                <c:pt idx="62">
                  <c:v>0.51111111111122098</c:v>
                </c:pt>
                <c:pt idx="63">
                  <c:v>0.51180555555566498</c:v>
                </c:pt>
                <c:pt idx="64">
                  <c:v>0.51250000000010898</c:v>
                </c:pt>
                <c:pt idx="65">
                  <c:v>0.51319444444455298</c:v>
                </c:pt>
                <c:pt idx="66">
                  <c:v>0.51388888888899698</c:v>
                </c:pt>
                <c:pt idx="67">
                  <c:v>0.51458333333344097</c:v>
                </c:pt>
                <c:pt idx="68">
                  <c:v>0.51527777777788497</c:v>
                </c:pt>
                <c:pt idx="69">
                  <c:v>0.51597222222232897</c:v>
                </c:pt>
                <c:pt idx="70">
                  <c:v>0.51666666666677297</c:v>
                </c:pt>
                <c:pt idx="71">
                  <c:v>0.51736111111121597</c:v>
                </c:pt>
                <c:pt idx="72">
                  <c:v>0.51805555555565996</c:v>
                </c:pt>
                <c:pt idx="73">
                  <c:v>0.51875000000010396</c:v>
                </c:pt>
                <c:pt idx="74">
                  <c:v>0.51944444444454796</c:v>
                </c:pt>
                <c:pt idx="75">
                  <c:v>0.52013888888899196</c:v>
                </c:pt>
                <c:pt idx="76">
                  <c:v>0.52083333333343595</c:v>
                </c:pt>
                <c:pt idx="77">
                  <c:v>0.52152777777787995</c:v>
                </c:pt>
                <c:pt idx="78">
                  <c:v>0.52222222222232395</c:v>
                </c:pt>
                <c:pt idx="79">
                  <c:v>0.52291666666676795</c:v>
                </c:pt>
                <c:pt idx="80">
                  <c:v>0.52361111111121195</c:v>
                </c:pt>
                <c:pt idx="81">
                  <c:v>0.52430555555565606</c:v>
                </c:pt>
                <c:pt idx="82">
                  <c:v>0.52500000000010005</c:v>
                </c:pt>
                <c:pt idx="83">
                  <c:v>0.52569444444454405</c:v>
                </c:pt>
                <c:pt idx="84">
                  <c:v>0.52638888888898805</c:v>
                </c:pt>
                <c:pt idx="85">
                  <c:v>0.52708333333343205</c:v>
                </c:pt>
                <c:pt idx="86">
                  <c:v>0.52777777777787604</c:v>
                </c:pt>
                <c:pt idx="87">
                  <c:v>0.52847222222232004</c:v>
                </c:pt>
                <c:pt idx="88">
                  <c:v>0.52916666666676404</c:v>
                </c:pt>
                <c:pt idx="89">
                  <c:v>0.52986111111120804</c:v>
                </c:pt>
                <c:pt idx="90">
                  <c:v>0.53055555555565204</c:v>
                </c:pt>
                <c:pt idx="91">
                  <c:v>0.53125000000009603</c:v>
                </c:pt>
                <c:pt idx="92">
                  <c:v>0.53194444444454003</c:v>
                </c:pt>
                <c:pt idx="93">
                  <c:v>0.53263888888898403</c:v>
                </c:pt>
                <c:pt idx="94">
                  <c:v>0.53333333333342803</c:v>
                </c:pt>
                <c:pt idx="95">
                  <c:v>0.53402777777787203</c:v>
                </c:pt>
                <c:pt idx="96">
                  <c:v>0.53472222222231602</c:v>
                </c:pt>
                <c:pt idx="97">
                  <c:v>0.53541666666676002</c:v>
                </c:pt>
                <c:pt idx="98">
                  <c:v>0.53611111111120402</c:v>
                </c:pt>
                <c:pt idx="99">
                  <c:v>0.53680555555564802</c:v>
                </c:pt>
                <c:pt idx="100">
                  <c:v>0.53750000000009202</c:v>
                </c:pt>
                <c:pt idx="101">
                  <c:v>0.53819444444453601</c:v>
                </c:pt>
                <c:pt idx="102">
                  <c:v>0.53888888888898001</c:v>
                </c:pt>
                <c:pt idx="103">
                  <c:v>0.53958333333342401</c:v>
                </c:pt>
                <c:pt idx="104">
                  <c:v>0.54027777777786801</c:v>
                </c:pt>
                <c:pt idx="105">
                  <c:v>0.540972222222312</c:v>
                </c:pt>
                <c:pt idx="106">
                  <c:v>0.541666666666756</c:v>
                </c:pt>
                <c:pt idx="107">
                  <c:v>0.5423611111112</c:v>
                </c:pt>
                <c:pt idx="108">
                  <c:v>0.543055555555644</c:v>
                </c:pt>
                <c:pt idx="109">
                  <c:v>0.543750000000088</c:v>
                </c:pt>
                <c:pt idx="110">
                  <c:v>0.54444444444453199</c:v>
                </c:pt>
                <c:pt idx="111">
                  <c:v>0.54513888888897599</c:v>
                </c:pt>
                <c:pt idx="112">
                  <c:v>0.54583333333341999</c:v>
                </c:pt>
                <c:pt idx="113">
                  <c:v>0.54652777777786399</c:v>
                </c:pt>
                <c:pt idx="114">
                  <c:v>0.54722222222230799</c:v>
                </c:pt>
                <c:pt idx="115">
                  <c:v>0.54791666666675198</c:v>
                </c:pt>
                <c:pt idx="116">
                  <c:v>0.54861111111119598</c:v>
                </c:pt>
                <c:pt idx="117">
                  <c:v>0.54930555555563998</c:v>
                </c:pt>
                <c:pt idx="118">
                  <c:v>0.55000000000008398</c:v>
                </c:pt>
                <c:pt idx="119">
                  <c:v>0.55069444444452798</c:v>
                </c:pt>
                <c:pt idx="120">
                  <c:v>0.55138888888897197</c:v>
                </c:pt>
                <c:pt idx="121">
                  <c:v>0.55208333333341597</c:v>
                </c:pt>
                <c:pt idx="122">
                  <c:v>0.55277777777785997</c:v>
                </c:pt>
                <c:pt idx="123">
                  <c:v>0.55347222222230397</c:v>
                </c:pt>
                <c:pt idx="124">
                  <c:v>0.55416666666674796</c:v>
                </c:pt>
                <c:pt idx="125">
                  <c:v>0.55486111111119196</c:v>
                </c:pt>
                <c:pt idx="126">
                  <c:v>0.55555555555563596</c:v>
                </c:pt>
                <c:pt idx="127">
                  <c:v>0.55625000000007996</c:v>
                </c:pt>
                <c:pt idx="128">
                  <c:v>0.55694444444452396</c:v>
                </c:pt>
                <c:pt idx="129">
                  <c:v>0.55763888888896795</c:v>
                </c:pt>
                <c:pt idx="130">
                  <c:v>0.55833333333341195</c:v>
                </c:pt>
                <c:pt idx="131">
                  <c:v>0.55902777777785595</c:v>
                </c:pt>
                <c:pt idx="132">
                  <c:v>0.55972222222229995</c:v>
                </c:pt>
                <c:pt idx="133">
                  <c:v>0.56041666666674395</c:v>
                </c:pt>
                <c:pt idx="134">
                  <c:v>0.56111111111118805</c:v>
                </c:pt>
                <c:pt idx="135">
                  <c:v>0.56180555555563205</c:v>
                </c:pt>
                <c:pt idx="136">
                  <c:v>0.56250000000007605</c:v>
                </c:pt>
                <c:pt idx="137">
                  <c:v>0.56319444444452005</c:v>
                </c:pt>
                <c:pt idx="138">
                  <c:v>0.56388888888896405</c:v>
                </c:pt>
                <c:pt idx="139">
                  <c:v>0.56458333333340804</c:v>
                </c:pt>
                <c:pt idx="140">
                  <c:v>0.56527777777785204</c:v>
                </c:pt>
                <c:pt idx="141">
                  <c:v>0.56597222222229604</c:v>
                </c:pt>
                <c:pt idx="142">
                  <c:v>0.56666666666674004</c:v>
                </c:pt>
                <c:pt idx="143">
                  <c:v>0.56736111111118404</c:v>
                </c:pt>
                <c:pt idx="144">
                  <c:v>0.56805555555562803</c:v>
                </c:pt>
                <c:pt idx="145">
                  <c:v>0.56875000000007203</c:v>
                </c:pt>
                <c:pt idx="146">
                  <c:v>0.56944444444451603</c:v>
                </c:pt>
                <c:pt idx="147">
                  <c:v>0.57013888888896003</c:v>
                </c:pt>
                <c:pt idx="148">
                  <c:v>0.57083333333340402</c:v>
                </c:pt>
                <c:pt idx="149">
                  <c:v>0.57152777777784802</c:v>
                </c:pt>
                <c:pt idx="150">
                  <c:v>0.57222222222229202</c:v>
                </c:pt>
                <c:pt idx="151">
                  <c:v>0.57291666666673602</c:v>
                </c:pt>
                <c:pt idx="152">
                  <c:v>0.57361111111118002</c:v>
                </c:pt>
                <c:pt idx="153">
                  <c:v>0.57430555555562401</c:v>
                </c:pt>
                <c:pt idx="154">
                  <c:v>0.57500000000006801</c:v>
                </c:pt>
                <c:pt idx="155">
                  <c:v>0.57569444444451201</c:v>
                </c:pt>
                <c:pt idx="156">
                  <c:v>0.57638888888895601</c:v>
                </c:pt>
                <c:pt idx="157">
                  <c:v>0.57708333333340001</c:v>
                </c:pt>
                <c:pt idx="158">
                  <c:v>0.577777777777844</c:v>
                </c:pt>
                <c:pt idx="159">
                  <c:v>0.578472222222288</c:v>
                </c:pt>
                <c:pt idx="160">
                  <c:v>0.579166666666732</c:v>
                </c:pt>
                <c:pt idx="161">
                  <c:v>0.579861111111176</c:v>
                </c:pt>
                <c:pt idx="162">
                  <c:v>0.58055555555562</c:v>
                </c:pt>
                <c:pt idx="163">
                  <c:v>0.58125000000006399</c:v>
                </c:pt>
                <c:pt idx="164">
                  <c:v>0.58194444444450799</c:v>
                </c:pt>
                <c:pt idx="165">
                  <c:v>0.58263888888895199</c:v>
                </c:pt>
                <c:pt idx="166">
                  <c:v>0.58333333333339599</c:v>
                </c:pt>
                <c:pt idx="167">
                  <c:v>0.58402777777783998</c:v>
                </c:pt>
                <c:pt idx="168">
                  <c:v>0.58472222222228398</c:v>
                </c:pt>
                <c:pt idx="169">
                  <c:v>0.58541666666672798</c:v>
                </c:pt>
                <c:pt idx="170">
                  <c:v>0.58611111111117198</c:v>
                </c:pt>
                <c:pt idx="171">
                  <c:v>0.58680555555561598</c:v>
                </c:pt>
                <c:pt idx="172">
                  <c:v>0.58750000000005997</c:v>
                </c:pt>
                <c:pt idx="173">
                  <c:v>0.58819444444450397</c:v>
                </c:pt>
                <c:pt idx="174">
                  <c:v>0.58888888888894797</c:v>
                </c:pt>
                <c:pt idx="175">
                  <c:v>0.58958333333339197</c:v>
                </c:pt>
                <c:pt idx="176">
                  <c:v>0.59027777777783597</c:v>
                </c:pt>
                <c:pt idx="177">
                  <c:v>0.59097222222227996</c:v>
                </c:pt>
                <c:pt idx="178">
                  <c:v>0.59166666666672396</c:v>
                </c:pt>
                <c:pt idx="179">
                  <c:v>0.59236111111116796</c:v>
                </c:pt>
                <c:pt idx="180">
                  <c:v>0.59305555555561196</c:v>
                </c:pt>
                <c:pt idx="181">
                  <c:v>0.59375000000005596</c:v>
                </c:pt>
                <c:pt idx="182">
                  <c:v>0.59444444444449995</c:v>
                </c:pt>
                <c:pt idx="183">
                  <c:v>0.59513888888894395</c:v>
                </c:pt>
                <c:pt idx="184">
                  <c:v>0.59583333333338795</c:v>
                </c:pt>
                <c:pt idx="185">
                  <c:v>0.59652777777783195</c:v>
                </c:pt>
                <c:pt idx="186">
                  <c:v>0.59722222222227594</c:v>
                </c:pt>
                <c:pt idx="187">
                  <c:v>0.59791666666672005</c:v>
                </c:pt>
                <c:pt idx="188">
                  <c:v>0.59861111111116405</c:v>
                </c:pt>
                <c:pt idx="189">
                  <c:v>0.59930555555560805</c:v>
                </c:pt>
                <c:pt idx="190">
                  <c:v>0.60000000000005205</c:v>
                </c:pt>
                <c:pt idx="191">
                  <c:v>0.60069444444449605</c:v>
                </c:pt>
                <c:pt idx="192">
                  <c:v>0.60138888888894004</c:v>
                </c:pt>
                <c:pt idx="193">
                  <c:v>0.60208333333338404</c:v>
                </c:pt>
                <c:pt idx="194">
                  <c:v>0.60277777777782804</c:v>
                </c:pt>
                <c:pt idx="195">
                  <c:v>0.60347222222227204</c:v>
                </c:pt>
                <c:pt idx="196">
                  <c:v>0.60416666666671603</c:v>
                </c:pt>
                <c:pt idx="197">
                  <c:v>0.60486111111116003</c:v>
                </c:pt>
                <c:pt idx="198">
                  <c:v>0.60555555555560403</c:v>
                </c:pt>
                <c:pt idx="199">
                  <c:v>0.60625000000004803</c:v>
                </c:pt>
                <c:pt idx="200">
                  <c:v>0.60694444444449203</c:v>
                </c:pt>
                <c:pt idx="201">
                  <c:v>0.60763888888893602</c:v>
                </c:pt>
                <c:pt idx="202">
                  <c:v>0.60833333333338002</c:v>
                </c:pt>
                <c:pt idx="203">
                  <c:v>0.60902777777782402</c:v>
                </c:pt>
                <c:pt idx="204">
                  <c:v>0.60972222222226802</c:v>
                </c:pt>
                <c:pt idx="205">
                  <c:v>0.61041666666671202</c:v>
                </c:pt>
                <c:pt idx="206">
                  <c:v>0.61111111111115601</c:v>
                </c:pt>
                <c:pt idx="207">
                  <c:v>0.61180555555560001</c:v>
                </c:pt>
                <c:pt idx="208">
                  <c:v>0.61250000000004401</c:v>
                </c:pt>
                <c:pt idx="209">
                  <c:v>0.61319444444448801</c:v>
                </c:pt>
                <c:pt idx="210">
                  <c:v>0.61388888888893201</c:v>
                </c:pt>
                <c:pt idx="211">
                  <c:v>0.614583333333376</c:v>
                </c:pt>
                <c:pt idx="212">
                  <c:v>0.61527777777782</c:v>
                </c:pt>
                <c:pt idx="213">
                  <c:v>0.615972222222264</c:v>
                </c:pt>
                <c:pt idx="214">
                  <c:v>0.616666666666708</c:v>
                </c:pt>
                <c:pt idx="215">
                  <c:v>0.61736111111115199</c:v>
                </c:pt>
                <c:pt idx="216">
                  <c:v>0.61805555555559599</c:v>
                </c:pt>
                <c:pt idx="217">
                  <c:v>0.61875000000003999</c:v>
                </c:pt>
                <c:pt idx="218">
                  <c:v>0.61944444444448399</c:v>
                </c:pt>
                <c:pt idx="219">
                  <c:v>0.62013888888892799</c:v>
                </c:pt>
                <c:pt idx="220">
                  <c:v>0.62083333333337198</c:v>
                </c:pt>
                <c:pt idx="221">
                  <c:v>0.62152777777781598</c:v>
                </c:pt>
                <c:pt idx="222">
                  <c:v>0.62222222222225998</c:v>
                </c:pt>
                <c:pt idx="223">
                  <c:v>0.62291666666670398</c:v>
                </c:pt>
                <c:pt idx="224">
                  <c:v>0.62361111111114798</c:v>
                </c:pt>
                <c:pt idx="225">
                  <c:v>0.62430555555559197</c:v>
                </c:pt>
                <c:pt idx="226">
                  <c:v>0.62500000000003597</c:v>
                </c:pt>
                <c:pt idx="227">
                  <c:v>0.62569444444447997</c:v>
                </c:pt>
                <c:pt idx="228">
                  <c:v>0.62638888888892397</c:v>
                </c:pt>
                <c:pt idx="229">
                  <c:v>0.62708333333336796</c:v>
                </c:pt>
                <c:pt idx="230">
                  <c:v>0.62777777777781196</c:v>
                </c:pt>
                <c:pt idx="231">
                  <c:v>0.62847222222225596</c:v>
                </c:pt>
                <c:pt idx="232">
                  <c:v>0.62916666666669996</c:v>
                </c:pt>
                <c:pt idx="233">
                  <c:v>0.62986111111114396</c:v>
                </c:pt>
                <c:pt idx="234">
                  <c:v>0.63055555555558795</c:v>
                </c:pt>
                <c:pt idx="235">
                  <c:v>0.63125000000003195</c:v>
                </c:pt>
                <c:pt idx="236">
                  <c:v>0.63194444444447595</c:v>
                </c:pt>
                <c:pt idx="237">
                  <c:v>0.63263888888891995</c:v>
                </c:pt>
                <c:pt idx="238">
                  <c:v>0.63333333333336395</c:v>
                </c:pt>
                <c:pt idx="239">
                  <c:v>0.63402777777780805</c:v>
                </c:pt>
                <c:pt idx="240">
                  <c:v>0.63472222222225205</c:v>
                </c:pt>
                <c:pt idx="241">
                  <c:v>0.63541666666669605</c:v>
                </c:pt>
                <c:pt idx="242">
                  <c:v>0.63611111111114005</c:v>
                </c:pt>
                <c:pt idx="243">
                  <c:v>0.63680555555558405</c:v>
                </c:pt>
                <c:pt idx="244">
                  <c:v>0.63750000000002804</c:v>
                </c:pt>
                <c:pt idx="245">
                  <c:v>0.63819444444447204</c:v>
                </c:pt>
                <c:pt idx="246">
                  <c:v>0.63888888888891604</c:v>
                </c:pt>
                <c:pt idx="247">
                  <c:v>0.63958333333336004</c:v>
                </c:pt>
                <c:pt idx="248">
                  <c:v>0.64027777777780404</c:v>
                </c:pt>
                <c:pt idx="249">
                  <c:v>0.64097222222224803</c:v>
                </c:pt>
                <c:pt idx="250">
                  <c:v>0.64166666666669203</c:v>
                </c:pt>
                <c:pt idx="251">
                  <c:v>0.64236111111113603</c:v>
                </c:pt>
                <c:pt idx="252">
                  <c:v>0.64305555555558003</c:v>
                </c:pt>
                <c:pt idx="253">
                  <c:v>0.64375000000002403</c:v>
                </c:pt>
                <c:pt idx="254">
                  <c:v>0.64444444444446802</c:v>
                </c:pt>
                <c:pt idx="255">
                  <c:v>0.64513888888891202</c:v>
                </c:pt>
                <c:pt idx="256">
                  <c:v>0.64583333333335602</c:v>
                </c:pt>
                <c:pt idx="257">
                  <c:v>0.64652777777780002</c:v>
                </c:pt>
                <c:pt idx="258">
                  <c:v>0.64722222222224401</c:v>
                </c:pt>
                <c:pt idx="259">
                  <c:v>0.64791666666668801</c:v>
                </c:pt>
                <c:pt idx="260">
                  <c:v>0.64861111111113201</c:v>
                </c:pt>
                <c:pt idx="261">
                  <c:v>0.64930555555557601</c:v>
                </c:pt>
                <c:pt idx="262">
                  <c:v>0.65000000000002001</c:v>
                </c:pt>
                <c:pt idx="263">
                  <c:v>0.650694444444464</c:v>
                </c:pt>
                <c:pt idx="264">
                  <c:v>0.651388888888908</c:v>
                </c:pt>
                <c:pt idx="265">
                  <c:v>0.652083333333352</c:v>
                </c:pt>
                <c:pt idx="266">
                  <c:v>0.652777777777796</c:v>
                </c:pt>
                <c:pt idx="267">
                  <c:v>0.65347222222224</c:v>
                </c:pt>
                <c:pt idx="268">
                  <c:v>0.65416666666668399</c:v>
                </c:pt>
                <c:pt idx="269">
                  <c:v>0.65486111111112799</c:v>
                </c:pt>
                <c:pt idx="270">
                  <c:v>0.65555555555557199</c:v>
                </c:pt>
                <c:pt idx="271">
                  <c:v>0.65625000000001599</c:v>
                </c:pt>
                <c:pt idx="272">
                  <c:v>0.65694444444445999</c:v>
                </c:pt>
                <c:pt idx="273">
                  <c:v>0.65763888888890398</c:v>
                </c:pt>
                <c:pt idx="274">
                  <c:v>0.65833333333334798</c:v>
                </c:pt>
                <c:pt idx="275">
                  <c:v>0.65902777777779198</c:v>
                </c:pt>
                <c:pt idx="276">
                  <c:v>0.65972222222223598</c:v>
                </c:pt>
                <c:pt idx="277">
                  <c:v>0.66041666666667997</c:v>
                </c:pt>
                <c:pt idx="278">
                  <c:v>0.66111111111112397</c:v>
                </c:pt>
                <c:pt idx="279">
                  <c:v>0.66180555555556797</c:v>
                </c:pt>
                <c:pt idx="280">
                  <c:v>0.66250000000001197</c:v>
                </c:pt>
                <c:pt idx="281">
                  <c:v>0.66319444444445597</c:v>
                </c:pt>
                <c:pt idx="282">
                  <c:v>0.66388888888889996</c:v>
                </c:pt>
                <c:pt idx="283">
                  <c:v>0.66458333333334396</c:v>
                </c:pt>
                <c:pt idx="284">
                  <c:v>0.66527777777778796</c:v>
                </c:pt>
                <c:pt idx="285">
                  <c:v>0.66597222222223196</c:v>
                </c:pt>
                <c:pt idx="286">
                  <c:v>0.66666666666667596</c:v>
                </c:pt>
                <c:pt idx="287">
                  <c:v>0.66736111111111995</c:v>
                </c:pt>
                <c:pt idx="288">
                  <c:v>0.66805555555556395</c:v>
                </c:pt>
                <c:pt idx="289">
                  <c:v>0.66875000000000795</c:v>
                </c:pt>
                <c:pt idx="290">
                  <c:v>0.66944444444445195</c:v>
                </c:pt>
                <c:pt idx="291">
                  <c:v>0.67013888888889594</c:v>
                </c:pt>
                <c:pt idx="292">
                  <c:v>0.67083333333334005</c:v>
                </c:pt>
                <c:pt idx="293">
                  <c:v>0.67152777777778405</c:v>
                </c:pt>
                <c:pt idx="294">
                  <c:v>0.67222222222222805</c:v>
                </c:pt>
              </c:numCache>
            </c:numRef>
          </c:cat>
          <c:val>
            <c:numRef>
              <c:f>'Ranger__20230822-0938'!$G$3:$G$297</c:f>
              <c:numCache>
                <c:formatCode>General</c:formatCode>
                <c:ptCount val="295"/>
                <c:pt idx="0">
                  <c:v>206.8</c:v>
                </c:pt>
                <c:pt idx="1">
                  <c:v>97.6</c:v>
                </c:pt>
                <c:pt idx="2">
                  <c:v>30.2</c:v>
                </c:pt>
                <c:pt idx="3">
                  <c:v>181</c:v>
                </c:pt>
                <c:pt idx="4">
                  <c:v>379.8</c:v>
                </c:pt>
                <c:pt idx="5">
                  <c:v>277.60000000000002</c:v>
                </c:pt>
                <c:pt idx="6">
                  <c:v>1140.7</c:v>
                </c:pt>
                <c:pt idx="7">
                  <c:v>762</c:v>
                </c:pt>
                <c:pt idx="8">
                  <c:v>566.20000000000005</c:v>
                </c:pt>
                <c:pt idx="9">
                  <c:v>615.1</c:v>
                </c:pt>
                <c:pt idx="10">
                  <c:v>172.4</c:v>
                </c:pt>
                <c:pt idx="11">
                  <c:v>174.6</c:v>
                </c:pt>
                <c:pt idx="12">
                  <c:v>202.8</c:v>
                </c:pt>
                <c:pt idx="13">
                  <c:v>15.2</c:v>
                </c:pt>
                <c:pt idx="14">
                  <c:v>15.4</c:v>
                </c:pt>
                <c:pt idx="15">
                  <c:v>13.8</c:v>
                </c:pt>
                <c:pt idx="16">
                  <c:v>13.5</c:v>
                </c:pt>
                <c:pt idx="17">
                  <c:v>14.4</c:v>
                </c:pt>
                <c:pt idx="18">
                  <c:v>14.4</c:v>
                </c:pt>
                <c:pt idx="19">
                  <c:v>15.8</c:v>
                </c:pt>
                <c:pt idx="20">
                  <c:v>17.7</c:v>
                </c:pt>
                <c:pt idx="21">
                  <c:v>18.7</c:v>
                </c:pt>
                <c:pt idx="22">
                  <c:v>19.600000000000001</c:v>
                </c:pt>
                <c:pt idx="23">
                  <c:v>19.5</c:v>
                </c:pt>
                <c:pt idx="24">
                  <c:v>18.8</c:v>
                </c:pt>
                <c:pt idx="25">
                  <c:v>19.5</c:v>
                </c:pt>
                <c:pt idx="26">
                  <c:v>19.5</c:v>
                </c:pt>
                <c:pt idx="27">
                  <c:v>18.100000000000001</c:v>
                </c:pt>
                <c:pt idx="28">
                  <c:v>17.399999999999999</c:v>
                </c:pt>
                <c:pt idx="29">
                  <c:v>17.5</c:v>
                </c:pt>
                <c:pt idx="30">
                  <c:v>19.5</c:v>
                </c:pt>
                <c:pt idx="31">
                  <c:v>19.100000000000001</c:v>
                </c:pt>
                <c:pt idx="32">
                  <c:v>17.399999999999999</c:v>
                </c:pt>
                <c:pt idx="33">
                  <c:v>16.7</c:v>
                </c:pt>
                <c:pt idx="34">
                  <c:v>16.2</c:v>
                </c:pt>
                <c:pt idx="35">
                  <c:v>16.2</c:v>
                </c:pt>
                <c:pt idx="36">
                  <c:v>14.7</c:v>
                </c:pt>
                <c:pt idx="37">
                  <c:v>22.5</c:v>
                </c:pt>
                <c:pt idx="38">
                  <c:v>32.200000000000003</c:v>
                </c:pt>
                <c:pt idx="39">
                  <c:v>387.7</c:v>
                </c:pt>
                <c:pt idx="40">
                  <c:v>736.5</c:v>
                </c:pt>
                <c:pt idx="41">
                  <c:v>658.7</c:v>
                </c:pt>
                <c:pt idx="42">
                  <c:v>537.9</c:v>
                </c:pt>
                <c:pt idx="43">
                  <c:v>460.9</c:v>
                </c:pt>
                <c:pt idx="44">
                  <c:v>411.5</c:v>
                </c:pt>
                <c:pt idx="45">
                  <c:v>313.5</c:v>
                </c:pt>
                <c:pt idx="46">
                  <c:v>278</c:v>
                </c:pt>
                <c:pt idx="47">
                  <c:v>206.7</c:v>
                </c:pt>
                <c:pt idx="48">
                  <c:v>93.6</c:v>
                </c:pt>
                <c:pt idx="49">
                  <c:v>101.3</c:v>
                </c:pt>
                <c:pt idx="50">
                  <c:v>112.8</c:v>
                </c:pt>
                <c:pt idx="51">
                  <c:v>122</c:v>
                </c:pt>
                <c:pt idx="52">
                  <c:v>132.5</c:v>
                </c:pt>
                <c:pt idx="53">
                  <c:v>157.19999999999999</c:v>
                </c:pt>
                <c:pt idx="54">
                  <c:v>147.1</c:v>
                </c:pt>
                <c:pt idx="55">
                  <c:v>144.19999999999999</c:v>
                </c:pt>
                <c:pt idx="56">
                  <c:v>147.9</c:v>
                </c:pt>
                <c:pt idx="57">
                  <c:v>140.9</c:v>
                </c:pt>
                <c:pt idx="58">
                  <c:v>131.4</c:v>
                </c:pt>
                <c:pt idx="59">
                  <c:v>130.5</c:v>
                </c:pt>
                <c:pt idx="60">
                  <c:v>128.1</c:v>
                </c:pt>
                <c:pt idx="61">
                  <c:v>118.8</c:v>
                </c:pt>
                <c:pt idx="62">
                  <c:v>121.9</c:v>
                </c:pt>
                <c:pt idx="63">
                  <c:v>111.4</c:v>
                </c:pt>
                <c:pt idx="64">
                  <c:v>103.3</c:v>
                </c:pt>
                <c:pt idx="65">
                  <c:v>97.8</c:v>
                </c:pt>
                <c:pt idx="66">
                  <c:v>83.5</c:v>
                </c:pt>
                <c:pt idx="67">
                  <c:v>76</c:v>
                </c:pt>
                <c:pt idx="68">
                  <c:v>64</c:v>
                </c:pt>
                <c:pt idx="69">
                  <c:v>54</c:v>
                </c:pt>
                <c:pt idx="70">
                  <c:v>49.2</c:v>
                </c:pt>
                <c:pt idx="71">
                  <c:v>45.3</c:v>
                </c:pt>
                <c:pt idx="72">
                  <c:v>112</c:v>
                </c:pt>
                <c:pt idx="73">
                  <c:v>167.3</c:v>
                </c:pt>
                <c:pt idx="74">
                  <c:v>261.7</c:v>
                </c:pt>
                <c:pt idx="75">
                  <c:v>254.8</c:v>
                </c:pt>
                <c:pt idx="76">
                  <c:v>220.9</c:v>
                </c:pt>
                <c:pt idx="77">
                  <c:v>187.5</c:v>
                </c:pt>
                <c:pt idx="78">
                  <c:v>149.19999999999999</c:v>
                </c:pt>
                <c:pt idx="79">
                  <c:v>105.8</c:v>
                </c:pt>
                <c:pt idx="80">
                  <c:v>97</c:v>
                </c:pt>
                <c:pt idx="81">
                  <c:v>72</c:v>
                </c:pt>
                <c:pt idx="82">
                  <c:v>58.8</c:v>
                </c:pt>
                <c:pt idx="83">
                  <c:v>46.4</c:v>
                </c:pt>
                <c:pt idx="84">
                  <c:v>38.4</c:v>
                </c:pt>
                <c:pt idx="85">
                  <c:v>39.4</c:v>
                </c:pt>
                <c:pt idx="86">
                  <c:v>50</c:v>
                </c:pt>
                <c:pt idx="87">
                  <c:v>60.9</c:v>
                </c:pt>
                <c:pt idx="88">
                  <c:v>58.2</c:v>
                </c:pt>
                <c:pt idx="89">
                  <c:v>48.7</c:v>
                </c:pt>
                <c:pt idx="90">
                  <c:v>43.7</c:v>
                </c:pt>
                <c:pt idx="91">
                  <c:v>32.799999999999997</c:v>
                </c:pt>
                <c:pt idx="92">
                  <c:v>30.1</c:v>
                </c:pt>
                <c:pt idx="93">
                  <c:v>23.7</c:v>
                </c:pt>
                <c:pt idx="94">
                  <c:v>21.3</c:v>
                </c:pt>
                <c:pt idx="95">
                  <c:v>20</c:v>
                </c:pt>
                <c:pt idx="96">
                  <c:v>17.7</c:v>
                </c:pt>
                <c:pt idx="97">
                  <c:v>15.6</c:v>
                </c:pt>
                <c:pt idx="98">
                  <c:v>15.1</c:v>
                </c:pt>
                <c:pt idx="99">
                  <c:v>13.2</c:v>
                </c:pt>
                <c:pt idx="100">
                  <c:v>27.6</c:v>
                </c:pt>
                <c:pt idx="101">
                  <c:v>213.8</c:v>
                </c:pt>
                <c:pt idx="102">
                  <c:v>316.5</c:v>
                </c:pt>
                <c:pt idx="103">
                  <c:v>727.2</c:v>
                </c:pt>
                <c:pt idx="104">
                  <c:v>1156.5999999999999</c:v>
                </c:pt>
                <c:pt idx="105">
                  <c:v>1131.4000000000001</c:v>
                </c:pt>
                <c:pt idx="106">
                  <c:v>1038.5999999999999</c:v>
                </c:pt>
                <c:pt idx="107">
                  <c:v>938.3</c:v>
                </c:pt>
                <c:pt idx="108">
                  <c:v>893.9</c:v>
                </c:pt>
                <c:pt idx="109">
                  <c:v>839.2</c:v>
                </c:pt>
                <c:pt idx="110">
                  <c:v>769.8</c:v>
                </c:pt>
                <c:pt idx="111">
                  <c:v>681.7</c:v>
                </c:pt>
                <c:pt idx="112">
                  <c:v>599.1</c:v>
                </c:pt>
                <c:pt idx="113">
                  <c:v>466.1</c:v>
                </c:pt>
                <c:pt idx="114">
                  <c:v>375.9</c:v>
                </c:pt>
                <c:pt idx="115">
                  <c:v>311</c:v>
                </c:pt>
                <c:pt idx="116">
                  <c:v>238.5</c:v>
                </c:pt>
                <c:pt idx="117">
                  <c:v>166.2</c:v>
                </c:pt>
                <c:pt idx="118">
                  <c:v>138.80000000000001</c:v>
                </c:pt>
                <c:pt idx="119">
                  <c:v>112.3</c:v>
                </c:pt>
                <c:pt idx="120">
                  <c:v>104.5</c:v>
                </c:pt>
                <c:pt idx="121">
                  <c:v>95.4</c:v>
                </c:pt>
                <c:pt idx="122">
                  <c:v>72.400000000000006</c:v>
                </c:pt>
                <c:pt idx="123">
                  <c:v>67.7</c:v>
                </c:pt>
                <c:pt idx="124">
                  <c:v>47.4</c:v>
                </c:pt>
                <c:pt idx="125">
                  <c:v>43.3</c:v>
                </c:pt>
                <c:pt idx="126">
                  <c:v>31.6</c:v>
                </c:pt>
                <c:pt idx="127">
                  <c:v>20.5</c:v>
                </c:pt>
                <c:pt idx="128">
                  <c:v>15.3</c:v>
                </c:pt>
                <c:pt idx="129">
                  <c:v>15.3</c:v>
                </c:pt>
                <c:pt idx="130">
                  <c:v>14.6</c:v>
                </c:pt>
                <c:pt idx="131">
                  <c:v>14.4</c:v>
                </c:pt>
                <c:pt idx="132">
                  <c:v>14.4</c:v>
                </c:pt>
                <c:pt idx="133">
                  <c:v>12.4</c:v>
                </c:pt>
                <c:pt idx="134">
                  <c:v>12.6</c:v>
                </c:pt>
                <c:pt idx="135">
                  <c:v>12.7</c:v>
                </c:pt>
                <c:pt idx="136">
                  <c:v>13.5</c:v>
                </c:pt>
                <c:pt idx="137">
                  <c:v>15.7</c:v>
                </c:pt>
                <c:pt idx="138">
                  <c:v>16.899999999999999</c:v>
                </c:pt>
                <c:pt idx="139">
                  <c:v>19.899999999999999</c:v>
                </c:pt>
                <c:pt idx="140">
                  <c:v>21.5</c:v>
                </c:pt>
                <c:pt idx="141">
                  <c:v>25.3</c:v>
                </c:pt>
                <c:pt idx="142">
                  <c:v>27.4</c:v>
                </c:pt>
                <c:pt idx="143">
                  <c:v>29.6</c:v>
                </c:pt>
                <c:pt idx="144">
                  <c:v>26.5</c:v>
                </c:pt>
                <c:pt idx="145">
                  <c:v>26.2</c:v>
                </c:pt>
                <c:pt idx="146">
                  <c:v>25.6</c:v>
                </c:pt>
                <c:pt idx="147">
                  <c:v>24.4</c:v>
                </c:pt>
                <c:pt idx="148">
                  <c:v>22.2</c:v>
                </c:pt>
                <c:pt idx="149">
                  <c:v>20.9</c:v>
                </c:pt>
                <c:pt idx="150">
                  <c:v>19.7</c:v>
                </c:pt>
                <c:pt idx="151">
                  <c:v>18</c:v>
                </c:pt>
                <c:pt idx="152">
                  <c:v>15.6</c:v>
                </c:pt>
                <c:pt idx="153">
                  <c:v>13.4</c:v>
                </c:pt>
                <c:pt idx="154">
                  <c:v>12.7</c:v>
                </c:pt>
                <c:pt idx="155">
                  <c:v>13.2</c:v>
                </c:pt>
                <c:pt idx="156">
                  <c:v>27</c:v>
                </c:pt>
                <c:pt idx="157">
                  <c:v>69.099999999999994</c:v>
                </c:pt>
                <c:pt idx="158">
                  <c:v>86</c:v>
                </c:pt>
                <c:pt idx="159">
                  <c:v>273</c:v>
                </c:pt>
                <c:pt idx="160">
                  <c:v>1353.4</c:v>
                </c:pt>
                <c:pt idx="161">
                  <c:v>1643.9</c:v>
                </c:pt>
                <c:pt idx="162">
                  <c:v>1550.8</c:v>
                </c:pt>
                <c:pt idx="163">
                  <c:v>1191.5</c:v>
                </c:pt>
                <c:pt idx="164">
                  <c:v>1514.2</c:v>
                </c:pt>
                <c:pt idx="165">
                  <c:v>2673.6</c:v>
                </c:pt>
                <c:pt idx="166">
                  <c:v>3411.5</c:v>
                </c:pt>
                <c:pt idx="167">
                  <c:v>3591.8</c:v>
                </c:pt>
                <c:pt idx="168">
                  <c:v>3994.3</c:v>
                </c:pt>
                <c:pt idx="169">
                  <c:v>4428</c:v>
                </c:pt>
                <c:pt idx="170">
                  <c:v>5426.7</c:v>
                </c:pt>
                <c:pt idx="171">
                  <c:v>6393.5</c:v>
                </c:pt>
                <c:pt idx="172">
                  <c:v>6478.4</c:v>
                </c:pt>
                <c:pt idx="173">
                  <c:v>6826</c:v>
                </c:pt>
                <c:pt idx="174">
                  <c:v>6753.7</c:v>
                </c:pt>
                <c:pt idx="175">
                  <c:v>6690.1</c:v>
                </c:pt>
                <c:pt idx="176">
                  <c:v>6728.8</c:v>
                </c:pt>
                <c:pt idx="177">
                  <c:v>6631.8</c:v>
                </c:pt>
                <c:pt idx="178">
                  <c:v>6521.7</c:v>
                </c:pt>
                <c:pt idx="179">
                  <c:v>6431.7</c:v>
                </c:pt>
                <c:pt idx="180">
                  <c:v>5981.1</c:v>
                </c:pt>
                <c:pt idx="181">
                  <c:v>5522.6</c:v>
                </c:pt>
                <c:pt idx="182">
                  <c:v>5062.6000000000004</c:v>
                </c:pt>
                <c:pt idx="183">
                  <c:v>4272</c:v>
                </c:pt>
                <c:pt idx="184">
                  <c:v>4114.3</c:v>
                </c:pt>
                <c:pt idx="185">
                  <c:v>4283.7</c:v>
                </c:pt>
                <c:pt idx="186">
                  <c:v>4547.8999999999996</c:v>
                </c:pt>
                <c:pt idx="187">
                  <c:v>5002.7</c:v>
                </c:pt>
                <c:pt idx="188">
                  <c:v>5539.7</c:v>
                </c:pt>
                <c:pt idx="189">
                  <c:v>5689.9</c:v>
                </c:pt>
                <c:pt idx="190">
                  <c:v>5447</c:v>
                </c:pt>
                <c:pt idx="191">
                  <c:v>5027.6000000000004</c:v>
                </c:pt>
                <c:pt idx="192">
                  <c:v>4909.3999999999996</c:v>
                </c:pt>
                <c:pt idx="193">
                  <c:v>4872.6000000000004</c:v>
                </c:pt>
                <c:pt idx="194">
                  <c:v>4937.2</c:v>
                </c:pt>
                <c:pt idx="195">
                  <c:v>4988.7</c:v>
                </c:pt>
                <c:pt idx="196">
                  <c:v>4951</c:v>
                </c:pt>
                <c:pt idx="197">
                  <c:v>4839.3999999999996</c:v>
                </c:pt>
                <c:pt idx="198">
                  <c:v>4708.1000000000004</c:v>
                </c:pt>
                <c:pt idx="199">
                  <c:v>4001.6</c:v>
                </c:pt>
                <c:pt idx="200">
                  <c:v>3356.8</c:v>
                </c:pt>
                <c:pt idx="201">
                  <c:v>3446.8</c:v>
                </c:pt>
                <c:pt idx="202">
                  <c:v>3391.3</c:v>
                </c:pt>
                <c:pt idx="203">
                  <c:v>3513</c:v>
                </c:pt>
                <c:pt idx="204">
                  <c:v>3083.9</c:v>
                </c:pt>
                <c:pt idx="205">
                  <c:v>3104.5</c:v>
                </c:pt>
                <c:pt idx="206">
                  <c:v>4268.7</c:v>
                </c:pt>
                <c:pt idx="207">
                  <c:v>5540.5</c:v>
                </c:pt>
                <c:pt idx="208">
                  <c:v>6265.5</c:v>
                </c:pt>
                <c:pt idx="209">
                  <c:v>6496.9</c:v>
                </c:pt>
                <c:pt idx="210">
                  <c:v>6308.5</c:v>
                </c:pt>
                <c:pt idx="211">
                  <c:v>6161.5</c:v>
                </c:pt>
                <c:pt idx="212">
                  <c:v>5948.4</c:v>
                </c:pt>
                <c:pt idx="213">
                  <c:v>5891.3</c:v>
                </c:pt>
                <c:pt idx="214">
                  <c:v>5877.2</c:v>
                </c:pt>
                <c:pt idx="215">
                  <c:v>5375.2</c:v>
                </c:pt>
                <c:pt idx="216">
                  <c:v>5388.8</c:v>
                </c:pt>
                <c:pt idx="217">
                  <c:v>5318.6</c:v>
                </c:pt>
                <c:pt idx="218">
                  <c:v>5292.2</c:v>
                </c:pt>
                <c:pt idx="219">
                  <c:v>5318.5</c:v>
                </c:pt>
                <c:pt idx="220">
                  <c:v>5338.2</c:v>
                </c:pt>
                <c:pt idx="221">
                  <c:v>5275.3</c:v>
                </c:pt>
                <c:pt idx="222">
                  <c:v>5074.7</c:v>
                </c:pt>
                <c:pt idx="223">
                  <c:v>4547.1000000000004</c:v>
                </c:pt>
                <c:pt idx="224">
                  <c:v>3777.6</c:v>
                </c:pt>
                <c:pt idx="225">
                  <c:v>3089.2</c:v>
                </c:pt>
                <c:pt idx="226">
                  <c:v>2251.4</c:v>
                </c:pt>
                <c:pt idx="227">
                  <c:v>1880.8</c:v>
                </c:pt>
                <c:pt idx="228">
                  <c:v>1495.9</c:v>
                </c:pt>
                <c:pt idx="229">
                  <c:v>1062.7</c:v>
                </c:pt>
                <c:pt idx="230">
                  <c:v>1483.2</c:v>
                </c:pt>
                <c:pt idx="231">
                  <c:v>2271.6</c:v>
                </c:pt>
                <c:pt idx="232">
                  <c:v>2589.5</c:v>
                </c:pt>
                <c:pt idx="233">
                  <c:v>2523.4</c:v>
                </c:pt>
                <c:pt idx="234">
                  <c:v>2305.6</c:v>
                </c:pt>
                <c:pt idx="235">
                  <c:v>2415.9</c:v>
                </c:pt>
                <c:pt idx="236">
                  <c:v>2729.6</c:v>
                </c:pt>
                <c:pt idx="237">
                  <c:v>3603.2</c:v>
                </c:pt>
                <c:pt idx="238">
                  <c:v>3902</c:v>
                </c:pt>
                <c:pt idx="239">
                  <c:v>3940.9</c:v>
                </c:pt>
                <c:pt idx="240">
                  <c:v>3809</c:v>
                </c:pt>
                <c:pt idx="241">
                  <c:v>3894.3</c:v>
                </c:pt>
                <c:pt idx="242">
                  <c:v>4077.4</c:v>
                </c:pt>
                <c:pt idx="243">
                  <c:v>4358.7</c:v>
                </c:pt>
                <c:pt idx="244">
                  <c:v>4376.6000000000004</c:v>
                </c:pt>
                <c:pt idx="245">
                  <c:v>4566.5</c:v>
                </c:pt>
                <c:pt idx="246">
                  <c:v>4566.5</c:v>
                </c:pt>
                <c:pt idx="247">
                  <c:v>4577.2</c:v>
                </c:pt>
                <c:pt idx="248">
                  <c:v>4550.6000000000004</c:v>
                </c:pt>
                <c:pt idx="249">
                  <c:v>4341.3</c:v>
                </c:pt>
                <c:pt idx="250">
                  <c:v>3293.1</c:v>
                </c:pt>
                <c:pt idx="251">
                  <c:v>2982.2</c:v>
                </c:pt>
                <c:pt idx="252">
                  <c:v>2796.9</c:v>
                </c:pt>
                <c:pt idx="253">
                  <c:v>2843.1</c:v>
                </c:pt>
                <c:pt idx="254">
                  <c:v>3109.7</c:v>
                </c:pt>
                <c:pt idx="255">
                  <c:v>3580.6</c:v>
                </c:pt>
                <c:pt idx="256">
                  <c:v>3180.6</c:v>
                </c:pt>
                <c:pt idx="257">
                  <c:v>3538.8</c:v>
                </c:pt>
                <c:pt idx="258">
                  <c:v>4699.3999999999996</c:v>
                </c:pt>
                <c:pt idx="259">
                  <c:v>5785.3</c:v>
                </c:pt>
                <c:pt idx="260">
                  <c:v>6226.3</c:v>
                </c:pt>
                <c:pt idx="261">
                  <c:v>6002.6</c:v>
                </c:pt>
                <c:pt idx="262">
                  <c:v>5787.3</c:v>
                </c:pt>
                <c:pt idx="263">
                  <c:v>5784.3</c:v>
                </c:pt>
                <c:pt idx="264">
                  <c:v>5791.1</c:v>
                </c:pt>
                <c:pt idx="265">
                  <c:v>5795.1</c:v>
                </c:pt>
                <c:pt idx="266">
                  <c:v>5788.7</c:v>
                </c:pt>
                <c:pt idx="267">
                  <c:v>5711.5</c:v>
                </c:pt>
                <c:pt idx="268">
                  <c:v>5524.7</c:v>
                </c:pt>
                <c:pt idx="269">
                  <c:v>5313.5</c:v>
                </c:pt>
                <c:pt idx="270">
                  <c:v>4923</c:v>
                </c:pt>
                <c:pt idx="271">
                  <c:v>4546.3999999999996</c:v>
                </c:pt>
                <c:pt idx="272">
                  <c:v>4070</c:v>
                </c:pt>
                <c:pt idx="273">
                  <c:v>3654.2</c:v>
                </c:pt>
                <c:pt idx="274">
                  <c:v>3061.2</c:v>
                </c:pt>
                <c:pt idx="275">
                  <c:v>2560.6</c:v>
                </c:pt>
                <c:pt idx="276">
                  <c:v>2027.1</c:v>
                </c:pt>
                <c:pt idx="277">
                  <c:v>1726.2</c:v>
                </c:pt>
                <c:pt idx="278">
                  <c:v>1450.4</c:v>
                </c:pt>
                <c:pt idx="279">
                  <c:v>1110.3</c:v>
                </c:pt>
                <c:pt idx="280">
                  <c:v>986.4</c:v>
                </c:pt>
                <c:pt idx="281">
                  <c:v>894.4</c:v>
                </c:pt>
                <c:pt idx="282">
                  <c:v>460.5</c:v>
                </c:pt>
                <c:pt idx="283">
                  <c:v>581.9</c:v>
                </c:pt>
                <c:pt idx="284">
                  <c:v>633.5</c:v>
                </c:pt>
                <c:pt idx="285">
                  <c:v>535.20000000000005</c:v>
                </c:pt>
                <c:pt idx="286">
                  <c:v>460.8</c:v>
                </c:pt>
                <c:pt idx="287">
                  <c:v>390.5</c:v>
                </c:pt>
                <c:pt idx="288">
                  <c:v>330.1</c:v>
                </c:pt>
                <c:pt idx="289">
                  <c:v>230.4</c:v>
                </c:pt>
                <c:pt idx="290">
                  <c:v>174.7</c:v>
                </c:pt>
                <c:pt idx="291">
                  <c:v>164.6</c:v>
                </c:pt>
                <c:pt idx="292">
                  <c:v>160.69999999999999</c:v>
                </c:pt>
                <c:pt idx="293">
                  <c:v>117</c:v>
                </c:pt>
                <c:pt idx="294">
                  <c:v>119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E1-4DD2-B2ED-89065796DA1F}"/>
            </c:ext>
          </c:extLst>
        </c:ser>
        <c:ser>
          <c:idx val="1"/>
          <c:order val="1"/>
          <c:tx>
            <c:v>PM10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'Ranger__20230822-0938'!$A$3:$A$297</c:f>
              <c:numCache>
                <c:formatCode>h:mm</c:formatCode>
                <c:ptCount val="295"/>
                <c:pt idx="0">
                  <c:v>0.468055555555693</c:v>
                </c:pt>
                <c:pt idx="1">
                  <c:v>0.468750000000137</c:v>
                </c:pt>
                <c:pt idx="2">
                  <c:v>0.469444444444581</c:v>
                </c:pt>
                <c:pt idx="3">
                  <c:v>0.470138888889025</c:v>
                </c:pt>
                <c:pt idx="4">
                  <c:v>0.470833333333469</c:v>
                </c:pt>
                <c:pt idx="5">
                  <c:v>0.47152777777791299</c:v>
                </c:pt>
                <c:pt idx="6">
                  <c:v>0.47222222222235699</c:v>
                </c:pt>
                <c:pt idx="7">
                  <c:v>0.47291666666680099</c:v>
                </c:pt>
                <c:pt idx="8">
                  <c:v>0.47361111111124499</c:v>
                </c:pt>
                <c:pt idx="9">
                  <c:v>0.47430555555568898</c:v>
                </c:pt>
                <c:pt idx="10">
                  <c:v>0.47500000000013298</c:v>
                </c:pt>
                <c:pt idx="11">
                  <c:v>0.47569444444457698</c:v>
                </c:pt>
                <c:pt idx="12">
                  <c:v>0.47638888888902098</c:v>
                </c:pt>
                <c:pt idx="13">
                  <c:v>0.47708333333346498</c:v>
                </c:pt>
                <c:pt idx="14">
                  <c:v>0.47777777777790897</c:v>
                </c:pt>
                <c:pt idx="15">
                  <c:v>0.47847222222235303</c:v>
                </c:pt>
                <c:pt idx="16">
                  <c:v>0.47916666666679703</c:v>
                </c:pt>
                <c:pt idx="17">
                  <c:v>0.47986111111124102</c:v>
                </c:pt>
                <c:pt idx="18">
                  <c:v>0.48055555555568502</c:v>
                </c:pt>
                <c:pt idx="19">
                  <c:v>0.48125000000012902</c:v>
                </c:pt>
                <c:pt idx="20">
                  <c:v>0.48194444444457302</c:v>
                </c:pt>
                <c:pt idx="21">
                  <c:v>0.48263888888901701</c:v>
                </c:pt>
                <c:pt idx="22">
                  <c:v>0.48333333333346101</c:v>
                </c:pt>
                <c:pt idx="23">
                  <c:v>0.48402777777790501</c:v>
                </c:pt>
                <c:pt idx="24">
                  <c:v>0.48472222222234901</c:v>
                </c:pt>
                <c:pt idx="25">
                  <c:v>0.48541666666679301</c:v>
                </c:pt>
                <c:pt idx="26">
                  <c:v>0.486111111111237</c:v>
                </c:pt>
                <c:pt idx="27">
                  <c:v>0.486805555555681</c:v>
                </c:pt>
                <c:pt idx="28">
                  <c:v>0.487500000000125</c:v>
                </c:pt>
                <c:pt idx="29">
                  <c:v>0.488194444444569</c:v>
                </c:pt>
                <c:pt idx="30">
                  <c:v>0.488888888889013</c:v>
                </c:pt>
                <c:pt idx="31">
                  <c:v>0.48958333333345699</c:v>
                </c:pt>
                <c:pt idx="32">
                  <c:v>0.49027777777790099</c:v>
                </c:pt>
                <c:pt idx="33">
                  <c:v>0.49097222222234499</c:v>
                </c:pt>
                <c:pt idx="34">
                  <c:v>0.49166666666678899</c:v>
                </c:pt>
                <c:pt idx="35">
                  <c:v>0.49236111111123299</c:v>
                </c:pt>
                <c:pt idx="36">
                  <c:v>0.49305555555567698</c:v>
                </c:pt>
                <c:pt idx="37">
                  <c:v>0.49375000000012098</c:v>
                </c:pt>
                <c:pt idx="38">
                  <c:v>0.49444444444456498</c:v>
                </c:pt>
                <c:pt idx="39">
                  <c:v>0.49513888888900898</c:v>
                </c:pt>
                <c:pt idx="40">
                  <c:v>0.49583333333345297</c:v>
                </c:pt>
                <c:pt idx="41">
                  <c:v>0.49652777777789697</c:v>
                </c:pt>
                <c:pt idx="42">
                  <c:v>0.49722222222234103</c:v>
                </c:pt>
                <c:pt idx="43">
                  <c:v>0.49791666666678502</c:v>
                </c:pt>
                <c:pt idx="44">
                  <c:v>0.49861111111122902</c:v>
                </c:pt>
                <c:pt idx="45">
                  <c:v>0.49930555555567302</c:v>
                </c:pt>
                <c:pt idx="46">
                  <c:v>0.50000000000011702</c:v>
                </c:pt>
                <c:pt idx="47">
                  <c:v>0.50069444444456102</c:v>
                </c:pt>
                <c:pt idx="48">
                  <c:v>0.50138888888900501</c:v>
                </c:pt>
                <c:pt idx="49">
                  <c:v>0.50208333333344901</c:v>
                </c:pt>
                <c:pt idx="50">
                  <c:v>0.50277777777789301</c:v>
                </c:pt>
                <c:pt idx="51">
                  <c:v>0.50347222222233701</c:v>
                </c:pt>
                <c:pt idx="52">
                  <c:v>0.504166666666781</c:v>
                </c:pt>
                <c:pt idx="53">
                  <c:v>0.504861111111225</c:v>
                </c:pt>
                <c:pt idx="54">
                  <c:v>0.505555555555669</c:v>
                </c:pt>
                <c:pt idx="55">
                  <c:v>0.506250000000113</c:v>
                </c:pt>
                <c:pt idx="56">
                  <c:v>0.506944444444557</c:v>
                </c:pt>
                <c:pt idx="57">
                  <c:v>0.50763888888900099</c:v>
                </c:pt>
                <c:pt idx="58">
                  <c:v>0.50833333333344499</c:v>
                </c:pt>
                <c:pt idx="59">
                  <c:v>0.50902777777788899</c:v>
                </c:pt>
                <c:pt idx="60">
                  <c:v>0.50972222222233299</c:v>
                </c:pt>
                <c:pt idx="61">
                  <c:v>0.51041666666677699</c:v>
                </c:pt>
                <c:pt idx="62">
                  <c:v>0.51111111111122098</c:v>
                </c:pt>
                <c:pt idx="63">
                  <c:v>0.51180555555566498</c:v>
                </c:pt>
                <c:pt idx="64">
                  <c:v>0.51250000000010898</c:v>
                </c:pt>
                <c:pt idx="65">
                  <c:v>0.51319444444455298</c:v>
                </c:pt>
                <c:pt idx="66">
                  <c:v>0.51388888888899698</c:v>
                </c:pt>
                <c:pt idx="67">
                  <c:v>0.51458333333344097</c:v>
                </c:pt>
                <c:pt idx="68">
                  <c:v>0.51527777777788497</c:v>
                </c:pt>
                <c:pt idx="69">
                  <c:v>0.51597222222232897</c:v>
                </c:pt>
                <c:pt idx="70">
                  <c:v>0.51666666666677297</c:v>
                </c:pt>
                <c:pt idx="71">
                  <c:v>0.51736111111121597</c:v>
                </c:pt>
                <c:pt idx="72">
                  <c:v>0.51805555555565996</c:v>
                </c:pt>
                <c:pt idx="73">
                  <c:v>0.51875000000010396</c:v>
                </c:pt>
                <c:pt idx="74">
                  <c:v>0.51944444444454796</c:v>
                </c:pt>
                <c:pt idx="75">
                  <c:v>0.52013888888899196</c:v>
                </c:pt>
                <c:pt idx="76">
                  <c:v>0.52083333333343595</c:v>
                </c:pt>
                <c:pt idx="77">
                  <c:v>0.52152777777787995</c:v>
                </c:pt>
                <c:pt idx="78">
                  <c:v>0.52222222222232395</c:v>
                </c:pt>
                <c:pt idx="79">
                  <c:v>0.52291666666676795</c:v>
                </c:pt>
                <c:pt idx="80">
                  <c:v>0.52361111111121195</c:v>
                </c:pt>
                <c:pt idx="81">
                  <c:v>0.52430555555565606</c:v>
                </c:pt>
                <c:pt idx="82">
                  <c:v>0.52500000000010005</c:v>
                </c:pt>
                <c:pt idx="83">
                  <c:v>0.52569444444454405</c:v>
                </c:pt>
                <c:pt idx="84">
                  <c:v>0.52638888888898805</c:v>
                </c:pt>
                <c:pt idx="85">
                  <c:v>0.52708333333343205</c:v>
                </c:pt>
                <c:pt idx="86">
                  <c:v>0.52777777777787604</c:v>
                </c:pt>
                <c:pt idx="87">
                  <c:v>0.52847222222232004</c:v>
                </c:pt>
                <c:pt idx="88">
                  <c:v>0.52916666666676404</c:v>
                </c:pt>
                <c:pt idx="89">
                  <c:v>0.52986111111120804</c:v>
                </c:pt>
                <c:pt idx="90">
                  <c:v>0.53055555555565204</c:v>
                </c:pt>
                <c:pt idx="91">
                  <c:v>0.53125000000009603</c:v>
                </c:pt>
                <c:pt idx="92">
                  <c:v>0.53194444444454003</c:v>
                </c:pt>
                <c:pt idx="93">
                  <c:v>0.53263888888898403</c:v>
                </c:pt>
                <c:pt idx="94">
                  <c:v>0.53333333333342803</c:v>
                </c:pt>
                <c:pt idx="95">
                  <c:v>0.53402777777787203</c:v>
                </c:pt>
                <c:pt idx="96">
                  <c:v>0.53472222222231602</c:v>
                </c:pt>
                <c:pt idx="97">
                  <c:v>0.53541666666676002</c:v>
                </c:pt>
                <c:pt idx="98">
                  <c:v>0.53611111111120402</c:v>
                </c:pt>
                <c:pt idx="99">
                  <c:v>0.53680555555564802</c:v>
                </c:pt>
                <c:pt idx="100">
                  <c:v>0.53750000000009202</c:v>
                </c:pt>
                <c:pt idx="101">
                  <c:v>0.53819444444453601</c:v>
                </c:pt>
                <c:pt idx="102">
                  <c:v>0.53888888888898001</c:v>
                </c:pt>
                <c:pt idx="103">
                  <c:v>0.53958333333342401</c:v>
                </c:pt>
                <c:pt idx="104">
                  <c:v>0.54027777777786801</c:v>
                </c:pt>
                <c:pt idx="105">
                  <c:v>0.540972222222312</c:v>
                </c:pt>
                <c:pt idx="106">
                  <c:v>0.541666666666756</c:v>
                </c:pt>
                <c:pt idx="107">
                  <c:v>0.5423611111112</c:v>
                </c:pt>
                <c:pt idx="108">
                  <c:v>0.543055555555644</c:v>
                </c:pt>
                <c:pt idx="109">
                  <c:v>0.543750000000088</c:v>
                </c:pt>
                <c:pt idx="110">
                  <c:v>0.54444444444453199</c:v>
                </c:pt>
                <c:pt idx="111">
                  <c:v>0.54513888888897599</c:v>
                </c:pt>
                <c:pt idx="112">
                  <c:v>0.54583333333341999</c:v>
                </c:pt>
                <c:pt idx="113">
                  <c:v>0.54652777777786399</c:v>
                </c:pt>
                <c:pt idx="114">
                  <c:v>0.54722222222230799</c:v>
                </c:pt>
                <c:pt idx="115">
                  <c:v>0.54791666666675198</c:v>
                </c:pt>
                <c:pt idx="116">
                  <c:v>0.54861111111119598</c:v>
                </c:pt>
                <c:pt idx="117">
                  <c:v>0.54930555555563998</c:v>
                </c:pt>
                <c:pt idx="118">
                  <c:v>0.55000000000008398</c:v>
                </c:pt>
                <c:pt idx="119">
                  <c:v>0.55069444444452798</c:v>
                </c:pt>
                <c:pt idx="120">
                  <c:v>0.55138888888897197</c:v>
                </c:pt>
                <c:pt idx="121">
                  <c:v>0.55208333333341597</c:v>
                </c:pt>
                <c:pt idx="122">
                  <c:v>0.55277777777785997</c:v>
                </c:pt>
                <c:pt idx="123">
                  <c:v>0.55347222222230397</c:v>
                </c:pt>
                <c:pt idx="124">
                  <c:v>0.55416666666674796</c:v>
                </c:pt>
                <c:pt idx="125">
                  <c:v>0.55486111111119196</c:v>
                </c:pt>
                <c:pt idx="126">
                  <c:v>0.55555555555563596</c:v>
                </c:pt>
                <c:pt idx="127">
                  <c:v>0.55625000000007996</c:v>
                </c:pt>
                <c:pt idx="128">
                  <c:v>0.55694444444452396</c:v>
                </c:pt>
                <c:pt idx="129">
                  <c:v>0.55763888888896795</c:v>
                </c:pt>
                <c:pt idx="130">
                  <c:v>0.55833333333341195</c:v>
                </c:pt>
                <c:pt idx="131">
                  <c:v>0.55902777777785595</c:v>
                </c:pt>
                <c:pt idx="132">
                  <c:v>0.55972222222229995</c:v>
                </c:pt>
                <c:pt idx="133">
                  <c:v>0.56041666666674395</c:v>
                </c:pt>
                <c:pt idx="134">
                  <c:v>0.56111111111118805</c:v>
                </c:pt>
                <c:pt idx="135">
                  <c:v>0.56180555555563205</c:v>
                </c:pt>
                <c:pt idx="136">
                  <c:v>0.56250000000007605</c:v>
                </c:pt>
                <c:pt idx="137">
                  <c:v>0.56319444444452005</c:v>
                </c:pt>
                <c:pt idx="138">
                  <c:v>0.56388888888896405</c:v>
                </c:pt>
                <c:pt idx="139">
                  <c:v>0.56458333333340804</c:v>
                </c:pt>
                <c:pt idx="140">
                  <c:v>0.56527777777785204</c:v>
                </c:pt>
                <c:pt idx="141">
                  <c:v>0.56597222222229604</c:v>
                </c:pt>
                <c:pt idx="142">
                  <c:v>0.56666666666674004</c:v>
                </c:pt>
                <c:pt idx="143">
                  <c:v>0.56736111111118404</c:v>
                </c:pt>
                <c:pt idx="144">
                  <c:v>0.56805555555562803</c:v>
                </c:pt>
                <c:pt idx="145">
                  <c:v>0.56875000000007203</c:v>
                </c:pt>
                <c:pt idx="146">
                  <c:v>0.56944444444451603</c:v>
                </c:pt>
                <c:pt idx="147">
                  <c:v>0.57013888888896003</c:v>
                </c:pt>
                <c:pt idx="148">
                  <c:v>0.57083333333340402</c:v>
                </c:pt>
                <c:pt idx="149">
                  <c:v>0.57152777777784802</c:v>
                </c:pt>
                <c:pt idx="150">
                  <c:v>0.57222222222229202</c:v>
                </c:pt>
                <c:pt idx="151">
                  <c:v>0.57291666666673602</c:v>
                </c:pt>
                <c:pt idx="152">
                  <c:v>0.57361111111118002</c:v>
                </c:pt>
                <c:pt idx="153">
                  <c:v>0.57430555555562401</c:v>
                </c:pt>
                <c:pt idx="154">
                  <c:v>0.57500000000006801</c:v>
                </c:pt>
                <c:pt idx="155">
                  <c:v>0.57569444444451201</c:v>
                </c:pt>
                <c:pt idx="156">
                  <c:v>0.57638888888895601</c:v>
                </c:pt>
                <c:pt idx="157">
                  <c:v>0.57708333333340001</c:v>
                </c:pt>
                <c:pt idx="158">
                  <c:v>0.577777777777844</c:v>
                </c:pt>
                <c:pt idx="159">
                  <c:v>0.578472222222288</c:v>
                </c:pt>
                <c:pt idx="160">
                  <c:v>0.579166666666732</c:v>
                </c:pt>
                <c:pt idx="161">
                  <c:v>0.579861111111176</c:v>
                </c:pt>
                <c:pt idx="162">
                  <c:v>0.58055555555562</c:v>
                </c:pt>
                <c:pt idx="163">
                  <c:v>0.58125000000006399</c:v>
                </c:pt>
                <c:pt idx="164">
                  <c:v>0.58194444444450799</c:v>
                </c:pt>
                <c:pt idx="165">
                  <c:v>0.58263888888895199</c:v>
                </c:pt>
                <c:pt idx="166">
                  <c:v>0.58333333333339599</c:v>
                </c:pt>
                <c:pt idx="167">
                  <c:v>0.58402777777783998</c:v>
                </c:pt>
                <c:pt idx="168">
                  <c:v>0.58472222222228398</c:v>
                </c:pt>
                <c:pt idx="169">
                  <c:v>0.58541666666672798</c:v>
                </c:pt>
                <c:pt idx="170">
                  <c:v>0.58611111111117198</c:v>
                </c:pt>
                <c:pt idx="171">
                  <c:v>0.58680555555561598</c:v>
                </c:pt>
                <c:pt idx="172">
                  <c:v>0.58750000000005997</c:v>
                </c:pt>
                <c:pt idx="173">
                  <c:v>0.58819444444450397</c:v>
                </c:pt>
                <c:pt idx="174">
                  <c:v>0.58888888888894797</c:v>
                </c:pt>
                <c:pt idx="175">
                  <c:v>0.58958333333339197</c:v>
                </c:pt>
                <c:pt idx="176">
                  <c:v>0.59027777777783597</c:v>
                </c:pt>
                <c:pt idx="177">
                  <c:v>0.59097222222227996</c:v>
                </c:pt>
                <c:pt idx="178">
                  <c:v>0.59166666666672396</c:v>
                </c:pt>
                <c:pt idx="179">
                  <c:v>0.59236111111116796</c:v>
                </c:pt>
                <c:pt idx="180">
                  <c:v>0.59305555555561196</c:v>
                </c:pt>
                <c:pt idx="181">
                  <c:v>0.59375000000005596</c:v>
                </c:pt>
                <c:pt idx="182">
                  <c:v>0.59444444444449995</c:v>
                </c:pt>
                <c:pt idx="183">
                  <c:v>0.59513888888894395</c:v>
                </c:pt>
                <c:pt idx="184">
                  <c:v>0.59583333333338795</c:v>
                </c:pt>
                <c:pt idx="185">
                  <c:v>0.59652777777783195</c:v>
                </c:pt>
                <c:pt idx="186">
                  <c:v>0.59722222222227594</c:v>
                </c:pt>
                <c:pt idx="187">
                  <c:v>0.59791666666672005</c:v>
                </c:pt>
                <c:pt idx="188">
                  <c:v>0.59861111111116405</c:v>
                </c:pt>
                <c:pt idx="189">
                  <c:v>0.59930555555560805</c:v>
                </c:pt>
                <c:pt idx="190">
                  <c:v>0.60000000000005205</c:v>
                </c:pt>
                <c:pt idx="191">
                  <c:v>0.60069444444449605</c:v>
                </c:pt>
                <c:pt idx="192">
                  <c:v>0.60138888888894004</c:v>
                </c:pt>
                <c:pt idx="193">
                  <c:v>0.60208333333338404</c:v>
                </c:pt>
                <c:pt idx="194">
                  <c:v>0.60277777777782804</c:v>
                </c:pt>
                <c:pt idx="195">
                  <c:v>0.60347222222227204</c:v>
                </c:pt>
                <c:pt idx="196">
                  <c:v>0.60416666666671603</c:v>
                </c:pt>
                <c:pt idx="197">
                  <c:v>0.60486111111116003</c:v>
                </c:pt>
                <c:pt idx="198">
                  <c:v>0.60555555555560403</c:v>
                </c:pt>
                <c:pt idx="199">
                  <c:v>0.60625000000004803</c:v>
                </c:pt>
                <c:pt idx="200">
                  <c:v>0.60694444444449203</c:v>
                </c:pt>
                <c:pt idx="201">
                  <c:v>0.60763888888893602</c:v>
                </c:pt>
                <c:pt idx="202">
                  <c:v>0.60833333333338002</c:v>
                </c:pt>
                <c:pt idx="203">
                  <c:v>0.60902777777782402</c:v>
                </c:pt>
                <c:pt idx="204">
                  <c:v>0.60972222222226802</c:v>
                </c:pt>
                <c:pt idx="205">
                  <c:v>0.61041666666671202</c:v>
                </c:pt>
                <c:pt idx="206">
                  <c:v>0.61111111111115601</c:v>
                </c:pt>
                <c:pt idx="207">
                  <c:v>0.61180555555560001</c:v>
                </c:pt>
                <c:pt idx="208">
                  <c:v>0.61250000000004401</c:v>
                </c:pt>
                <c:pt idx="209">
                  <c:v>0.61319444444448801</c:v>
                </c:pt>
                <c:pt idx="210">
                  <c:v>0.61388888888893201</c:v>
                </c:pt>
                <c:pt idx="211">
                  <c:v>0.614583333333376</c:v>
                </c:pt>
                <c:pt idx="212">
                  <c:v>0.61527777777782</c:v>
                </c:pt>
                <c:pt idx="213">
                  <c:v>0.615972222222264</c:v>
                </c:pt>
                <c:pt idx="214">
                  <c:v>0.616666666666708</c:v>
                </c:pt>
                <c:pt idx="215">
                  <c:v>0.61736111111115199</c:v>
                </c:pt>
                <c:pt idx="216">
                  <c:v>0.61805555555559599</c:v>
                </c:pt>
                <c:pt idx="217">
                  <c:v>0.61875000000003999</c:v>
                </c:pt>
                <c:pt idx="218">
                  <c:v>0.61944444444448399</c:v>
                </c:pt>
                <c:pt idx="219">
                  <c:v>0.62013888888892799</c:v>
                </c:pt>
                <c:pt idx="220">
                  <c:v>0.62083333333337198</c:v>
                </c:pt>
                <c:pt idx="221">
                  <c:v>0.62152777777781598</c:v>
                </c:pt>
                <c:pt idx="222">
                  <c:v>0.62222222222225998</c:v>
                </c:pt>
                <c:pt idx="223">
                  <c:v>0.62291666666670398</c:v>
                </c:pt>
                <c:pt idx="224">
                  <c:v>0.62361111111114798</c:v>
                </c:pt>
                <c:pt idx="225">
                  <c:v>0.62430555555559197</c:v>
                </c:pt>
                <c:pt idx="226">
                  <c:v>0.62500000000003597</c:v>
                </c:pt>
                <c:pt idx="227">
                  <c:v>0.62569444444447997</c:v>
                </c:pt>
                <c:pt idx="228">
                  <c:v>0.62638888888892397</c:v>
                </c:pt>
                <c:pt idx="229">
                  <c:v>0.62708333333336796</c:v>
                </c:pt>
                <c:pt idx="230">
                  <c:v>0.62777777777781196</c:v>
                </c:pt>
                <c:pt idx="231">
                  <c:v>0.62847222222225596</c:v>
                </c:pt>
                <c:pt idx="232">
                  <c:v>0.62916666666669996</c:v>
                </c:pt>
                <c:pt idx="233">
                  <c:v>0.62986111111114396</c:v>
                </c:pt>
                <c:pt idx="234">
                  <c:v>0.63055555555558795</c:v>
                </c:pt>
                <c:pt idx="235">
                  <c:v>0.63125000000003195</c:v>
                </c:pt>
                <c:pt idx="236">
                  <c:v>0.63194444444447595</c:v>
                </c:pt>
                <c:pt idx="237">
                  <c:v>0.63263888888891995</c:v>
                </c:pt>
                <c:pt idx="238">
                  <c:v>0.63333333333336395</c:v>
                </c:pt>
                <c:pt idx="239">
                  <c:v>0.63402777777780805</c:v>
                </c:pt>
                <c:pt idx="240">
                  <c:v>0.63472222222225205</c:v>
                </c:pt>
                <c:pt idx="241">
                  <c:v>0.63541666666669605</c:v>
                </c:pt>
                <c:pt idx="242">
                  <c:v>0.63611111111114005</c:v>
                </c:pt>
                <c:pt idx="243">
                  <c:v>0.63680555555558405</c:v>
                </c:pt>
                <c:pt idx="244">
                  <c:v>0.63750000000002804</c:v>
                </c:pt>
                <c:pt idx="245">
                  <c:v>0.63819444444447204</c:v>
                </c:pt>
                <c:pt idx="246">
                  <c:v>0.63888888888891604</c:v>
                </c:pt>
                <c:pt idx="247">
                  <c:v>0.63958333333336004</c:v>
                </c:pt>
                <c:pt idx="248">
                  <c:v>0.64027777777780404</c:v>
                </c:pt>
                <c:pt idx="249">
                  <c:v>0.64097222222224803</c:v>
                </c:pt>
                <c:pt idx="250">
                  <c:v>0.64166666666669203</c:v>
                </c:pt>
                <c:pt idx="251">
                  <c:v>0.64236111111113603</c:v>
                </c:pt>
                <c:pt idx="252">
                  <c:v>0.64305555555558003</c:v>
                </c:pt>
                <c:pt idx="253">
                  <c:v>0.64375000000002403</c:v>
                </c:pt>
                <c:pt idx="254">
                  <c:v>0.64444444444446802</c:v>
                </c:pt>
                <c:pt idx="255">
                  <c:v>0.64513888888891202</c:v>
                </c:pt>
                <c:pt idx="256">
                  <c:v>0.64583333333335602</c:v>
                </c:pt>
                <c:pt idx="257">
                  <c:v>0.64652777777780002</c:v>
                </c:pt>
                <c:pt idx="258">
                  <c:v>0.64722222222224401</c:v>
                </c:pt>
                <c:pt idx="259">
                  <c:v>0.64791666666668801</c:v>
                </c:pt>
                <c:pt idx="260">
                  <c:v>0.64861111111113201</c:v>
                </c:pt>
                <c:pt idx="261">
                  <c:v>0.64930555555557601</c:v>
                </c:pt>
                <c:pt idx="262">
                  <c:v>0.65000000000002001</c:v>
                </c:pt>
                <c:pt idx="263">
                  <c:v>0.650694444444464</c:v>
                </c:pt>
                <c:pt idx="264">
                  <c:v>0.651388888888908</c:v>
                </c:pt>
                <c:pt idx="265">
                  <c:v>0.652083333333352</c:v>
                </c:pt>
                <c:pt idx="266">
                  <c:v>0.652777777777796</c:v>
                </c:pt>
                <c:pt idx="267">
                  <c:v>0.65347222222224</c:v>
                </c:pt>
                <c:pt idx="268">
                  <c:v>0.65416666666668399</c:v>
                </c:pt>
                <c:pt idx="269">
                  <c:v>0.65486111111112799</c:v>
                </c:pt>
                <c:pt idx="270">
                  <c:v>0.65555555555557199</c:v>
                </c:pt>
                <c:pt idx="271">
                  <c:v>0.65625000000001599</c:v>
                </c:pt>
                <c:pt idx="272">
                  <c:v>0.65694444444445999</c:v>
                </c:pt>
                <c:pt idx="273">
                  <c:v>0.65763888888890398</c:v>
                </c:pt>
                <c:pt idx="274">
                  <c:v>0.65833333333334798</c:v>
                </c:pt>
                <c:pt idx="275">
                  <c:v>0.65902777777779198</c:v>
                </c:pt>
                <c:pt idx="276">
                  <c:v>0.65972222222223598</c:v>
                </c:pt>
                <c:pt idx="277">
                  <c:v>0.66041666666667997</c:v>
                </c:pt>
                <c:pt idx="278">
                  <c:v>0.66111111111112397</c:v>
                </c:pt>
                <c:pt idx="279">
                  <c:v>0.66180555555556797</c:v>
                </c:pt>
                <c:pt idx="280">
                  <c:v>0.66250000000001197</c:v>
                </c:pt>
                <c:pt idx="281">
                  <c:v>0.66319444444445597</c:v>
                </c:pt>
                <c:pt idx="282">
                  <c:v>0.66388888888889996</c:v>
                </c:pt>
                <c:pt idx="283">
                  <c:v>0.66458333333334396</c:v>
                </c:pt>
                <c:pt idx="284">
                  <c:v>0.66527777777778796</c:v>
                </c:pt>
                <c:pt idx="285">
                  <c:v>0.66597222222223196</c:v>
                </c:pt>
                <c:pt idx="286">
                  <c:v>0.66666666666667596</c:v>
                </c:pt>
                <c:pt idx="287">
                  <c:v>0.66736111111111995</c:v>
                </c:pt>
                <c:pt idx="288">
                  <c:v>0.66805555555556395</c:v>
                </c:pt>
                <c:pt idx="289">
                  <c:v>0.66875000000000795</c:v>
                </c:pt>
                <c:pt idx="290">
                  <c:v>0.66944444444445195</c:v>
                </c:pt>
                <c:pt idx="291">
                  <c:v>0.67013888888889594</c:v>
                </c:pt>
                <c:pt idx="292">
                  <c:v>0.67083333333334005</c:v>
                </c:pt>
                <c:pt idx="293">
                  <c:v>0.67152777777778405</c:v>
                </c:pt>
                <c:pt idx="294">
                  <c:v>0.67222222222222805</c:v>
                </c:pt>
              </c:numCache>
            </c:numRef>
          </c:cat>
          <c:val>
            <c:numRef>
              <c:f>'Ranger__20230822-0938'!$H$3:$H$297</c:f>
              <c:numCache>
                <c:formatCode>General</c:formatCode>
                <c:ptCount val="295"/>
                <c:pt idx="0">
                  <c:v>1394.1</c:v>
                </c:pt>
                <c:pt idx="1">
                  <c:v>985.8</c:v>
                </c:pt>
                <c:pt idx="2">
                  <c:v>207.2</c:v>
                </c:pt>
                <c:pt idx="3">
                  <c:v>1560.6</c:v>
                </c:pt>
                <c:pt idx="4">
                  <c:v>4439.5</c:v>
                </c:pt>
                <c:pt idx="5">
                  <c:v>3617</c:v>
                </c:pt>
                <c:pt idx="6">
                  <c:v>14813.5</c:v>
                </c:pt>
                <c:pt idx="7">
                  <c:v>7420.3</c:v>
                </c:pt>
                <c:pt idx="8">
                  <c:v>4773.8</c:v>
                </c:pt>
                <c:pt idx="9">
                  <c:v>8236.7999999999993</c:v>
                </c:pt>
                <c:pt idx="10">
                  <c:v>1640.1</c:v>
                </c:pt>
                <c:pt idx="11">
                  <c:v>1566.9</c:v>
                </c:pt>
                <c:pt idx="12">
                  <c:v>1397.9</c:v>
                </c:pt>
                <c:pt idx="13">
                  <c:v>75</c:v>
                </c:pt>
                <c:pt idx="14">
                  <c:v>72</c:v>
                </c:pt>
                <c:pt idx="15">
                  <c:v>70.5</c:v>
                </c:pt>
                <c:pt idx="16">
                  <c:v>68</c:v>
                </c:pt>
                <c:pt idx="17">
                  <c:v>77.8</c:v>
                </c:pt>
                <c:pt idx="18">
                  <c:v>67.3</c:v>
                </c:pt>
                <c:pt idx="19">
                  <c:v>65.2</c:v>
                </c:pt>
                <c:pt idx="20">
                  <c:v>76.3</c:v>
                </c:pt>
                <c:pt idx="21">
                  <c:v>91.5</c:v>
                </c:pt>
                <c:pt idx="22">
                  <c:v>84.7</c:v>
                </c:pt>
                <c:pt idx="23">
                  <c:v>78.599999999999994</c:v>
                </c:pt>
                <c:pt idx="24">
                  <c:v>76.8</c:v>
                </c:pt>
                <c:pt idx="25">
                  <c:v>77.099999999999994</c:v>
                </c:pt>
                <c:pt idx="26">
                  <c:v>74.099999999999994</c:v>
                </c:pt>
                <c:pt idx="27">
                  <c:v>76.900000000000006</c:v>
                </c:pt>
                <c:pt idx="28">
                  <c:v>68</c:v>
                </c:pt>
                <c:pt idx="29">
                  <c:v>62.7</c:v>
                </c:pt>
                <c:pt idx="30">
                  <c:v>87.6</c:v>
                </c:pt>
                <c:pt idx="31">
                  <c:v>88.7</c:v>
                </c:pt>
                <c:pt idx="32">
                  <c:v>81.400000000000006</c:v>
                </c:pt>
                <c:pt idx="33">
                  <c:v>75.599999999999994</c:v>
                </c:pt>
                <c:pt idx="34">
                  <c:v>73.7</c:v>
                </c:pt>
                <c:pt idx="35">
                  <c:v>65.5</c:v>
                </c:pt>
                <c:pt idx="36">
                  <c:v>65.400000000000006</c:v>
                </c:pt>
                <c:pt idx="37">
                  <c:v>155.19999999999999</c:v>
                </c:pt>
                <c:pt idx="38">
                  <c:v>135.19999999999999</c:v>
                </c:pt>
                <c:pt idx="39">
                  <c:v>1445.4</c:v>
                </c:pt>
                <c:pt idx="40">
                  <c:v>2792.2</c:v>
                </c:pt>
                <c:pt idx="41">
                  <c:v>2439.1</c:v>
                </c:pt>
                <c:pt idx="42">
                  <c:v>1891.7</c:v>
                </c:pt>
                <c:pt idx="43">
                  <c:v>1534.2</c:v>
                </c:pt>
                <c:pt idx="44">
                  <c:v>1385</c:v>
                </c:pt>
                <c:pt idx="45">
                  <c:v>1027.2</c:v>
                </c:pt>
                <c:pt idx="46">
                  <c:v>863.3</c:v>
                </c:pt>
                <c:pt idx="47">
                  <c:v>696.5</c:v>
                </c:pt>
                <c:pt idx="48">
                  <c:v>355.1</c:v>
                </c:pt>
                <c:pt idx="49">
                  <c:v>344.6</c:v>
                </c:pt>
                <c:pt idx="50">
                  <c:v>361.9</c:v>
                </c:pt>
                <c:pt idx="51">
                  <c:v>391.3</c:v>
                </c:pt>
                <c:pt idx="52">
                  <c:v>410.8</c:v>
                </c:pt>
                <c:pt idx="53">
                  <c:v>471.1</c:v>
                </c:pt>
                <c:pt idx="54">
                  <c:v>450.7</c:v>
                </c:pt>
                <c:pt idx="55">
                  <c:v>430.6</c:v>
                </c:pt>
                <c:pt idx="56">
                  <c:v>426.5</c:v>
                </c:pt>
                <c:pt idx="57">
                  <c:v>407.2</c:v>
                </c:pt>
                <c:pt idx="58">
                  <c:v>378</c:v>
                </c:pt>
                <c:pt idx="59">
                  <c:v>377</c:v>
                </c:pt>
                <c:pt idx="60">
                  <c:v>417</c:v>
                </c:pt>
                <c:pt idx="61">
                  <c:v>428</c:v>
                </c:pt>
                <c:pt idx="62">
                  <c:v>423.8</c:v>
                </c:pt>
                <c:pt idx="63">
                  <c:v>415.5</c:v>
                </c:pt>
                <c:pt idx="64">
                  <c:v>387.8</c:v>
                </c:pt>
                <c:pt idx="65">
                  <c:v>361</c:v>
                </c:pt>
                <c:pt idx="66">
                  <c:v>300.3</c:v>
                </c:pt>
                <c:pt idx="67">
                  <c:v>259.2</c:v>
                </c:pt>
                <c:pt idx="68">
                  <c:v>215.3</c:v>
                </c:pt>
                <c:pt idx="69">
                  <c:v>172.4</c:v>
                </c:pt>
                <c:pt idx="70">
                  <c:v>155.1</c:v>
                </c:pt>
                <c:pt idx="71">
                  <c:v>165.5</c:v>
                </c:pt>
                <c:pt idx="72">
                  <c:v>763.7</c:v>
                </c:pt>
                <c:pt idx="73">
                  <c:v>1150.2</c:v>
                </c:pt>
                <c:pt idx="74">
                  <c:v>1888.6</c:v>
                </c:pt>
                <c:pt idx="75">
                  <c:v>1737.3</c:v>
                </c:pt>
                <c:pt idx="76">
                  <c:v>1483.2</c:v>
                </c:pt>
                <c:pt idx="77">
                  <c:v>1226.5999999999999</c:v>
                </c:pt>
                <c:pt idx="78">
                  <c:v>977.2</c:v>
                </c:pt>
                <c:pt idx="79">
                  <c:v>679.7</c:v>
                </c:pt>
                <c:pt idx="80">
                  <c:v>613.29999999999995</c:v>
                </c:pt>
                <c:pt idx="81">
                  <c:v>434.6</c:v>
                </c:pt>
                <c:pt idx="82">
                  <c:v>335.2</c:v>
                </c:pt>
                <c:pt idx="83">
                  <c:v>279.3</c:v>
                </c:pt>
                <c:pt idx="84">
                  <c:v>222.4</c:v>
                </c:pt>
                <c:pt idx="85">
                  <c:v>236.5</c:v>
                </c:pt>
                <c:pt idx="86">
                  <c:v>323.10000000000002</c:v>
                </c:pt>
                <c:pt idx="87">
                  <c:v>404.7</c:v>
                </c:pt>
                <c:pt idx="88">
                  <c:v>387.9</c:v>
                </c:pt>
                <c:pt idx="89">
                  <c:v>313.8</c:v>
                </c:pt>
                <c:pt idx="90">
                  <c:v>269.10000000000002</c:v>
                </c:pt>
                <c:pt idx="91">
                  <c:v>200</c:v>
                </c:pt>
                <c:pt idx="92">
                  <c:v>162.9</c:v>
                </c:pt>
                <c:pt idx="93">
                  <c:v>122.3</c:v>
                </c:pt>
                <c:pt idx="94">
                  <c:v>109.6</c:v>
                </c:pt>
                <c:pt idx="95">
                  <c:v>96.8</c:v>
                </c:pt>
                <c:pt idx="96">
                  <c:v>86.2</c:v>
                </c:pt>
                <c:pt idx="97">
                  <c:v>75.900000000000006</c:v>
                </c:pt>
                <c:pt idx="98">
                  <c:v>78.400000000000006</c:v>
                </c:pt>
                <c:pt idx="99">
                  <c:v>59.9</c:v>
                </c:pt>
                <c:pt idx="100">
                  <c:v>406.8</c:v>
                </c:pt>
                <c:pt idx="101">
                  <c:v>2324</c:v>
                </c:pt>
                <c:pt idx="102">
                  <c:v>1844.4</c:v>
                </c:pt>
                <c:pt idx="103">
                  <c:v>2874.7</c:v>
                </c:pt>
                <c:pt idx="104">
                  <c:v>4563.8999999999996</c:v>
                </c:pt>
                <c:pt idx="105">
                  <c:v>4295.6000000000004</c:v>
                </c:pt>
                <c:pt idx="106">
                  <c:v>4339</c:v>
                </c:pt>
                <c:pt idx="107">
                  <c:v>4175.3</c:v>
                </c:pt>
                <c:pt idx="108">
                  <c:v>3898.1</c:v>
                </c:pt>
                <c:pt idx="109">
                  <c:v>3687.4</c:v>
                </c:pt>
                <c:pt idx="110">
                  <c:v>3310.3</c:v>
                </c:pt>
                <c:pt idx="111">
                  <c:v>2879.7</c:v>
                </c:pt>
                <c:pt idx="112">
                  <c:v>2463.8000000000002</c:v>
                </c:pt>
                <c:pt idx="113">
                  <c:v>1903.9</c:v>
                </c:pt>
                <c:pt idx="114">
                  <c:v>1542.4</c:v>
                </c:pt>
                <c:pt idx="115">
                  <c:v>1285.7</c:v>
                </c:pt>
                <c:pt idx="116">
                  <c:v>928.9</c:v>
                </c:pt>
                <c:pt idx="117">
                  <c:v>626</c:v>
                </c:pt>
                <c:pt idx="118">
                  <c:v>524.79999999999995</c:v>
                </c:pt>
                <c:pt idx="119">
                  <c:v>416</c:v>
                </c:pt>
                <c:pt idx="120">
                  <c:v>401.5</c:v>
                </c:pt>
                <c:pt idx="121">
                  <c:v>357.3</c:v>
                </c:pt>
                <c:pt idx="122">
                  <c:v>262.8</c:v>
                </c:pt>
                <c:pt idx="123">
                  <c:v>233.7</c:v>
                </c:pt>
                <c:pt idx="124">
                  <c:v>154.6</c:v>
                </c:pt>
                <c:pt idx="125">
                  <c:v>136</c:v>
                </c:pt>
                <c:pt idx="126">
                  <c:v>100.2</c:v>
                </c:pt>
                <c:pt idx="127">
                  <c:v>70.8</c:v>
                </c:pt>
                <c:pt idx="128">
                  <c:v>61.3</c:v>
                </c:pt>
                <c:pt idx="129">
                  <c:v>65.2</c:v>
                </c:pt>
                <c:pt idx="130">
                  <c:v>57.5</c:v>
                </c:pt>
                <c:pt idx="131">
                  <c:v>57.5</c:v>
                </c:pt>
                <c:pt idx="132">
                  <c:v>52.5</c:v>
                </c:pt>
                <c:pt idx="133">
                  <c:v>45.1</c:v>
                </c:pt>
                <c:pt idx="134">
                  <c:v>46.4</c:v>
                </c:pt>
                <c:pt idx="135">
                  <c:v>46.6</c:v>
                </c:pt>
                <c:pt idx="136">
                  <c:v>53.6</c:v>
                </c:pt>
                <c:pt idx="137">
                  <c:v>71.8</c:v>
                </c:pt>
                <c:pt idx="138">
                  <c:v>79.099999999999994</c:v>
                </c:pt>
                <c:pt idx="139">
                  <c:v>90.7</c:v>
                </c:pt>
                <c:pt idx="140">
                  <c:v>92.8</c:v>
                </c:pt>
                <c:pt idx="141">
                  <c:v>92.8</c:v>
                </c:pt>
                <c:pt idx="142">
                  <c:v>109.2</c:v>
                </c:pt>
                <c:pt idx="143">
                  <c:v>113.5</c:v>
                </c:pt>
                <c:pt idx="144">
                  <c:v>102</c:v>
                </c:pt>
                <c:pt idx="145">
                  <c:v>103.7</c:v>
                </c:pt>
                <c:pt idx="146">
                  <c:v>103.8</c:v>
                </c:pt>
                <c:pt idx="147">
                  <c:v>100.2</c:v>
                </c:pt>
                <c:pt idx="148">
                  <c:v>83.8</c:v>
                </c:pt>
                <c:pt idx="149">
                  <c:v>75.400000000000006</c:v>
                </c:pt>
                <c:pt idx="150">
                  <c:v>78.3</c:v>
                </c:pt>
                <c:pt idx="151">
                  <c:v>66.599999999999994</c:v>
                </c:pt>
                <c:pt idx="152">
                  <c:v>57.4</c:v>
                </c:pt>
                <c:pt idx="153">
                  <c:v>51.3</c:v>
                </c:pt>
                <c:pt idx="154">
                  <c:v>49.5</c:v>
                </c:pt>
                <c:pt idx="155">
                  <c:v>46.7</c:v>
                </c:pt>
                <c:pt idx="156">
                  <c:v>107.9</c:v>
                </c:pt>
                <c:pt idx="157">
                  <c:v>267</c:v>
                </c:pt>
                <c:pt idx="158">
                  <c:v>288</c:v>
                </c:pt>
                <c:pt idx="159">
                  <c:v>1879.4</c:v>
                </c:pt>
                <c:pt idx="160">
                  <c:v>12123.6</c:v>
                </c:pt>
                <c:pt idx="161">
                  <c:v>12641.9</c:v>
                </c:pt>
                <c:pt idx="162">
                  <c:v>10499.7</c:v>
                </c:pt>
                <c:pt idx="163">
                  <c:v>6761.2</c:v>
                </c:pt>
                <c:pt idx="164">
                  <c:v>7721.1</c:v>
                </c:pt>
                <c:pt idx="165">
                  <c:v>17958.400000000001</c:v>
                </c:pt>
                <c:pt idx="166">
                  <c:v>22746.5</c:v>
                </c:pt>
                <c:pt idx="167">
                  <c:v>19269.3</c:v>
                </c:pt>
                <c:pt idx="168">
                  <c:v>20355.900000000001</c:v>
                </c:pt>
                <c:pt idx="169">
                  <c:v>22282.6</c:v>
                </c:pt>
                <c:pt idx="170">
                  <c:v>29181.9</c:v>
                </c:pt>
                <c:pt idx="171">
                  <c:v>37201</c:v>
                </c:pt>
                <c:pt idx="172">
                  <c:v>36997</c:v>
                </c:pt>
                <c:pt idx="173">
                  <c:v>38986.9</c:v>
                </c:pt>
                <c:pt idx="174">
                  <c:v>36407.599999999999</c:v>
                </c:pt>
                <c:pt idx="175">
                  <c:v>35861.599999999999</c:v>
                </c:pt>
                <c:pt idx="176">
                  <c:v>35583.9</c:v>
                </c:pt>
                <c:pt idx="177">
                  <c:v>38346.300000000003</c:v>
                </c:pt>
                <c:pt idx="178">
                  <c:v>36808.5</c:v>
                </c:pt>
                <c:pt idx="179">
                  <c:v>33953.5</c:v>
                </c:pt>
                <c:pt idx="180">
                  <c:v>32290.6</c:v>
                </c:pt>
                <c:pt idx="181">
                  <c:v>28412.2</c:v>
                </c:pt>
                <c:pt idx="182">
                  <c:v>24791.4</c:v>
                </c:pt>
                <c:pt idx="183">
                  <c:v>19673.400000000001</c:v>
                </c:pt>
                <c:pt idx="184">
                  <c:v>17824.900000000001</c:v>
                </c:pt>
                <c:pt idx="185">
                  <c:v>19031.2</c:v>
                </c:pt>
                <c:pt idx="186">
                  <c:v>20640.7</c:v>
                </c:pt>
                <c:pt idx="187">
                  <c:v>24755.1</c:v>
                </c:pt>
                <c:pt idx="188">
                  <c:v>35710.400000000001</c:v>
                </c:pt>
                <c:pt idx="189">
                  <c:v>36805.800000000003</c:v>
                </c:pt>
                <c:pt idx="190">
                  <c:v>34805.5</c:v>
                </c:pt>
                <c:pt idx="191">
                  <c:v>27057.8</c:v>
                </c:pt>
                <c:pt idx="192">
                  <c:v>25080.2</c:v>
                </c:pt>
                <c:pt idx="193">
                  <c:v>24046.6</c:v>
                </c:pt>
                <c:pt idx="194">
                  <c:v>24040.7</c:v>
                </c:pt>
                <c:pt idx="195">
                  <c:v>24111.5</c:v>
                </c:pt>
                <c:pt idx="196">
                  <c:v>23558.7</c:v>
                </c:pt>
                <c:pt idx="197">
                  <c:v>22283.200000000001</c:v>
                </c:pt>
                <c:pt idx="198">
                  <c:v>21150.3</c:v>
                </c:pt>
                <c:pt idx="199">
                  <c:v>17227.8</c:v>
                </c:pt>
                <c:pt idx="200">
                  <c:v>14274.6</c:v>
                </c:pt>
                <c:pt idx="201">
                  <c:v>17386.5</c:v>
                </c:pt>
                <c:pt idx="202">
                  <c:v>17945.599999999999</c:v>
                </c:pt>
                <c:pt idx="203">
                  <c:v>19992.8</c:v>
                </c:pt>
                <c:pt idx="204">
                  <c:v>17965.400000000001</c:v>
                </c:pt>
                <c:pt idx="205">
                  <c:v>16547.400000000001</c:v>
                </c:pt>
                <c:pt idx="206">
                  <c:v>25047.9</c:v>
                </c:pt>
                <c:pt idx="207">
                  <c:v>39035.800000000003</c:v>
                </c:pt>
                <c:pt idx="208">
                  <c:v>46025.8</c:v>
                </c:pt>
                <c:pt idx="209">
                  <c:v>45599.7</c:v>
                </c:pt>
                <c:pt idx="210">
                  <c:v>40112.400000000001</c:v>
                </c:pt>
                <c:pt idx="211">
                  <c:v>35753.4</c:v>
                </c:pt>
                <c:pt idx="212">
                  <c:v>38335.4</c:v>
                </c:pt>
                <c:pt idx="213">
                  <c:v>42752.7</c:v>
                </c:pt>
                <c:pt idx="214">
                  <c:v>37672.1</c:v>
                </c:pt>
                <c:pt idx="215">
                  <c:v>30175.5</c:v>
                </c:pt>
                <c:pt idx="216">
                  <c:v>30031</c:v>
                </c:pt>
                <c:pt idx="217">
                  <c:v>28190</c:v>
                </c:pt>
                <c:pt idx="218">
                  <c:v>27010.9</c:v>
                </c:pt>
                <c:pt idx="219">
                  <c:v>26276.6</c:v>
                </c:pt>
                <c:pt idx="220">
                  <c:v>25439.4</c:v>
                </c:pt>
                <c:pt idx="221">
                  <c:v>24955.9</c:v>
                </c:pt>
                <c:pt idx="222">
                  <c:v>23262.799999999999</c:v>
                </c:pt>
                <c:pt idx="223">
                  <c:v>19699.5</c:v>
                </c:pt>
                <c:pt idx="224">
                  <c:v>15723.1</c:v>
                </c:pt>
                <c:pt idx="225">
                  <c:v>12278.6</c:v>
                </c:pt>
                <c:pt idx="226">
                  <c:v>8424.6</c:v>
                </c:pt>
                <c:pt idx="227">
                  <c:v>6735.5</c:v>
                </c:pt>
                <c:pt idx="228">
                  <c:v>5416</c:v>
                </c:pt>
                <c:pt idx="229">
                  <c:v>4189.1000000000004</c:v>
                </c:pt>
                <c:pt idx="230">
                  <c:v>6838.7</c:v>
                </c:pt>
                <c:pt idx="231">
                  <c:v>13201.3</c:v>
                </c:pt>
                <c:pt idx="232">
                  <c:v>15747.5</c:v>
                </c:pt>
                <c:pt idx="233">
                  <c:v>15844.1</c:v>
                </c:pt>
                <c:pt idx="234">
                  <c:v>12637.4</c:v>
                </c:pt>
                <c:pt idx="235">
                  <c:v>12825.1</c:v>
                </c:pt>
                <c:pt idx="236">
                  <c:v>13992.4</c:v>
                </c:pt>
                <c:pt idx="237">
                  <c:v>19389.900000000001</c:v>
                </c:pt>
                <c:pt idx="238">
                  <c:v>20977.1</c:v>
                </c:pt>
                <c:pt idx="239">
                  <c:v>20952.599999999999</c:v>
                </c:pt>
                <c:pt idx="240">
                  <c:v>18628.900000000001</c:v>
                </c:pt>
                <c:pt idx="241">
                  <c:v>18862.900000000001</c:v>
                </c:pt>
                <c:pt idx="242">
                  <c:v>19739.2</c:v>
                </c:pt>
                <c:pt idx="243">
                  <c:v>21153.7</c:v>
                </c:pt>
                <c:pt idx="244">
                  <c:v>20947.3</c:v>
                </c:pt>
                <c:pt idx="245">
                  <c:v>21234.7</c:v>
                </c:pt>
                <c:pt idx="246">
                  <c:v>20932.8</c:v>
                </c:pt>
                <c:pt idx="247">
                  <c:v>20686.599999999999</c:v>
                </c:pt>
                <c:pt idx="248">
                  <c:v>20302.7</c:v>
                </c:pt>
                <c:pt idx="249">
                  <c:v>18968.900000000001</c:v>
                </c:pt>
                <c:pt idx="250">
                  <c:v>14238.9</c:v>
                </c:pt>
                <c:pt idx="251">
                  <c:v>12488.4</c:v>
                </c:pt>
                <c:pt idx="252">
                  <c:v>12228.8</c:v>
                </c:pt>
                <c:pt idx="253">
                  <c:v>17016.8</c:v>
                </c:pt>
                <c:pt idx="254">
                  <c:v>20182</c:v>
                </c:pt>
                <c:pt idx="255">
                  <c:v>26297.3</c:v>
                </c:pt>
                <c:pt idx="256">
                  <c:v>19082.5</c:v>
                </c:pt>
                <c:pt idx="257">
                  <c:v>19481</c:v>
                </c:pt>
                <c:pt idx="258">
                  <c:v>26814</c:v>
                </c:pt>
                <c:pt idx="259">
                  <c:v>36877</c:v>
                </c:pt>
                <c:pt idx="260">
                  <c:v>44539.6</c:v>
                </c:pt>
                <c:pt idx="261">
                  <c:v>36422.800000000003</c:v>
                </c:pt>
                <c:pt idx="262">
                  <c:v>31968.400000000001</c:v>
                </c:pt>
                <c:pt idx="263">
                  <c:v>32006.799999999999</c:v>
                </c:pt>
                <c:pt idx="264">
                  <c:v>31432.7</c:v>
                </c:pt>
                <c:pt idx="265">
                  <c:v>30314.1</c:v>
                </c:pt>
                <c:pt idx="266">
                  <c:v>29650.799999999999</c:v>
                </c:pt>
                <c:pt idx="267">
                  <c:v>28658.6</c:v>
                </c:pt>
                <c:pt idx="268">
                  <c:v>26871</c:v>
                </c:pt>
                <c:pt idx="269">
                  <c:v>24826.400000000001</c:v>
                </c:pt>
                <c:pt idx="270">
                  <c:v>22095.7</c:v>
                </c:pt>
                <c:pt idx="271">
                  <c:v>19717.3</c:v>
                </c:pt>
                <c:pt idx="272">
                  <c:v>16812.7</c:v>
                </c:pt>
                <c:pt idx="273">
                  <c:v>14426.3</c:v>
                </c:pt>
                <c:pt idx="274">
                  <c:v>11774.7</c:v>
                </c:pt>
                <c:pt idx="275">
                  <c:v>9219.9</c:v>
                </c:pt>
                <c:pt idx="276">
                  <c:v>6901.9</c:v>
                </c:pt>
                <c:pt idx="277">
                  <c:v>5635.7</c:v>
                </c:pt>
                <c:pt idx="278">
                  <c:v>4584.5</c:v>
                </c:pt>
                <c:pt idx="279">
                  <c:v>3405.8</c:v>
                </c:pt>
                <c:pt idx="280">
                  <c:v>2948.5</c:v>
                </c:pt>
                <c:pt idx="281">
                  <c:v>2678</c:v>
                </c:pt>
                <c:pt idx="282">
                  <c:v>1734.1</c:v>
                </c:pt>
                <c:pt idx="283">
                  <c:v>2284.3000000000002</c:v>
                </c:pt>
                <c:pt idx="284">
                  <c:v>2354.1999999999998</c:v>
                </c:pt>
                <c:pt idx="285">
                  <c:v>1850.6</c:v>
                </c:pt>
                <c:pt idx="286">
                  <c:v>1527.8</c:v>
                </c:pt>
                <c:pt idx="287">
                  <c:v>1264.8</c:v>
                </c:pt>
                <c:pt idx="288">
                  <c:v>1071.8</c:v>
                </c:pt>
                <c:pt idx="289">
                  <c:v>734.3</c:v>
                </c:pt>
                <c:pt idx="290">
                  <c:v>558.6</c:v>
                </c:pt>
                <c:pt idx="291">
                  <c:v>656.4</c:v>
                </c:pt>
                <c:pt idx="292">
                  <c:v>664.6</c:v>
                </c:pt>
                <c:pt idx="293">
                  <c:v>537.5</c:v>
                </c:pt>
                <c:pt idx="294">
                  <c:v>589.6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4E1-4DD2-B2ED-89065796DA1F}"/>
            </c:ext>
          </c:extLst>
        </c:ser>
        <c:ser>
          <c:idx val="2"/>
          <c:order val="2"/>
          <c:tx>
            <c:v>TSP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'Ranger__20230822-0938'!$A$3:$A$297</c:f>
              <c:numCache>
                <c:formatCode>h:mm</c:formatCode>
                <c:ptCount val="295"/>
                <c:pt idx="0">
                  <c:v>0.468055555555693</c:v>
                </c:pt>
                <c:pt idx="1">
                  <c:v>0.468750000000137</c:v>
                </c:pt>
                <c:pt idx="2">
                  <c:v>0.469444444444581</c:v>
                </c:pt>
                <c:pt idx="3">
                  <c:v>0.470138888889025</c:v>
                </c:pt>
                <c:pt idx="4">
                  <c:v>0.470833333333469</c:v>
                </c:pt>
                <c:pt idx="5">
                  <c:v>0.47152777777791299</c:v>
                </c:pt>
                <c:pt idx="6">
                  <c:v>0.47222222222235699</c:v>
                </c:pt>
                <c:pt idx="7">
                  <c:v>0.47291666666680099</c:v>
                </c:pt>
                <c:pt idx="8">
                  <c:v>0.47361111111124499</c:v>
                </c:pt>
                <c:pt idx="9">
                  <c:v>0.47430555555568898</c:v>
                </c:pt>
                <c:pt idx="10">
                  <c:v>0.47500000000013298</c:v>
                </c:pt>
                <c:pt idx="11">
                  <c:v>0.47569444444457698</c:v>
                </c:pt>
                <c:pt idx="12">
                  <c:v>0.47638888888902098</c:v>
                </c:pt>
                <c:pt idx="13">
                  <c:v>0.47708333333346498</c:v>
                </c:pt>
                <c:pt idx="14">
                  <c:v>0.47777777777790897</c:v>
                </c:pt>
                <c:pt idx="15">
                  <c:v>0.47847222222235303</c:v>
                </c:pt>
                <c:pt idx="16">
                  <c:v>0.47916666666679703</c:v>
                </c:pt>
                <c:pt idx="17">
                  <c:v>0.47986111111124102</c:v>
                </c:pt>
                <c:pt idx="18">
                  <c:v>0.48055555555568502</c:v>
                </c:pt>
                <c:pt idx="19">
                  <c:v>0.48125000000012902</c:v>
                </c:pt>
                <c:pt idx="20">
                  <c:v>0.48194444444457302</c:v>
                </c:pt>
                <c:pt idx="21">
                  <c:v>0.48263888888901701</c:v>
                </c:pt>
                <c:pt idx="22">
                  <c:v>0.48333333333346101</c:v>
                </c:pt>
                <c:pt idx="23">
                  <c:v>0.48402777777790501</c:v>
                </c:pt>
                <c:pt idx="24">
                  <c:v>0.48472222222234901</c:v>
                </c:pt>
                <c:pt idx="25">
                  <c:v>0.48541666666679301</c:v>
                </c:pt>
                <c:pt idx="26">
                  <c:v>0.486111111111237</c:v>
                </c:pt>
                <c:pt idx="27">
                  <c:v>0.486805555555681</c:v>
                </c:pt>
                <c:pt idx="28">
                  <c:v>0.487500000000125</c:v>
                </c:pt>
                <c:pt idx="29">
                  <c:v>0.488194444444569</c:v>
                </c:pt>
                <c:pt idx="30">
                  <c:v>0.488888888889013</c:v>
                </c:pt>
                <c:pt idx="31">
                  <c:v>0.48958333333345699</c:v>
                </c:pt>
                <c:pt idx="32">
                  <c:v>0.49027777777790099</c:v>
                </c:pt>
                <c:pt idx="33">
                  <c:v>0.49097222222234499</c:v>
                </c:pt>
                <c:pt idx="34">
                  <c:v>0.49166666666678899</c:v>
                </c:pt>
                <c:pt idx="35">
                  <c:v>0.49236111111123299</c:v>
                </c:pt>
                <c:pt idx="36">
                  <c:v>0.49305555555567698</c:v>
                </c:pt>
                <c:pt idx="37">
                  <c:v>0.49375000000012098</c:v>
                </c:pt>
                <c:pt idx="38">
                  <c:v>0.49444444444456498</c:v>
                </c:pt>
                <c:pt idx="39">
                  <c:v>0.49513888888900898</c:v>
                </c:pt>
                <c:pt idx="40">
                  <c:v>0.49583333333345297</c:v>
                </c:pt>
                <c:pt idx="41">
                  <c:v>0.49652777777789697</c:v>
                </c:pt>
                <c:pt idx="42">
                  <c:v>0.49722222222234103</c:v>
                </c:pt>
                <c:pt idx="43">
                  <c:v>0.49791666666678502</c:v>
                </c:pt>
                <c:pt idx="44">
                  <c:v>0.49861111111122902</c:v>
                </c:pt>
                <c:pt idx="45">
                  <c:v>0.49930555555567302</c:v>
                </c:pt>
                <c:pt idx="46">
                  <c:v>0.50000000000011702</c:v>
                </c:pt>
                <c:pt idx="47">
                  <c:v>0.50069444444456102</c:v>
                </c:pt>
                <c:pt idx="48">
                  <c:v>0.50138888888900501</c:v>
                </c:pt>
                <c:pt idx="49">
                  <c:v>0.50208333333344901</c:v>
                </c:pt>
                <c:pt idx="50">
                  <c:v>0.50277777777789301</c:v>
                </c:pt>
                <c:pt idx="51">
                  <c:v>0.50347222222233701</c:v>
                </c:pt>
                <c:pt idx="52">
                  <c:v>0.504166666666781</c:v>
                </c:pt>
                <c:pt idx="53">
                  <c:v>0.504861111111225</c:v>
                </c:pt>
                <c:pt idx="54">
                  <c:v>0.505555555555669</c:v>
                </c:pt>
                <c:pt idx="55">
                  <c:v>0.506250000000113</c:v>
                </c:pt>
                <c:pt idx="56">
                  <c:v>0.506944444444557</c:v>
                </c:pt>
                <c:pt idx="57">
                  <c:v>0.50763888888900099</c:v>
                </c:pt>
                <c:pt idx="58">
                  <c:v>0.50833333333344499</c:v>
                </c:pt>
                <c:pt idx="59">
                  <c:v>0.50902777777788899</c:v>
                </c:pt>
                <c:pt idx="60">
                  <c:v>0.50972222222233299</c:v>
                </c:pt>
                <c:pt idx="61">
                  <c:v>0.51041666666677699</c:v>
                </c:pt>
                <c:pt idx="62">
                  <c:v>0.51111111111122098</c:v>
                </c:pt>
                <c:pt idx="63">
                  <c:v>0.51180555555566498</c:v>
                </c:pt>
                <c:pt idx="64">
                  <c:v>0.51250000000010898</c:v>
                </c:pt>
                <c:pt idx="65">
                  <c:v>0.51319444444455298</c:v>
                </c:pt>
                <c:pt idx="66">
                  <c:v>0.51388888888899698</c:v>
                </c:pt>
                <c:pt idx="67">
                  <c:v>0.51458333333344097</c:v>
                </c:pt>
                <c:pt idx="68">
                  <c:v>0.51527777777788497</c:v>
                </c:pt>
                <c:pt idx="69">
                  <c:v>0.51597222222232897</c:v>
                </c:pt>
                <c:pt idx="70">
                  <c:v>0.51666666666677297</c:v>
                </c:pt>
                <c:pt idx="71">
                  <c:v>0.51736111111121597</c:v>
                </c:pt>
                <c:pt idx="72">
                  <c:v>0.51805555555565996</c:v>
                </c:pt>
                <c:pt idx="73">
                  <c:v>0.51875000000010396</c:v>
                </c:pt>
                <c:pt idx="74">
                  <c:v>0.51944444444454796</c:v>
                </c:pt>
                <c:pt idx="75">
                  <c:v>0.52013888888899196</c:v>
                </c:pt>
                <c:pt idx="76">
                  <c:v>0.52083333333343595</c:v>
                </c:pt>
                <c:pt idx="77">
                  <c:v>0.52152777777787995</c:v>
                </c:pt>
                <c:pt idx="78">
                  <c:v>0.52222222222232395</c:v>
                </c:pt>
                <c:pt idx="79">
                  <c:v>0.52291666666676795</c:v>
                </c:pt>
                <c:pt idx="80">
                  <c:v>0.52361111111121195</c:v>
                </c:pt>
                <c:pt idx="81">
                  <c:v>0.52430555555565606</c:v>
                </c:pt>
                <c:pt idx="82">
                  <c:v>0.52500000000010005</c:v>
                </c:pt>
                <c:pt idx="83">
                  <c:v>0.52569444444454405</c:v>
                </c:pt>
                <c:pt idx="84">
                  <c:v>0.52638888888898805</c:v>
                </c:pt>
                <c:pt idx="85">
                  <c:v>0.52708333333343205</c:v>
                </c:pt>
                <c:pt idx="86">
                  <c:v>0.52777777777787604</c:v>
                </c:pt>
                <c:pt idx="87">
                  <c:v>0.52847222222232004</c:v>
                </c:pt>
                <c:pt idx="88">
                  <c:v>0.52916666666676404</c:v>
                </c:pt>
                <c:pt idx="89">
                  <c:v>0.52986111111120804</c:v>
                </c:pt>
                <c:pt idx="90">
                  <c:v>0.53055555555565204</c:v>
                </c:pt>
                <c:pt idx="91">
                  <c:v>0.53125000000009603</c:v>
                </c:pt>
                <c:pt idx="92">
                  <c:v>0.53194444444454003</c:v>
                </c:pt>
                <c:pt idx="93">
                  <c:v>0.53263888888898403</c:v>
                </c:pt>
                <c:pt idx="94">
                  <c:v>0.53333333333342803</c:v>
                </c:pt>
                <c:pt idx="95">
                  <c:v>0.53402777777787203</c:v>
                </c:pt>
                <c:pt idx="96">
                  <c:v>0.53472222222231602</c:v>
                </c:pt>
                <c:pt idx="97">
                  <c:v>0.53541666666676002</c:v>
                </c:pt>
                <c:pt idx="98">
                  <c:v>0.53611111111120402</c:v>
                </c:pt>
                <c:pt idx="99">
                  <c:v>0.53680555555564802</c:v>
                </c:pt>
                <c:pt idx="100">
                  <c:v>0.53750000000009202</c:v>
                </c:pt>
                <c:pt idx="101">
                  <c:v>0.53819444444453601</c:v>
                </c:pt>
                <c:pt idx="102">
                  <c:v>0.53888888888898001</c:v>
                </c:pt>
                <c:pt idx="103">
                  <c:v>0.53958333333342401</c:v>
                </c:pt>
                <c:pt idx="104">
                  <c:v>0.54027777777786801</c:v>
                </c:pt>
                <c:pt idx="105">
                  <c:v>0.540972222222312</c:v>
                </c:pt>
                <c:pt idx="106">
                  <c:v>0.541666666666756</c:v>
                </c:pt>
                <c:pt idx="107">
                  <c:v>0.5423611111112</c:v>
                </c:pt>
                <c:pt idx="108">
                  <c:v>0.543055555555644</c:v>
                </c:pt>
                <c:pt idx="109">
                  <c:v>0.543750000000088</c:v>
                </c:pt>
                <c:pt idx="110">
                  <c:v>0.54444444444453199</c:v>
                </c:pt>
                <c:pt idx="111">
                  <c:v>0.54513888888897599</c:v>
                </c:pt>
                <c:pt idx="112">
                  <c:v>0.54583333333341999</c:v>
                </c:pt>
                <c:pt idx="113">
                  <c:v>0.54652777777786399</c:v>
                </c:pt>
                <c:pt idx="114">
                  <c:v>0.54722222222230799</c:v>
                </c:pt>
                <c:pt idx="115">
                  <c:v>0.54791666666675198</c:v>
                </c:pt>
                <c:pt idx="116">
                  <c:v>0.54861111111119598</c:v>
                </c:pt>
                <c:pt idx="117">
                  <c:v>0.54930555555563998</c:v>
                </c:pt>
                <c:pt idx="118">
                  <c:v>0.55000000000008398</c:v>
                </c:pt>
                <c:pt idx="119">
                  <c:v>0.55069444444452798</c:v>
                </c:pt>
                <c:pt idx="120">
                  <c:v>0.55138888888897197</c:v>
                </c:pt>
                <c:pt idx="121">
                  <c:v>0.55208333333341597</c:v>
                </c:pt>
                <c:pt idx="122">
                  <c:v>0.55277777777785997</c:v>
                </c:pt>
                <c:pt idx="123">
                  <c:v>0.55347222222230397</c:v>
                </c:pt>
                <c:pt idx="124">
                  <c:v>0.55416666666674796</c:v>
                </c:pt>
                <c:pt idx="125">
                  <c:v>0.55486111111119196</c:v>
                </c:pt>
                <c:pt idx="126">
                  <c:v>0.55555555555563596</c:v>
                </c:pt>
                <c:pt idx="127">
                  <c:v>0.55625000000007996</c:v>
                </c:pt>
                <c:pt idx="128">
                  <c:v>0.55694444444452396</c:v>
                </c:pt>
                <c:pt idx="129">
                  <c:v>0.55763888888896795</c:v>
                </c:pt>
                <c:pt idx="130">
                  <c:v>0.55833333333341195</c:v>
                </c:pt>
                <c:pt idx="131">
                  <c:v>0.55902777777785595</c:v>
                </c:pt>
                <c:pt idx="132">
                  <c:v>0.55972222222229995</c:v>
                </c:pt>
                <c:pt idx="133">
                  <c:v>0.56041666666674395</c:v>
                </c:pt>
                <c:pt idx="134">
                  <c:v>0.56111111111118805</c:v>
                </c:pt>
                <c:pt idx="135">
                  <c:v>0.56180555555563205</c:v>
                </c:pt>
                <c:pt idx="136">
                  <c:v>0.56250000000007605</c:v>
                </c:pt>
                <c:pt idx="137">
                  <c:v>0.56319444444452005</c:v>
                </c:pt>
                <c:pt idx="138">
                  <c:v>0.56388888888896405</c:v>
                </c:pt>
                <c:pt idx="139">
                  <c:v>0.56458333333340804</c:v>
                </c:pt>
                <c:pt idx="140">
                  <c:v>0.56527777777785204</c:v>
                </c:pt>
                <c:pt idx="141">
                  <c:v>0.56597222222229604</c:v>
                </c:pt>
                <c:pt idx="142">
                  <c:v>0.56666666666674004</c:v>
                </c:pt>
                <c:pt idx="143">
                  <c:v>0.56736111111118404</c:v>
                </c:pt>
                <c:pt idx="144">
                  <c:v>0.56805555555562803</c:v>
                </c:pt>
                <c:pt idx="145">
                  <c:v>0.56875000000007203</c:v>
                </c:pt>
                <c:pt idx="146">
                  <c:v>0.56944444444451603</c:v>
                </c:pt>
                <c:pt idx="147">
                  <c:v>0.57013888888896003</c:v>
                </c:pt>
                <c:pt idx="148">
                  <c:v>0.57083333333340402</c:v>
                </c:pt>
                <c:pt idx="149">
                  <c:v>0.57152777777784802</c:v>
                </c:pt>
                <c:pt idx="150">
                  <c:v>0.57222222222229202</c:v>
                </c:pt>
                <c:pt idx="151">
                  <c:v>0.57291666666673602</c:v>
                </c:pt>
                <c:pt idx="152">
                  <c:v>0.57361111111118002</c:v>
                </c:pt>
                <c:pt idx="153">
                  <c:v>0.57430555555562401</c:v>
                </c:pt>
                <c:pt idx="154">
                  <c:v>0.57500000000006801</c:v>
                </c:pt>
                <c:pt idx="155">
                  <c:v>0.57569444444451201</c:v>
                </c:pt>
                <c:pt idx="156">
                  <c:v>0.57638888888895601</c:v>
                </c:pt>
                <c:pt idx="157">
                  <c:v>0.57708333333340001</c:v>
                </c:pt>
                <c:pt idx="158">
                  <c:v>0.577777777777844</c:v>
                </c:pt>
                <c:pt idx="159">
                  <c:v>0.578472222222288</c:v>
                </c:pt>
                <c:pt idx="160">
                  <c:v>0.579166666666732</c:v>
                </c:pt>
                <c:pt idx="161">
                  <c:v>0.579861111111176</c:v>
                </c:pt>
                <c:pt idx="162">
                  <c:v>0.58055555555562</c:v>
                </c:pt>
                <c:pt idx="163">
                  <c:v>0.58125000000006399</c:v>
                </c:pt>
                <c:pt idx="164">
                  <c:v>0.58194444444450799</c:v>
                </c:pt>
                <c:pt idx="165">
                  <c:v>0.58263888888895199</c:v>
                </c:pt>
                <c:pt idx="166">
                  <c:v>0.58333333333339599</c:v>
                </c:pt>
                <c:pt idx="167">
                  <c:v>0.58402777777783998</c:v>
                </c:pt>
                <c:pt idx="168">
                  <c:v>0.58472222222228398</c:v>
                </c:pt>
                <c:pt idx="169">
                  <c:v>0.58541666666672798</c:v>
                </c:pt>
                <c:pt idx="170">
                  <c:v>0.58611111111117198</c:v>
                </c:pt>
                <c:pt idx="171">
                  <c:v>0.58680555555561598</c:v>
                </c:pt>
                <c:pt idx="172">
                  <c:v>0.58750000000005997</c:v>
                </c:pt>
                <c:pt idx="173">
                  <c:v>0.58819444444450397</c:v>
                </c:pt>
                <c:pt idx="174">
                  <c:v>0.58888888888894797</c:v>
                </c:pt>
                <c:pt idx="175">
                  <c:v>0.58958333333339197</c:v>
                </c:pt>
                <c:pt idx="176">
                  <c:v>0.59027777777783597</c:v>
                </c:pt>
                <c:pt idx="177">
                  <c:v>0.59097222222227996</c:v>
                </c:pt>
                <c:pt idx="178">
                  <c:v>0.59166666666672396</c:v>
                </c:pt>
                <c:pt idx="179">
                  <c:v>0.59236111111116796</c:v>
                </c:pt>
                <c:pt idx="180">
                  <c:v>0.59305555555561196</c:v>
                </c:pt>
                <c:pt idx="181">
                  <c:v>0.59375000000005596</c:v>
                </c:pt>
                <c:pt idx="182">
                  <c:v>0.59444444444449995</c:v>
                </c:pt>
                <c:pt idx="183">
                  <c:v>0.59513888888894395</c:v>
                </c:pt>
                <c:pt idx="184">
                  <c:v>0.59583333333338795</c:v>
                </c:pt>
                <c:pt idx="185">
                  <c:v>0.59652777777783195</c:v>
                </c:pt>
                <c:pt idx="186">
                  <c:v>0.59722222222227594</c:v>
                </c:pt>
                <c:pt idx="187">
                  <c:v>0.59791666666672005</c:v>
                </c:pt>
                <c:pt idx="188">
                  <c:v>0.59861111111116405</c:v>
                </c:pt>
                <c:pt idx="189">
                  <c:v>0.59930555555560805</c:v>
                </c:pt>
                <c:pt idx="190">
                  <c:v>0.60000000000005205</c:v>
                </c:pt>
                <c:pt idx="191">
                  <c:v>0.60069444444449605</c:v>
                </c:pt>
                <c:pt idx="192">
                  <c:v>0.60138888888894004</c:v>
                </c:pt>
                <c:pt idx="193">
                  <c:v>0.60208333333338404</c:v>
                </c:pt>
                <c:pt idx="194">
                  <c:v>0.60277777777782804</c:v>
                </c:pt>
                <c:pt idx="195">
                  <c:v>0.60347222222227204</c:v>
                </c:pt>
                <c:pt idx="196">
                  <c:v>0.60416666666671603</c:v>
                </c:pt>
                <c:pt idx="197">
                  <c:v>0.60486111111116003</c:v>
                </c:pt>
                <c:pt idx="198">
                  <c:v>0.60555555555560403</c:v>
                </c:pt>
                <c:pt idx="199">
                  <c:v>0.60625000000004803</c:v>
                </c:pt>
                <c:pt idx="200">
                  <c:v>0.60694444444449203</c:v>
                </c:pt>
                <c:pt idx="201">
                  <c:v>0.60763888888893602</c:v>
                </c:pt>
                <c:pt idx="202">
                  <c:v>0.60833333333338002</c:v>
                </c:pt>
                <c:pt idx="203">
                  <c:v>0.60902777777782402</c:v>
                </c:pt>
                <c:pt idx="204">
                  <c:v>0.60972222222226802</c:v>
                </c:pt>
                <c:pt idx="205">
                  <c:v>0.61041666666671202</c:v>
                </c:pt>
                <c:pt idx="206">
                  <c:v>0.61111111111115601</c:v>
                </c:pt>
                <c:pt idx="207">
                  <c:v>0.61180555555560001</c:v>
                </c:pt>
                <c:pt idx="208">
                  <c:v>0.61250000000004401</c:v>
                </c:pt>
                <c:pt idx="209">
                  <c:v>0.61319444444448801</c:v>
                </c:pt>
                <c:pt idx="210">
                  <c:v>0.61388888888893201</c:v>
                </c:pt>
                <c:pt idx="211">
                  <c:v>0.614583333333376</c:v>
                </c:pt>
                <c:pt idx="212">
                  <c:v>0.61527777777782</c:v>
                </c:pt>
                <c:pt idx="213">
                  <c:v>0.615972222222264</c:v>
                </c:pt>
                <c:pt idx="214">
                  <c:v>0.616666666666708</c:v>
                </c:pt>
                <c:pt idx="215">
                  <c:v>0.61736111111115199</c:v>
                </c:pt>
                <c:pt idx="216">
                  <c:v>0.61805555555559599</c:v>
                </c:pt>
                <c:pt idx="217">
                  <c:v>0.61875000000003999</c:v>
                </c:pt>
                <c:pt idx="218">
                  <c:v>0.61944444444448399</c:v>
                </c:pt>
                <c:pt idx="219">
                  <c:v>0.62013888888892799</c:v>
                </c:pt>
                <c:pt idx="220">
                  <c:v>0.62083333333337198</c:v>
                </c:pt>
                <c:pt idx="221">
                  <c:v>0.62152777777781598</c:v>
                </c:pt>
                <c:pt idx="222">
                  <c:v>0.62222222222225998</c:v>
                </c:pt>
                <c:pt idx="223">
                  <c:v>0.62291666666670398</c:v>
                </c:pt>
                <c:pt idx="224">
                  <c:v>0.62361111111114798</c:v>
                </c:pt>
                <c:pt idx="225">
                  <c:v>0.62430555555559197</c:v>
                </c:pt>
                <c:pt idx="226">
                  <c:v>0.62500000000003597</c:v>
                </c:pt>
                <c:pt idx="227">
                  <c:v>0.62569444444447997</c:v>
                </c:pt>
                <c:pt idx="228">
                  <c:v>0.62638888888892397</c:v>
                </c:pt>
                <c:pt idx="229">
                  <c:v>0.62708333333336796</c:v>
                </c:pt>
                <c:pt idx="230">
                  <c:v>0.62777777777781196</c:v>
                </c:pt>
                <c:pt idx="231">
                  <c:v>0.62847222222225596</c:v>
                </c:pt>
                <c:pt idx="232">
                  <c:v>0.62916666666669996</c:v>
                </c:pt>
                <c:pt idx="233">
                  <c:v>0.62986111111114396</c:v>
                </c:pt>
                <c:pt idx="234">
                  <c:v>0.63055555555558795</c:v>
                </c:pt>
                <c:pt idx="235">
                  <c:v>0.63125000000003195</c:v>
                </c:pt>
                <c:pt idx="236">
                  <c:v>0.63194444444447595</c:v>
                </c:pt>
                <c:pt idx="237">
                  <c:v>0.63263888888891995</c:v>
                </c:pt>
                <c:pt idx="238">
                  <c:v>0.63333333333336395</c:v>
                </c:pt>
                <c:pt idx="239">
                  <c:v>0.63402777777780805</c:v>
                </c:pt>
                <c:pt idx="240">
                  <c:v>0.63472222222225205</c:v>
                </c:pt>
                <c:pt idx="241">
                  <c:v>0.63541666666669605</c:v>
                </c:pt>
                <c:pt idx="242">
                  <c:v>0.63611111111114005</c:v>
                </c:pt>
                <c:pt idx="243">
                  <c:v>0.63680555555558405</c:v>
                </c:pt>
                <c:pt idx="244">
                  <c:v>0.63750000000002804</c:v>
                </c:pt>
                <c:pt idx="245">
                  <c:v>0.63819444444447204</c:v>
                </c:pt>
                <c:pt idx="246">
                  <c:v>0.63888888888891604</c:v>
                </c:pt>
                <c:pt idx="247">
                  <c:v>0.63958333333336004</c:v>
                </c:pt>
                <c:pt idx="248">
                  <c:v>0.64027777777780404</c:v>
                </c:pt>
                <c:pt idx="249">
                  <c:v>0.64097222222224803</c:v>
                </c:pt>
                <c:pt idx="250">
                  <c:v>0.64166666666669203</c:v>
                </c:pt>
                <c:pt idx="251">
                  <c:v>0.64236111111113603</c:v>
                </c:pt>
                <c:pt idx="252">
                  <c:v>0.64305555555558003</c:v>
                </c:pt>
                <c:pt idx="253">
                  <c:v>0.64375000000002403</c:v>
                </c:pt>
                <c:pt idx="254">
                  <c:v>0.64444444444446802</c:v>
                </c:pt>
                <c:pt idx="255">
                  <c:v>0.64513888888891202</c:v>
                </c:pt>
                <c:pt idx="256">
                  <c:v>0.64583333333335602</c:v>
                </c:pt>
                <c:pt idx="257">
                  <c:v>0.64652777777780002</c:v>
                </c:pt>
                <c:pt idx="258">
                  <c:v>0.64722222222224401</c:v>
                </c:pt>
                <c:pt idx="259">
                  <c:v>0.64791666666668801</c:v>
                </c:pt>
                <c:pt idx="260">
                  <c:v>0.64861111111113201</c:v>
                </c:pt>
                <c:pt idx="261">
                  <c:v>0.64930555555557601</c:v>
                </c:pt>
                <c:pt idx="262">
                  <c:v>0.65000000000002001</c:v>
                </c:pt>
                <c:pt idx="263">
                  <c:v>0.650694444444464</c:v>
                </c:pt>
                <c:pt idx="264">
                  <c:v>0.651388888888908</c:v>
                </c:pt>
                <c:pt idx="265">
                  <c:v>0.652083333333352</c:v>
                </c:pt>
                <c:pt idx="266">
                  <c:v>0.652777777777796</c:v>
                </c:pt>
                <c:pt idx="267">
                  <c:v>0.65347222222224</c:v>
                </c:pt>
                <c:pt idx="268">
                  <c:v>0.65416666666668399</c:v>
                </c:pt>
                <c:pt idx="269">
                  <c:v>0.65486111111112799</c:v>
                </c:pt>
                <c:pt idx="270">
                  <c:v>0.65555555555557199</c:v>
                </c:pt>
                <c:pt idx="271">
                  <c:v>0.65625000000001599</c:v>
                </c:pt>
                <c:pt idx="272">
                  <c:v>0.65694444444445999</c:v>
                </c:pt>
                <c:pt idx="273">
                  <c:v>0.65763888888890398</c:v>
                </c:pt>
                <c:pt idx="274">
                  <c:v>0.65833333333334798</c:v>
                </c:pt>
                <c:pt idx="275">
                  <c:v>0.65902777777779198</c:v>
                </c:pt>
                <c:pt idx="276">
                  <c:v>0.65972222222223598</c:v>
                </c:pt>
                <c:pt idx="277">
                  <c:v>0.66041666666667997</c:v>
                </c:pt>
                <c:pt idx="278">
                  <c:v>0.66111111111112397</c:v>
                </c:pt>
                <c:pt idx="279">
                  <c:v>0.66180555555556797</c:v>
                </c:pt>
                <c:pt idx="280">
                  <c:v>0.66250000000001197</c:v>
                </c:pt>
                <c:pt idx="281">
                  <c:v>0.66319444444445597</c:v>
                </c:pt>
                <c:pt idx="282">
                  <c:v>0.66388888888889996</c:v>
                </c:pt>
                <c:pt idx="283">
                  <c:v>0.66458333333334396</c:v>
                </c:pt>
                <c:pt idx="284">
                  <c:v>0.66527777777778796</c:v>
                </c:pt>
                <c:pt idx="285">
                  <c:v>0.66597222222223196</c:v>
                </c:pt>
                <c:pt idx="286">
                  <c:v>0.66666666666667596</c:v>
                </c:pt>
                <c:pt idx="287">
                  <c:v>0.66736111111111995</c:v>
                </c:pt>
                <c:pt idx="288">
                  <c:v>0.66805555555556395</c:v>
                </c:pt>
                <c:pt idx="289">
                  <c:v>0.66875000000000795</c:v>
                </c:pt>
                <c:pt idx="290">
                  <c:v>0.66944444444445195</c:v>
                </c:pt>
                <c:pt idx="291">
                  <c:v>0.67013888888889594</c:v>
                </c:pt>
                <c:pt idx="292">
                  <c:v>0.67083333333334005</c:v>
                </c:pt>
                <c:pt idx="293">
                  <c:v>0.67152777777778405</c:v>
                </c:pt>
                <c:pt idx="294">
                  <c:v>0.67222222222222805</c:v>
                </c:pt>
              </c:numCache>
            </c:numRef>
          </c:cat>
          <c:val>
            <c:numRef>
              <c:f>'Ranger__20230822-0938'!$I$3:$I$297</c:f>
              <c:numCache>
                <c:formatCode>General</c:formatCode>
                <c:ptCount val="295"/>
                <c:pt idx="0">
                  <c:v>2491.8000000000002</c:v>
                </c:pt>
                <c:pt idx="1">
                  <c:v>1812.8</c:v>
                </c:pt>
                <c:pt idx="2">
                  <c:v>371.1</c:v>
                </c:pt>
                <c:pt idx="3">
                  <c:v>2841.1</c:v>
                </c:pt>
                <c:pt idx="4">
                  <c:v>8223.5</c:v>
                </c:pt>
                <c:pt idx="5">
                  <c:v>6733.7</c:v>
                </c:pt>
                <c:pt idx="6">
                  <c:v>27558.6</c:v>
                </c:pt>
                <c:pt idx="7">
                  <c:v>13603.6</c:v>
                </c:pt>
                <c:pt idx="8">
                  <c:v>8675.1</c:v>
                </c:pt>
                <c:pt idx="9">
                  <c:v>15349.8</c:v>
                </c:pt>
                <c:pt idx="10">
                  <c:v>3005.1</c:v>
                </c:pt>
                <c:pt idx="11">
                  <c:v>2859.9</c:v>
                </c:pt>
                <c:pt idx="12">
                  <c:v>2502</c:v>
                </c:pt>
                <c:pt idx="13">
                  <c:v>130</c:v>
                </c:pt>
                <c:pt idx="14">
                  <c:v>123.9</c:v>
                </c:pt>
                <c:pt idx="15">
                  <c:v>122.7</c:v>
                </c:pt>
                <c:pt idx="16">
                  <c:v>118.1</c:v>
                </c:pt>
                <c:pt idx="17">
                  <c:v>136.1</c:v>
                </c:pt>
                <c:pt idx="18">
                  <c:v>115.9</c:v>
                </c:pt>
                <c:pt idx="19">
                  <c:v>110.2</c:v>
                </c:pt>
                <c:pt idx="20">
                  <c:v>129.80000000000001</c:v>
                </c:pt>
                <c:pt idx="21">
                  <c:v>158.30000000000001</c:v>
                </c:pt>
                <c:pt idx="22">
                  <c:v>144.1</c:v>
                </c:pt>
                <c:pt idx="23">
                  <c:v>132.5</c:v>
                </c:pt>
                <c:pt idx="24">
                  <c:v>129.69999999999999</c:v>
                </c:pt>
                <c:pt idx="25">
                  <c:v>129.4</c:v>
                </c:pt>
                <c:pt idx="26">
                  <c:v>123.7</c:v>
                </c:pt>
                <c:pt idx="27">
                  <c:v>130.6</c:v>
                </c:pt>
                <c:pt idx="28">
                  <c:v>114</c:v>
                </c:pt>
                <c:pt idx="29">
                  <c:v>103.7</c:v>
                </c:pt>
                <c:pt idx="30">
                  <c:v>149.9</c:v>
                </c:pt>
                <c:pt idx="31">
                  <c:v>152.30000000000001</c:v>
                </c:pt>
                <c:pt idx="32">
                  <c:v>140.1</c:v>
                </c:pt>
                <c:pt idx="33">
                  <c:v>129.5</c:v>
                </c:pt>
                <c:pt idx="34">
                  <c:v>126.4</c:v>
                </c:pt>
                <c:pt idx="35">
                  <c:v>110.3</c:v>
                </c:pt>
                <c:pt idx="36">
                  <c:v>111.9</c:v>
                </c:pt>
                <c:pt idx="37">
                  <c:v>278.2</c:v>
                </c:pt>
                <c:pt idx="38">
                  <c:v>229.7</c:v>
                </c:pt>
                <c:pt idx="39">
                  <c:v>2404.3000000000002</c:v>
                </c:pt>
                <c:pt idx="40">
                  <c:v>4657.1000000000004</c:v>
                </c:pt>
                <c:pt idx="41">
                  <c:v>4052.3</c:v>
                </c:pt>
                <c:pt idx="42">
                  <c:v>3115.3</c:v>
                </c:pt>
                <c:pt idx="43">
                  <c:v>2501.4</c:v>
                </c:pt>
                <c:pt idx="44">
                  <c:v>2263.5</c:v>
                </c:pt>
                <c:pt idx="45">
                  <c:v>1670.2</c:v>
                </c:pt>
                <c:pt idx="46">
                  <c:v>1388.7</c:v>
                </c:pt>
                <c:pt idx="47">
                  <c:v>1138.7</c:v>
                </c:pt>
                <c:pt idx="48">
                  <c:v>592.6</c:v>
                </c:pt>
                <c:pt idx="49">
                  <c:v>564.4</c:v>
                </c:pt>
                <c:pt idx="50">
                  <c:v>585.9</c:v>
                </c:pt>
                <c:pt idx="51">
                  <c:v>633.79999999999995</c:v>
                </c:pt>
                <c:pt idx="52">
                  <c:v>660.9</c:v>
                </c:pt>
                <c:pt idx="53">
                  <c:v>752.3</c:v>
                </c:pt>
                <c:pt idx="54">
                  <c:v>723.5</c:v>
                </c:pt>
                <c:pt idx="55">
                  <c:v>687.4</c:v>
                </c:pt>
                <c:pt idx="56">
                  <c:v>675.6</c:v>
                </c:pt>
                <c:pt idx="57">
                  <c:v>645.29999999999995</c:v>
                </c:pt>
                <c:pt idx="58">
                  <c:v>598.70000000000005</c:v>
                </c:pt>
                <c:pt idx="59">
                  <c:v>597.5</c:v>
                </c:pt>
                <c:pt idx="60">
                  <c:v>677.5</c:v>
                </c:pt>
                <c:pt idx="61">
                  <c:v>708.1</c:v>
                </c:pt>
                <c:pt idx="62">
                  <c:v>696.6</c:v>
                </c:pt>
                <c:pt idx="63">
                  <c:v>691.6</c:v>
                </c:pt>
                <c:pt idx="64">
                  <c:v>646</c:v>
                </c:pt>
                <c:pt idx="65">
                  <c:v>599.6</c:v>
                </c:pt>
                <c:pt idx="66">
                  <c:v>496.4</c:v>
                </c:pt>
                <c:pt idx="67">
                  <c:v>424.5</c:v>
                </c:pt>
                <c:pt idx="68">
                  <c:v>352</c:v>
                </c:pt>
                <c:pt idx="69">
                  <c:v>278.89999999999998</c:v>
                </c:pt>
                <c:pt idx="70">
                  <c:v>250.4</c:v>
                </c:pt>
                <c:pt idx="71">
                  <c:v>274.39999999999998</c:v>
                </c:pt>
                <c:pt idx="72">
                  <c:v>1365.2</c:v>
                </c:pt>
                <c:pt idx="73">
                  <c:v>2057.1999999999998</c:v>
                </c:pt>
                <c:pt idx="74">
                  <c:v>3390.9</c:v>
                </c:pt>
                <c:pt idx="75">
                  <c:v>3104</c:v>
                </c:pt>
                <c:pt idx="76">
                  <c:v>2646.5</c:v>
                </c:pt>
                <c:pt idx="77">
                  <c:v>2183.5</c:v>
                </c:pt>
                <c:pt idx="78">
                  <c:v>1739.9</c:v>
                </c:pt>
                <c:pt idx="79">
                  <c:v>1208.2</c:v>
                </c:pt>
                <c:pt idx="80">
                  <c:v>1088.4000000000001</c:v>
                </c:pt>
                <c:pt idx="81">
                  <c:v>768</c:v>
                </c:pt>
                <c:pt idx="82">
                  <c:v>588.79999999999995</c:v>
                </c:pt>
                <c:pt idx="83">
                  <c:v>493.5</c:v>
                </c:pt>
                <c:pt idx="84">
                  <c:v>391.6</c:v>
                </c:pt>
                <c:pt idx="85">
                  <c:v>417.8</c:v>
                </c:pt>
                <c:pt idx="86">
                  <c:v>574.79999999999995</c:v>
                </c:pt>
                <c:pt idx="87">
                  <c:v>721.5</c:v>
                </c:pt>
                <c:pt idx="88">
                  <c:v>691.8</c:v>
                </c:pt>
                <c:pt idx="89">
                  <c:v>558.1</c:v>
                </c:pt>
                <c:pt idx="90">
                  <c:v>476.6</c:v>
                </c:pt>
                <c:pt idx="91">
                  <c:v>354</c:v>
                </c:pt>
                <c:pt idx="92">
                  <c:v>284.8</c:v>
                </c:pt>
                <c:pt idx="93">
                  <c:v>212.7</c:v>
                </c:pt>
                <c:pt idx="94">
                  <c:v>190.5</c:v>
                </c:pt>
                <c:pt idx="95">
                  <c:v>167</c:v>
                </c:pt>
                <c:pt idx="96">
                  <c:v>148.9</c:v>
                </c:pt>
                <c:pt idx="97">
                  <c:v>131.1</c:v>
                </c:pt>
                <c:pt idx="98">
                  <c:v>136.4</c:v>
                </c:pt>
                <c:pt idx="99">
                  <c:v>102.7</c:v>
                </c:pt>
                <c:pt idx="100">
                  <c:v>761.4</c:v>
                </c:pt>
                <c:pt idx="101">
                  <c:v>4290.5</c:v>
                </c:pt>
                <c:pt idx="102">
                  <c:v>3253.4</c:v>
                </c:pt>
                <c:pt idx="103">
                  <c:v>4835.3999999999996</c:v>
                </c:pt>
                <c:pt idx="104">
                  <c:v>7671.4</c:v>
                </c:pt>
                <c:pt idx="105">
                  <c:v>7174.4</c:v>
                </c:pt>
                <c:pt idx="106">
                  <c:v>7350.8</c:v>
                </c:pt>
                <c:pt idx="107">
                  <c:v>7134.6</c:v>
                </c:pt>
                <c:pt idx="108">
                  <c:v>6642.2</c:v>
                </c:pt>
                <c:pt idx="109">
                  <c:v>6289.6</c:v>
                </c:pt>
                <c:pt idx="110">
                  <c:v>5629.3</c:v>
                </c:pt>
                <c:pt idx="111">
                  <c:v>4885.3</c:v>
                </c:pt>
                <c:pt idx="112">
                  <c:v>4163.3</c:v>
                </c:pt>
                <c:pt idx="113">
                  <c:v>3214.9</c:v>
                </c:pt>
                <c:pt idx="114">
                  <c:v>2606.1999999999998</c:v>
                </c:pt>
                <c:pt idx="115">
                  <c:v>2174.9</c:v>
                </c:pt>
                <c:pt idx="116">
                  <c:v>1557.2</c:v>
                </c:pt>
                <c:pt idx="117">
                  <c:v>1043.9000000000001</c:v>
                </c:pt>
                <c:pt idx="118">
                  <c:v>875.8</c:v>
                </c:pt>
                <c:pt idx="119">
                  <c:v>691.9</c:v>
                </c:pt>
                <c:pt idx="120">
                  <c:v>671.8</c:v>
                </c:pt>
                <c:pt idx="121">
                  <c:v>595.5</c:v>
                </c:pt>
                <c:pt idx="122">
                  <c:v>435.9</c:v>
                </c:pt>
                <c:pt idx="123">
                  <c:v>384</c:v>
                </c:pt>
                <c:pt idx="124">
                  <c:v>251.5</c:v>
                </c:pt>
                <c:pt idx="125">
                  <c:v>219.5</c:v>
                </c:pt>
                <c:pt idx="126">
                  <c:v>162.30000000000001</c:v>
                </c:pt>
                <c:pt idx="127">
                  <c:v>116.5</c:v>
                </c:pt>
                <c:pt idx="128">
                  <c:v>103.3</c:v>
                </c:pt>
                <c:pt idx="129">
                  <c:v>111</c:v>
                </c:pt>
                <c:pt idx="130">
                  <c:v>96.6</c:v>
                </c:pt>
                <c:pt idx="131">
                  <c:v>96.6</c:v>
                </c:pt>
                <c:pt idx="132">
                  <c:v>87</c:v>
                </c:pt>
                <c:pt idx="133">
                  <c:v>74.900000000000006</c:v>
                </c:pt>
                <c:pt idx="134">
                  <c:v>77</c:v>
                </c:pt>
                <c:pt idx="135">
                  <c:v>77.3</c:v>
                </c:pt>
                <c:pt idx="136">
                  <c:v>90.2</c:v>
                </c:pt>
                <c:pt idx="137">
                  <c:v>123.2</c:v>
                </c:pt>
                <c:pt idx="138">
                  <c:v>136.19999999999999</c:v>
                </c:pt>
                <c:pt idx="139">
                  <c:v>155.5</c:v>
                </c:pt>
                <c:pt idx="140">
                  <c:v>157.9</c:v>
                </c:pt>
                <c:pt idx="141">
                  <c:v>153.9</c:v>
                </c:pt>
                <c:pt idx="142">
                  <c:v>183.7</c:v>
                </c:pt>
                <c:pt idx="143">
                  <c:v>189.7</c:v>
                </c:pt>
                <c:pt idx="144">
                  <c:v>170.7</c:v>
                </c:pt>
                <c:pt idx="145">
                  <c:v>174.4</c:v>
                </c:pt>
                <c:pt idx="146">
                  <c:v>175</c:v>
                </c:pt>
                <c:pt idx="147">
                  <c:v>169.3</c:v>
                </c:pt>
                <c:pt idx="148">
                  <c:v>139.69999999999999</c:v>
                </c:pt>
                <c:pt idx="149">
                  <c:v>124.7</c:v>
                </c:pt>
                <c:pt idx="150">
                  <c:v>131.6</c:v>
                </c:pt>
                <c:pt idx="151">
                  <c:v>110.7</c:v>
                </c:pt>
                <c:pt idx="152">
                  <c:v>95.4</c:v>
                </c:pt>
                <c:pt idx="153">
                  <c:v>85.8</c:v>
                </c:pt>
                <c:pt idx="154">
                  <c:v>83.2</c:v>
                </c:pt>
                <c:pt idx="155">
                  <c:v>77.099999999999994</c:v>
                </c:pt>
                <c:pt idx="156">
                  <c:v>182.6</c:v>
                </c:pt>
                <c:pt idx="157">
                  <c:v>449.9</c:v>
                </c:pt>
                <c:pt idx="158">
                  <c:v>473.9</c:v>
                </c:pt>
                <c:pt idx="159">
                  <c:v>3368.4</c:v>
                </c:pt>
                <c:pt idx="160">
                  <c:v>22125.8</c:v>
                </c:pt>
                <c:pt idx="161">
                  <c:v>22822.9</c:v>
                </c:pt>
                <c:pt idx="162">
                  <c:v>18762.5</c:v>
                </c:pt>
                <c:pt idx="163">
                  <c:v>11883.2</c:v>
                </c:pt>
                <c:pt idx="164">
                  <c:v>13407.1</c:v>
                </c:pt>
                <c:pt idx="165">
                  <c:v>32060.2</c:v>
                </c:pt>
                <c:pt idx="166">
                  <c:v>40570.6</c:v>
                </c:pt>
                <c:pt idx="167">
                  <c:v>33625.699999999997</c:v>
                </c:pt>
                <c:pt idx="168">
                  <c:v>35304.800000000003</c:v>
                </c:pt>
                <c:pt idx="169">
                  <c:v>38578.9</c:v>
                </c:pt>
                <c:pt idx="170">
                  <c:v>50893.7</c:v>
                </c:pt>
                <c:pt idx="171">
                  <c:v>65415.8</c:v>
                </c:pt>
                <c:pt idx="172">
                  <c:v>64927.5</c:v>
                </c:pt>
                <c:pt idx="173">
                  <c:v>68411.8</c:v>
                </c:pt>
                <c:pt idx="174">
                  <c:v>63482.400000000001</c:v>
                </c:pt>
                <c:pt idx="175">
                  <c:v>62489.3</c:v>
                </c:pt>
                <c:pt idx="176">
                  <c:v>61908</c:v>
                </c:pt>
                <c:pt idx="177">
                  <c:v>67375.5</c:v>
                </c:pt>
                <c:pt idx="178">
                  <c:v>64510.8</c:v>
                </c:pt>
                <c:pt idx="179">
                  <c:v>59066.5</c:v>
                </c:pt>
                <c:pt idx="180">
                  <c:v>56328.6</c:v>
                </c:pt>
                <c:pt idx="181">
                  <c:v>49295.4</c:v>
                </c:pt>
                <c:pt idx="182">
                  <c:v>42763.199999999997</c:v>
                </c:pt>
                <c:pt idx="183">
                  <c:v>33680.400000000001</c:v>
                </c:pt>
                <c:pt idx="184">
                  <c:v>30261.7</c:v>
                </c:pt>
                <c:pt idx="185">
                  <c:v>32420.6</c:v>
                </c:pt>
                <c:pt idx="186">
                  <c:v>35259.599999999999</c:v>
                </c:pt>
                <c:pt idx="187">
                  <c:v>42758.3</c:v>
                </c:pt>
                <c:pt idx="188">
                  <c:v>63449.3</c:v>
                </c:pt>
                <c:pt idx="189">
                  <c:v>65411.9</c:v>
                </c:pt>
                <c:pt idx="190">
                  <c:v>61789.9</c:v>
                </c:pt>
                <c:pt idx="191">
                  <c:v>47200.3</c:v>
                </c:pt>
                <c:pt idx="192">
                  <c:v>43488.7</c:v>
                </c:pt>
                <c:pt idx="193">
                  <c:v>41522.800000000003</c:v>
                </c:pt>
                <c:pt idx="194">
                  <c:v>41441.699999999997</c:v>
                </c:pt>
                <c:pt idx="195">
                  <c:v>41523.800000000003</c:v>
                </c:pt>
                <c:pt idx="196">
                  <c:v>40491.800000000003</c:v>
                </c:pt>
                <c:pt idx="197">
                  <c:v>38137.1</c:v>
                </c:pt>
                <c:pt idx="198">
                  <c:v>36079</c:v>
                </c:pt>
                <c:pt idx="199">
                  <c:v>29223.1</c:v>
                </c:pt>
                <c:pt idx="200">
                  <c:v>24180.799999999999</c:v>
                </c:pt>
                <c:pt idx="201">
                  <c:v>30129</c:v>
                </c:pt>
                <c:pt idx="202">
                  <c:v>31274.1</c:v>
                </c:pt>
                <c:pt idx="203">
                  <c:v>35116.400000000001</c:v>
                </c:pt>
                <c:pt idx="204">
                  <c:v>31639.3</c:v>
                </c:pt>
                <c:pt idx="205">
                  <c:v>28861.8</c:v>
                </c:pt>
                <c:pt idx="206">
                  <c:v>44116.800000000003</c:v>
                </c:pt>
                <c:pt idx="207">
                  <c:v>69902.7</c:v>
                </c:pt>
                <c:pt idx="208">
                  <c:v>82686.899999999994</c:v>
                </c:pt>
                <c:pt idx="209">
                  <c:v>81604.7</c:v>
                </c:pt>
                <c:pt idx="210">
                  <c:v>71157.5</c:v>
                </c:pt>
                <c:pt idx="211">
                  <c:v>62853.2</c:v>
                </c:pt>
                <c:pt idx="212">
                  <c:v>68101.2</c:v>
                </c:pt>
                <c:pt idx="213">
                  <c:v>76740.399999999994</c:v>
                </c:pt>
                <c:pt idx="214">
                  <c:v>66889.399999999994</c:v>
                </c:pt>
                <c:pt idx="215">
                  <c:v>52877.5</c:v>
                </c:pt>
                <c:pt idx="216">
                  <c:v>52583.4</c:v>
                </c:pt>
                <c:pt idx="217">
                  <c:v>49084.800000000003</c:v>
                </c:pt>
                <c:pt idx="218">
                  <c:v>46825.5</c:v>
                </c:pt>
                <c:pt idx="219">
                  <c:v>45372.3</c:v>
                </c:pt>
                <c:pt idx="220">
                  <c:v>43725.4</c:v>
                </c:pt>
                <c:pt idx="221">
                  <c:v>42855.5</c:v>
                </c:pt>
                <c:pt idx="222">
                  <c:v>39786.5</c:v>
                </c:pt>
                <c:pt idx="223">
                  <c:v>33439.800000000003</c:v>
                </c:pt>
                <c:pt idx="224">
                  <c:v>26546.5</c:v>
                </c:pt>
                <c:pt idx="225">
                  <c:v>20593.8</c:v>
                </c:pt>
                <c:pt idx="226">
                  <c:v>14000.5</c:v>
                </c:pt>
                <c:pt idx="227">
                  <c:v>11113.6</c:v>
                </c:pt>
                <c:pt idx="228">
                  <c:v>8956.6</c:v>
                </c:pt>
                <c:pt idx="229">
                  <c:v>7027.9</c:v>
                </c:pt>
                <c:pt idx="230">
                  <c:v>11730.6</c:v>
                </c:pt>
                <c:pt idx="231">
                  <c:v>23252.9</c:v>
                </c:pt>
                <c:pt idx="232">
                  <c:v>27856</c:v>
                </c:pt>
                <c:pt idx="233">
                  <c:v>28113.9</c:v>
                </c:pt>
                <c:pt idx="234">
                  <c:v>22119.4</c:v>
                </c:pt>
                <c:pt idx="235">
                  <c:v>22365.3</c:v>
                </c:pt>
                <c:pt idx="236">
                  <c:v>24298.1</c:v>
                </c:pt>
                <c:pt idx="237">
                  <c:v>33846.5</c:v>
                </c:pt>
                <c:pt idx="238">
                  <c:v>36606.199999999997</c:v>
                </c:pt>
                <c:pt idx="239">
                  <c:v>36516.300000000003</c:v>
                </c:pt>
                <c:pt idx="240">
                  <c:v>32144.6</c:v>
                </c:pt>
                <c:pt idx="241">
                  <c:v>32507.200000000001</c:v>
                </c:pt>
                <c:pt idx="242">
                  <c:v>34011.699999999997</c:v>
                </c:pt>
                <c:pt idx="243">
                  <c:v>36455.699999999997</c:v>
                </c:pt>
                <c:pt idx="244">
                  <c:v>36037.1</c:v>
                </c:pt>
                <c:pt idx="245">
                  <c:v>36390.1</c:v>
                </c:pt>
                <c:pt idx="246">
                  <c:v>35804.800000000003</c:v>
                </c:pt>
                <c:pt idx="247">
                  <c:v>35315.599999999999</c:v>
                </c:pt>
                <c:pt idx="248">
                  <c:v>34599.300000000003</c:v>
                </c:pt>
                <c:pt idx="249">
                  <c:v>32235.200000000001</c:v>
                </c:pt>
                <c:pt idx="250">
                  <c:v>24175.4</c:v>
                </c:pt>
                <c:pt idx="251">
                  <c:v>21109.5</c:v>
                </c:pt>
                <c:pt idx="252">
                  <c:v>20804.7</c:v>
                </c:pt>
                <c:pt idx="253">
                  <c:v>30053.200000000001</c:v>
                </c:pt>
                <c:pt idx="254">
                  <c:v>35910.800000000003</c:v>
                </c:pt>
                <c:pt idx="255">
                  <c:v>47279.6</c:v>
                </c:pt>
                <c:pt idx="256">
                  <c:v>33700</c:v>
                </c:pt>
                <c:pt idx="257">
                  <c:v>34089.599999999999</c:v>
                </c:pt>
                <c:pt idx="258">
                  <c:v>47081.7</c:v>
                </c:pt>
                <c:pt idx="259">
                  <c:v>65448.6</c:v>
                </c:pt>
                <c:pt idx="260">
                  <c:v>79847.899999999994</c:v>
                </c:pt>
                <c:pt idx="261">
                  <c:v>64329.2</c:v>
                </c:pt>
                <c:pt idx="262">
                  <c:v>55914.400000000001</c:v>
                </c:pt>
                <c:pt idx="263">
                  <c:v>55991.5</c:v>
                </c:pt>
                <c:pt idx="264">
                  <c:v>54869.2</c:v>
                </c:pt>
                <c:pt idx="265">
                  <c:v>52691.9</c:v>
                </c:pt>
                <c:pt idx="266">
                  <c:v>51411.1</c:v>
                </c:pt>
                <c:pt idx="267">
                  <c:v>49568.2</c:v>
                </c:pt>
                <c:pt idx="268">
                  <c:v>46301.599999999999</c:v>
                </c:pt>
                <c:pt idx="269">
                  <c:v>42559.3</c:v>
                </c:pt>
                <c:pt idx="270">
                  <c:v>37679.599999999999</c:v>
                </c:pt>
                <c:pt idx="271">
                  <c:v>33467.599999999999</c:v>
                </c:pt>
                <c:pt idx="272">
                  <c:v>28340.7</c:v>
                </c:pt>
                <c:pt idx="273">
                  <c:v>24153.9</c:v>
                </c:pt>
                <c:pt idx="274">
                  <c:v>19640.5</c:v>
                </c:pt>
                <c:pt idx="275">
                  <c:v>15213.2</c:v>
                </c:pt>
                <c:pt idx="276">
                  <c:v>11278.6</c:v>
                </c:pt>
                <c:pt idx="277">
                  <c:v>9139</c:v>
                </c:pt>
                <c:pt idx="278">
                  <c:v>7388.7</c:v>
                </c:pt>
                <c:pt idx="279">
                  <c:v>5455.9</c:v>
                </c:pt>
                <c:pt idx="280">
                  <c:v>4698.6000000000004</c:v>
                </c:pt>
                <c:pt idx="281">
                  <c:v>4270.8</c:v>
                </c:pt>
                <c:pt idx="282">
                  <c:v>2890.5</c:v>
                </c:pt>
                <c:pt idx="283">
                  <c:v>3831.5</c:v>
                </c:pt>
                <c:pt idx="284">
                  <c:v>3912.7</c:v>
                </c:pt>
                <c:pt idx="285">
                  <c:v>3039</c:v>
                </c:pt>
                <c:pt idx="286">
                  <c:v>2489.9</c:v>
                </c:pt>
                <c:pt idx="287">
                  <c:v>2053</c:v>
                </c:pt>
                <c:pt idx="288">
                  <c:v>1740.8</c:v>
                </c:pt>
                <c:pt idx="289">
                  <c:v>1188.5999999999999</c:v>
                </c:pt>
                <c:pt idx="290">
                  <c:v>905.5</c:v>
                </c:pt>
                <c:pt idx="291">
                  <c:v>1105.5</c:v>
                </c:pt>
                <c:pt idx="292">
                  <c:v>1125.3</c:v>
                </c:pt>
                <c:pt idx="293">
                  <c:v>923.3</c:v>
                </c:pt>
                <c:pt idx="294">
                  <c:v>1022.1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4E1-4DD2-B2ED-89065796D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03057152"/>
        <c:axId val="1603055712"/>
      </c:lineChart>
      <c:catAx>
        <c:axId val="16030571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055712"/>
        <c:crosses val="autoZero"/>
        <c:auto val="1"/>
        <c:lblAlgn val="ctr"/>
        <c:lblOffset val="100"/>
        <c:noMultiLvlLbl val="0"/>
      </c:catAx>
      <c:valAx>
        <c:axId val="1603055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Dust (ug/m3)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057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dirty="0"/>
              <a:t>118-S</a:t>
            </a:r>
          </a:p>
        </c:rich>
      </c:tx>
      <c:layout>
        <c:manualLayout>
          <c:xMode val="edge"/>
          <c:yMode val="edge"/>
          <c:x val="0.43363184079601991"/>
          <c:y val="4.69208211143695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1"/>
          <c:tx>
            <c:strRef>
              <c:f>'Monitor 1'!$C$9</c:f>
              <c:strCache>
                <c:ptCount val="1"/>
                <c:pt idx="0">
                  <c:v>CO Reading (PPM)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'Monitor 1'!$A$10:$A$1480</c:f>
              <c:numCache>
                <c:formatCode>h:mm;@</c:formatCode>
                <c:ptCount val="1471"/>
                <c:pt idx="0">
                  <c:v>0.42465277777777777</c:v>
                </c:pt>
                <c:pt idx="1">
                  <c:v>0.42482638888888891</c:v>
                </c:pt>
                <c:pt idx="2">
                  <c:v>0.42499999999999999</c:v>
                </c:pt>
                <c:pt idx="3">
                  <c:v>0.42517361111111113</c:v>
                </c:pt>
                <c:pt idx="4">
                  <c:v>0.42534722222222221</c:v>
                </c:pt>
                <c:pt idx="5">
                  <c:v>0.42552083333333335</c:v>
                </c:pt>
                <c:pt idx="6">
                  <c:v>0.42569444444444443</c:v>
                </c:pt>
                <c:pt idx="7">
                  <c:v>0.42586805555555557</c:v>
                </c:pt>
                <c:pt idx="8">
                  <c:v>0.42604166666666665</c:v>
                </c:pt>
                <c:pt idx="9">
                  <c:v>0.42621527777777779</c:v>
                </c:pt>
                <c:pt idx="10">
                  <c:v>0.42638888888888887</c:v>
                </c:pt>
                <c:pt idx="11">
                  <c:v>0.42656250000000001</c:v>
                </c:pt>
                <c:pt idx="12">
                  <c:v>0.42673611111111109</c:v>
                </c:pt>
                <c:pt idx="13">
                  <c:v>0.42690972222222223</c:v>
                </c:pt>
                <c:pt idx="14">
                  <c:v>0.42708333333333331</c:v>
                </c:pt>
                <c:pt idx="15">
                  <c:v>0.42725694444444445</c:v>
                </c:pt>
                <c:pt idx="16">
                  <c:v>0.42743055555555554</c:v>
                </c:pt>
                <c:pt idx="17">
                  <c:v>0.42760416666666667</c:v>
                </c:pt>
                <c:pt idx="18">
                  <c:v>0.42777777777777776</c:v>
                </c:pt>
                <c:pt idx="19">
                  <c:v>0.4279513888888889</c:v>
                </c:pt>
                <c:pt idx="20">
                  <c:v>0.42812499999999998</c:v>
                </c:pt>
                <c:pt idx="21">
                  <c:v>0.42829861111111112</c:v>
                </c:pt>
                <c:pt idx="22">
                  <c:v>0.4284722222222222</c:v>
                </c:pt>
                <c:pt idx="23">
                  <c:v>0.42864583333333334</c:v>
                </c:pt>
                <c:pt idx="24">
                  <c:v>0.42881944444444442</c:v>
                </c:pt>
                <c:pt idx="25">
                  <c:v>0.42899305555555556</c:v>
                </c:pt>
                <c:pt idx="26">
                  <c:v>0.42916666666666664</c:v>
                </c:pt>
                <c:pt idx="27">
                  <c:v>0.42934027777777778</c:v>
                </c:pt>
                <c:pt idx="28">
                  <c:v>0.42951388888888886</c:v>
                </c:pt>
                <c:pt idx="29">
                  <c:v>0.4296875</c:v>
                </c:pt>
                <c:pt idx="30">
                  <c:v>0.42986111111111114</c:v>
                </c:pt>
                <c:pt idx="31">
                  <c:v>0.44305555555555554</c:v>
                </c:pt>
                <c:pt idx="32">
                  <c:v>0.44322916666666667</c:v>
                </c:pt>
                <c:pt idx="33">
                  <c:v>0.44340277777777776</c:v>
                </c:pt>
                <c:pt idx="34">
                  <c:v>0.4435763888888889</c:v>
                </c:pt>
                <c:pt idx="35">
                  <c:v>0.44374999999999998</c:v>
                </c:pt>
                <c:pt idx="36">
                  <c:v>0.44392361111111112</c:v>
                </c:pt>
                <c:pt idx="37">
                  <c:v>0.4440972222222222</c:v>
                </c:pt>
                <c:pt idx="38">
                  <c:v>0.44427083333333334</c:v>
                </c:pt>
                <c:pt idx="39">
                  <c:v>0.44444444444444442</c:v>
                </c:pt>
                <c:pt idx="40">
                  <c:v>0.44461805555555556</c:v>
                </c:pt>
                <c:pt idx="41">
                  <c:v>0.44479166666666664</c:v>
                </c:pt>
                <c:pt idx="42">
                  <c:v>0.44496527777777778</c:v>
                </c:pt>
                <c:pt idx="43">
                  <c:v>0.44513888888888886</c:v>
                </c:pt>
                <c:pt idx="44">
                  <c:v>0.4453125</c:v>
                </c:pt>
                <c:pt idx="45">
                  <c:v>0.44548611111111114</c:v>
                </c:pt>
                <c:pt idx="46">
                  <c:v>0.44565972222222222</c:v>
                </c:pt>
                <c:pt idx="47">
                  <c:v>0.44583333333333336</c:v>
                </c:pt>
                <c:pt idx="48">
                  <c:v>0.44600694444444444</c:v>
                </c:pt>
                <c:pt idx="49">
                  <c:v>0.44618055555555558</c:v>
                </c:pt>
                <c:pt idx="50">
                  <c:v>0.44635416666666666</c:v>
                </c:pt>
                <c:pt idx="51">
                  <c:v>0.4465277777777778</c:v>
                </c:pt>
                <c:pt idx="52">
                  <c:v>0.44670138888888888</c:v>
                </c:pt>
                <c:pt idx="53">
                  <c:v>0.44687500000000002</c:v>
                </c:pt>
                <c:pt idx="54">
                  <c:v>0.4470486111111111</c:v>
                </c:pt>
                <c:pt idx="55">
                  <c:v>0.44722222222222224</c:v>
                </c:pt>
                <c:pt idx="56">
                  <c:v>0.44739583333333333</c:v>
                </c:pt>
                <c:pt idx="57">
                  <c:v>0.44756944444444446</c:v>
                </c:pt>
                <c:pt idx="58">
                  <c:v>0.44774305555555555</c:v>
                </c:pt>
                <c:pt idx="59">
                  <c:v>0.44791666666666669</c:v>
                </c:pt>
                <c:pt idx="60">
                  <c:v>0.44809027777777777</c:v>
                </c:pt>
                <c:pt idx="61">
                  <c:v>0.44826388888888891</c:v>
                </c:pt>
                <c:pt idx="62">
                  <c:v>0.44843749999999999</c:v>
                </c:pt>
                <c:pt idx="63">
                  <c:v>0.44861111111111113</c:v>
                </c:pt>
                <c:pt idx="64">
                  <c:v>0.44878472222222221</c:v>
                </c:pt>
                <c:pt idx="65">
                  <c:v>0.44895833333333335</c:v>
                </c:pt>
                <c:pt idx="66">
                  <c:v>0.44913194444444443</c:v>
                </c:pt>
                <c:pt idx="67">
                  <c:v>0.44930555555555557</c:v>
                </c:pt>
                <c:pt idx="68">
                  <c:v>0.44947916666666665</c:v>
                </c:pt>
                <c:pt idx="69">
                  <c:v>0.44965277777777779</c:v>
                </c:pt>
                <c:pt idx="70">
                  <c:v>0.44982638888888887</c:v>
                </c:pt>
                <c:pt idx="71">
                  <c:v>0.45</c:v>
                </c:pt>
                <c:pt idx="72">
                  <c:v>0.45017361111111109</c:v>
                </c:pt>
                <c:pt idx="73">
                  <c:v>0.45034722222222223</c:v>
                </c:pt>
                <c:pt idx="74">
                  <c:v>0.45052083333333331</c:v>
                </c:pt>
                <c:pt idx="75">
                  <c:v>0.45069444444444445</c:v>
                </c:pt>
                <c:pt idx="76">
                  <c:v>0.45086805555555554</c:v>
                </c:pt>
                <c:pt idx="77">
                  <c:v>0.45104166666666667</c:v>
                </c:pt>
                <c:pt idx="78">
                  <c:v>0.45121527777777776</c:v>
                </c:pt>
                <c:pt idx="79">
                  <c:v>0.4513888888888889</c:v>
                </c:pt>
                <c:pt idx="80">
                  <c:v>0.45156249999999998</c:v>
                </c:pt>
                <c:pt idx="81">
                  <c:v>0.45173611111111112</c:v>
                </c:pt>
                <c:pt idx="82">
                  <c:v>0.4519097222222222</c:v>
                </c:pt>
                <c:pt idx="83">
                  <c:v>0.45208333333333334</c:v>
                </c:pt>
                <c:pt idx="84">
                  <c:v>0.45225694444444442</c:v>
                </c:pt>
                <c:pt idx="85">
                  <c:v>0.45243055555555556</c:v>
                </c:pt>
                <c:pt idx="86">
                  <c:v>0.45260416666666664</c:v>
                </c:pt>
                <c:pt idx="87">
                  <c:v>0.45277777777777778</c:v>
                </c:pt>
                <c:pt idx="88">
                  <c:v>0.45295138888888886</c:v>
                </c:pt>
                <c:pt idx="89">
                  <c:v>0.453125</c:v>
                </c:pt>
                <c:pt idx="90">
                  <c:v>0.45329861111111114</c:v>
                </c:pt>
                <c:pt idx="91">
                  <c:v>0.45347222222222222</c:v>
                </c:pt>
                <c:pt idx="92">
                  <c:v>0.45364583333333336</c:v>
                </c:pt>
                <c:pt idx="93">
                  <c:v>0.45381944444444444</c:v>
                </c:pt>
                <c:pt idx="94">
                  <c:v>0.45399305555555558</c:v>
                </c:pt>
                <c:pt idx="95">
                  <c:v>0.45416666666666666</c:v>
                </c:pt>
                <c:pt idx="96">
                  <c:v>0.4543402777777778</c:v>
                </c:pt>
                <c:pt idx="97">
                  <c:v>0.45451388888888888</c:v>
                </c:pt>
                <c:pt idx="98">
                  <c:v>0.45468750000000002</c:v>
                </c:pt>
                <c:pt idx="99">
                  <c:v>0.4548611111111111</c:v>
                </c:pt>
                <c:pt idx="100">
                  <c:v>0.45503472222222224</c:v>
                </c:pt>
                <c:pt idx="101">
                  <c:v>0.45520833333333333</c:v>
                </c:pt>
                <c:pt idx="102">
                  <c:v>0.45538194444444446</c:v>
                </c:pt>
                <c:pt idx="103">
                  <c:v>0.45555555555555555</c:v>
                </c:pt>
                <c:pt idx="104">
                  <c:v>0.45572916666666669</c:v>
                </c:pt>
                <c:pt idx="105">
                  <c:v>0.45590277777777777</c:v>
                </c:pt>
                <c:pt idx="106">
                  <c:v>0.45607638888888891</c:v>
                </c:pt>
                <c:pt idx="107">
                  <c:v>0.45624999999999999</c:v>
                </c:pt>
                <c:pt idx="108">
                  <c:v>0.45642361111111113</c:v>
                </c:pt>
                <c:pt idx="109">
                  <c:v>0.45659722222222221</c:v>
                </c:pt>
                <c:pt idx="110">
                  <c:v>0.45677083333333335</c:v>
                </c:pt>
                <c:pt idx="111">
                  <c:v>0.45694444444444443</c:v>
                </c:pt>
                <c:pt idx="112">
                  <c:v>0.45711805555555557</c:v>
                </c:pt>
                <c:pt idx="113">
                  <c:v>0.45729166666666665</c:v>
                </c:pt>
                <c:pt idx="114">
                  <c:v>0.45746527777777779</c:v>
                </c:pt>
                <c:pt idx="115">
                  <c:v>0.45763888888888887</c:v>
                </c:pt>
                <c:pt idx="116">
                  <c:v>0.45781250000000001</c:v>
                </c:pt>
                <c:pt idx="117">
                  <c:v>0.45798611111111109</c:v>
                </c:pt>
                <c:pt idx="118">
                  <c:v>0.45815972222222223</c:v>
                </c:pt>
                <c:pt idx="119">
                  <c:v>0.45833333333333331</c:v>
                </c:pt>
                <c:pt idx="120">
                  <c:v>0.45850694444444445</c:v>
                </c:pt>
                <c:pt idx="121">
                  <c:v>0.45868055555555554</c:v>
                </c:pt>
                <c:pt idx="122">
                  <c:v>0.45885416666666667</c:v>
                </c:pt>
                <c:pt idx="123">
                  <c:v>0.45902777777777776</c:v>
                </c:pt>
                <c:pt idx="124">
                  <c:v>0.4592013888888889</c:v>
                </c:pt>
                <c:pt idx="125">
                  <c:v>0.45937499999999998</c:v>
                </c:pt>
                <c:pt idx="126">
                  <c:v>0.45954861111111112</c:v>
                </c:pt>
                <c:pt idx="127">
                  <c:v>0.4597222222222222</c:v>
                </c:pt>
                <c:pt idx="128">
                  <c:v>0.45989583333333334</c:v>
                </c:pt>
                <c:pt idx="129">
                  <c:v>0.46006944444444442</c:v>
                </c:pt>
                <c:pt idx="130">
                  <c:v>0.46024305555555556</c:v>
                </c:pt>
                <c:pt idx="131">
                  <c:v>0.46041666666666664</c:v>
                </c:pt>
                <c:pt idx="132">
                  <c:v>0.46059027777777778</c:v>
                </c:pt>
                <c:pt idx="133">
                  <c:v>0.46076388888888886</c:v>
                </c:pt>
                <c:pt idx="134">
                  <c:v>0.4609375</c:v>
                </c:pt>
                <c:pt idx="135">
                  <c:v>0.46111111111111114</c:v>
                </c:pt>
                <c:pt idx="136">
                  <c:v>0.46128472222222222</c:v>
                </c:pt>
                <c:pt idx="137">
                  <c:v>0.46145833333333336</c:v>
                </c:pt>
                <c:pt idx="138">
                  <c:v>0.46163194444444444</c:v>
                </c:pt>
                <c:pt idx="139">
                  <c:v>0.46180555555555558</c:v>
                </c:pt>
                <c:pt idx="140">
                  <c:v>0.46197916666666666</c:v>
                </c:pt>
                <c:pt idx="141">
                  <c:v>0.4621527777777778</c:v>
                </c:pt>
                <c:pt idx="142">
                  <c:v>0.46232638888888888</c:v>
                </c:pt>
                <c:pt idx="143">
                  <c:v>0.46250000000000002</c:v>
                </c:pt>
                <c:pt idx="144">
                  <c:v>0.4626736111111111</c:v>
                </c:pt>
                <c:pt idx="145">
                  <c:v>0.46284722222222224</c:v>
                </c:pt>
                <c:pt idx="146">
                  <c:v>0.46302083333333333</c:v>
                </c:pt>
                <c:pt idx="147">
                  <c:v>0.46319444444444446</c:v>
                </c:pt>
                <c:pt idx="148">
                  <c:v>0.46336805555555555</c:v>
                </c:pt>
                <c:pt idx="149">
                  <c:v>0.46354166666666669</c:v>
                </c:pt>
                <c:pt idx="150">
                  <c:v>0.46371527777777777</c:v>
                </c:pt>
                <c:pt idx="151">
                  <c:v>0.46388888888888891</c:v>
                </c:pt>
                <c:pt idx="152">
                  <c:v>0.46406249999999999</c:v>
                </c:pt>
                <c:pt idx="153">
                  <c:v>0.46423611111111113</c:v>
                </c:pt>
                <c:pt idx="154">
                  <c:v>0.46440972222222221</c:v>
                </c:pt>
                <c:pt idx="155">
                  <c:v>0.46458333333333335</c:v>
                </c:pt>
                <c:pt idx="156">
                  <c:v>0.46475694444444443</c:v>
                </c:pt>
                <c:pt idx="157">
                  <c:v>0.46493055555555557</c:v>
                </c:pt>
                <c:pt idx="158">
                  <c:v>0.46510416666666665</c:v>
                </c:pt>
                <c:pt idx="159">
                  <c:v>0.46527777777777779</c:v>
                </c:pt>
                <c:pt idx="160">
                  <c:v>0.46545138888888887</c:v>
                </c:pt>
                <c:pt idx="161">
                  <c:v>0.46562500000000001</c:v>
                </c:pt>
                <c:pt idx="162">
                  <c:v>0.46579861111111109</c:v>
                </c:pt>
                <c:pt idx="163">
                  <c:v>0.46597222222222223</c:v>
                </c:pt>
                <c:pt idx="164">
                  <c:v>0.46614583333333331</c:v>
                </c:pt>
                <c:pt idx="165">
                  <c:v>0.46631944444444445</c:v>
                </c:pt>
                <c:pt idx="166">
                  <c:v>0.46649305555555554</c:v>
                </c:pt>
                <c:pt idx="167">
                  <c:v>0.46666666666666667</c:v>
                </c:pt>
                <c:pt idx="168" formatCode="h:mm:ss">
                  <c:v>0.46684027777777776</c:v>
                </c:pt>
                <c:pt idx="169" formatCode="h:mm:ss">
                  <c:v>0.4670138888888889</c:v>
                </c:pt>
                <c:pt idx="170" formatCode="h:mm:ss">
                  <c:v>0.46718749999999998</c:v>
                </c:pt>
                <c:pt idx="171" formatCode="h:mm:ss">
                  <c:v>0.46736111111111112</c:v>
                </c:pt>
                <c:pt idx="172" formatCode="h:mm:ss">
                  <c:v>0.4675347222222222</c:v>
                </c:pt>
                <c:pt idx="173" formatCode="h:mm:ss">
                  <c:v>0.46770833333333334</c:v>
                </c:pt>
                <c:pt idx="174" formatCode="h:mm:ss">
                  <c:v>0.46788194444444442</c:v>
                </c:pt>
                <c:pt idx="175" formatCode="h:mm:ss">
                  <c:v>0.46805555555555556</c:v>
                </c:pt>
                <c:pt idx="176" formatCode="h:mm:ss">
                  <c:v>0.46822916666666664</c:v>
                </c:pt>
                <c:pt idx="177" formatCode="h:mm:ss">
                  <c:v>0.46840277777777778</c:v>
                </c:pt>
                <c:pt idx="178" formatCode="h:mm:ss">
                  <c:v>0.46857638888888886</c:v>
                </c:pt>
                <c:pt idx="179" formatCode="h:mm:ss">
                  <c:v>0.46875</c:v>
                </c:pt>
                <c:pt idx="180" formatCode="h:mm:ss">
                  <c:v>0.46892361111111114</c:v>
                </c:pt>
                <c:pt idx="181" formatCode="h:mm:ss">
                  <c:v>0.46909722222222222</c:v>
                </c:pt>
                <c:pt idx="182" formatCode="h:mm:ss">
                  <c:v>0.46927083333333336</c:v>
                </c:pt>
                <c:pt idx="183" formatCode="h:mm:ss">
                  <c:v>0.46944444444444444</c:v>
                </c:pt>
                <c:pt idx="184" formatCode="h:mm:ss">
                  <c:v>0.46961805555555558</c:v>
                </c:pt>
                <c:pt idx="185" formatCode="h:mm:ss">
                  <c:v>0.46979166666666666</c:v>
                </c:pt>
                <c:pt idx="186" formatCode="h:mm:ss">
                  <c:v>0.4699652777777778</c:v>
                </c:pt>
                <c:pt idx="187" formatCode="h:mm:ss">
                  <c:v>0.47013888888888888</c:v>
                </c:pt>
                <c:pt idx="188" formatCode="h:mm:ss">
                  <c:v>0.47031250000000002</c:v>
                </c:pt>
                <c:pt idx="189" formatCode="h:mm:ss">
                  <c:v>0.4704861111111111</c:v>
                </c:pt>
                <c:pt idx="190" formatCode="h:mm:ss">
                  <c:v>0.47065972222222224</c:v>
                </c:pt>
                <c:pt idx="191" formatCode="h:mm:ss">
                  <c:v>0.47083333333333333</c:v>
                </c:pt>
                <c:pt idx="192" formatCode="h:mm:ss">
                  <c:v>0.47100694444444446</c:v>
                </c:pt>
                <c:pt idx="193" formatCode="h:mm:ss">
                  <c:v>0.47118055555555555</c:v>
                </c:pt>
                <c:pt idx="194" formatCode="h:mm:ss">
                  <c:v>0.47135416666666669</c:v>
                </c:pt>
                <c:pt idx="195" formatCode="h:mm:ss">
                  <c:v>0.47152777777777777</c:v>
                </c:pt>
                <c:pt idx="196" formatCode="h:mm:ss">
                  <c:v>0.47170138888888891</c:v>
                </c:pt>
                <c:pt idx="197" formatCode="h:mm:ss">
                  <c:v>0.47187499999999999</c:v>
                </c:pt>
                <c:pt idx="198" formatCode="h:mm:ss">
                  <c:v>0.47204861111111113</c:v>
                </c:pt>
                <c:pt idx="199" formatCode="h:mm:ss">
                  <c:v>0.47222222222222221</c:v>
                </c:pt>
                <c:pt idx="200" formatCode="h:mm:ss">
                  <c:v>0.47239583333333335</c:v>
                </c:pt>
                <c:pt idx="201" formatCode="h:mm:ss">
                  <c:v>0.47256944444444443</c:v>
                </c:pt>
                <c:pt idx="202" formatCode="h:mm:ss">
                  <c:v>0.47274305555555557</c:v>
                </c:pt>
                <c:pt idx="203" formatCode="h:mm:ss">
                  <c:v>0.47291666666666665</c:v>
                </c:pt>
                <c:pt idx="204" formatCode="h:mm:ss">
                  <c:v>0.47309027777777779</c:v>
                </c:pt>
                <c:pt idx="205" formatCode="h:mm:ss">
                  <c:v>0.47326388888888887</c:v>
                </c:pt>
                <c:pt idx="206" formatCode="h:mm:ss">
                  <c:v>0.47343750000000001</c:v>
                </c:pt>
                <c:pt idx="207" formatCode="h:mm:ss">
                  <c:v>0.47361111111111109</c:v>
                </c:pt>
                <c:pt idx="208" formatCode="h:mm:ss">
                  <c:v>0.47378472222222223</c:v>
                </c:pt>
                <c:pt idx="209" formatCode="h:mm:ss">
                  <c:v>0.47395833333333331</c:v>
                </c:pt>
                <c:pt idx="210" formatCode="h:mm:ss">
                  <c:v>0.47413194444444445</c:v>
                </c:pt>
                <c:pt idx="211" formatCode="h:mm:ss">
                  <c:v>0.47430555555555554</c:v>
                </c:pt>
                <c:pt idx="212" formatCode="h:mm:ss">
                  <c:v>0.47447916666666667</c:v>
                </c:pt>
                <c:pt idx="213" formatCode="h:mm:ss">
                  <c:v>0.47465277777777776</c:v>
                </c:pt>
                <c:pt idx="214" formatCode="h:mm:ss">
                  <c:v>0.4748263888888889</c:v>
                </c:pt>
                <c:pt idx="215" formatCode="h:mm:ss">
                  <c:v>0.47499999999999998</c:v>
                </c:pt>
                <c:pt idx="216" formatCode="h:mm:ss">
                  <c:v>0.47517361111111112</c:v>
                </c:pt>
                <c:pt idx="217" formatCode="h:mm:ss">
                  <c:v>0.4753472222222222</c:v>
                </c:pt>
                <c:pt idx="218" formatCode="h:mm:ss">
                  <c:v>0.47552083333333334</c:v>
                </c:pt>
                <c:pt idx="219" formatCode="h:mm:ss">
                  <c:v>0.47569444444444442</c:v>
                </c:pt>
                <c:pt idx="220" formatCode="h:mm:ss">
                  <c:v>0.47586805555555556</c:v>
                </c:pt>
                <c:pt idx="221" formatCode="h:mm:ss">
                  <c:v>0.47604166666666664</c:v>
                </c:pt>
                <c:pt idx="222" formatCode="h:mm:ss">
                  <c:v>0.47621527777777778</c:v>
                </c:pt>
                <c:pt idx="223" formatCode="h:mm:ss">
                  <c:v>0.47638888888888886</c:v>
                </c:pt>
                <c:pt idx="224" formatCode="h:mm:ss">
                  <c:v>0.4765625</c:v>
                </c:pt>
                <c:pt idx="225" formatCode="h:mm:ss">
                  <c:v>0.47673611111111114</c:v>
                </c:pt>
                <c:pt idx="226" formatCode="h:mm:ss">
                  <c:v>0.47690972222222222</c:v>
                </c:pt>
                <c:pt idx="227" formatCode="h:mm:ss">
                  <c:v>0.47708333333333336</c:v>
                </c:pt>
                <c:pt idx="228" formatCode="h:mm:ss">
                  <c:v>0.47725694444444444</c:v>
                </c:pt>
                <c:pt idx="229" formatCode="h:mm:ss">
                  <c:v>0.47743055555555558</c:v>
                </c:pt>
                <c:pt idx="230" formatCode="h:mm:ss">
                  <c:v>0.47760416666666666</c:v>
                </c:pt>
                <c:pt idx="231" formatCode="h:mm:ss">
                  <c:v>0.4777777777777778</c:v>
                </c:pt>
                <c:pt idx="232" formatCode="h:mm:ss">
                  <c:v>0.47795138888888888</c:v>
                </c:pt>
                <c:pt idx="233" formatCode="h:mm:ss">
                  <c:v>0.47812500000000002</c:v>
                </c:pt>
                <c:pt idx="234" formatCode="h:mm:ss">
                  <c:v>0.4782986111111111</c:v>
                </c:pt>
                <c:pt idx="235" formatCode="h:mm:ss">
                  <c:v>0.47847222222222224</c:v>
                </c:pt>
                <c:pt idx="236" formatCode="h:mm:ss">
                  <c:v>0.47864583333333333</c:v>
                </c:pt>
                <c:pt idx="237" formatCode="h:mm:ss">
                  <c:v>0.47881944444444446</c:v>
                </c:pt>
                <c:pt idx="238" formatCode="h:mm:ss">
                  <c:v>0.47899305555555555</c:v>
                </c:pt>
                <c:pt idx="239" formatCode="h:mm:ss">
                  <c:v>0.47916666666666669</c:v>
                </c:pt>
                <c:pt idx="240" formatCode="h:mm:ss">
                  <c:v>0.47934027777777777</c:v>
                </c:pt>
                <c:pt idx="241" formatCode="h:mm:ss">
                  <c:v>0.47951388888888891</c:v>
                </c:pt>
                <c:pt idx="242" formatCode="h:mm:ss">
                  <c:v>0.47968749999999999</c:v>
                </c:pt>
                <c:pt idx="243" formatCode="h:mm:ss">
                  <c:v>0.47986111111111113</c:v>
                </c:pt>
                <c:pt idx="244" formatCode="h:mm:ss">
                  <c:v>0.48003472222222221</c:v>
                </c:pt>
                <c:pt idx="245" formatCode="h:mm:ss">
                  <c:v>0.48020833333333335</c:v>
                </c:pt>
                <c:pt idx="246" formatCode="h:mm:ss">
                  <c:v>0.48038194444444443</c:v>
                </c:pt>
                <c:pt idx="247" formatCode="h:mm:ss">
                  <c:v>0.48055555555555557</c:v>
                </c:pt>
                <c:pt idx="248" formatCode="h:mm:ss">
                  <c:v>0.48072916666666665</c:v>
                </c:pt>
                <c:pt idx="249" formatCode="h:mm:ss">
                  <c:v>0.48090277777777779</c:v>
                </c:pt>
                <c:pt idx="250" formatCode="h:mm:ss">
                  <c:v>0.48107638888888887</c:v>
                </c:pt>
                <c:pt idx="251" formatCode="h:mm:ss">
                  <c:v>0.48125000000000001</c:v>
                </c:pt>
                <c:pt idx="252" formatCode="h:mm:ss">
                  <c:v>0.48142361111111109</c:v>
                </c:pt>
                <c:pt idx="253" formatCode="h:mm:ss">
                  <c:v>0.48159722222222223</c:v>
                </c:pt>
                <c:pt idx="254" formatCode="h:mm:ss">
                  <c:v>0.48177083333333331</c:v>
                </c:pt>
                <c:pt idx="255" formatCode="h:mm:ss">
                  <c:v>0.48194444444444445</c:v>
                </c:pt>
                <c:pt idx="256" formatCode="h:mm:ss">
                  <c:v>0.48211805555555554</c:v>
                </c:pt>
                <c:pt idx="257" formatCode="h:mm:ss">
                  <c:v>0.48229166666666667</c:v>
                </c:pt>
                <c:pt idx="258" formatCode="h:mm:ss">
                  <c:v>0.48246527777777776</c:v>
                </c:pt>
                <c:pt idx="259" formatCode="h:mm:ss">
                  <c:v>0.4826388888888889</c:v>
                </c:pt>
                <c:pt idx="260" formatCode="h:mm:ss">
                  <c:v>0.48281249999999998</c:v>
                </c:pt>
                <c:pt idx="261" formatCode="h:mm:ss">
                  <c:v>0.48298611111111112</c:v>
                </c:pt>
                <c:pt idx="262" formatCode="h:mm:ss">
                  <c:v>0.4831597222222222</c:v>
                </c:pt>
                <c:pt idx="263" formatCode="h:mm:ss">
                  <c:v>0.48333333333333334</c:v>
                </c:pt>
                <c:pt idx="264" formatCode="h:mm:ss">
                  <c:v>0.48350694444444442</c:v>
                </c:pt>
                <c:pt idx="265" formatCode="h:mm:ss">
                  <c:v>0.48368055555555556</c:v>
                </c:pt>
                <c:pt idx="266" formatCode="h:mm:ss">
                  <c:v>0.48385416666666664</c:v>
                </c:pt>
                <c:pt idx="267" formatCode="h:mm:ss">
                  <c:v>0.48402777777777778</c:v>
                </c:pt>
                <c:pt idx="268" formatCode="h:mm:ss">
                  <c:v>0.48420138888888886</c:v>
                </c:pt>
                <c:pt idx="269" formatCode="h:mm:ss">
                  <c:v>0.484375</c:v>
                </c:pt>
                <c:pt idx="270" formatCode="h:mm:ss">
                  <c:v>0.48454861111111114</c:v>
                </c:pt>
                <c:pt idx="271" formatCode="h:mm:ss">
                  <c:v>0.48472222222222222</c:v>
                </c:pt>
                <c:pt idx="272" formatCode="h:mm:ss">
                  <c:v>0.48489583333333336</c:v>
                </c:pt>
                <c:pt idx="273" formatCode="h:mm:ss">
                  <c:v>0.48506944444444444</c:v>
                </c:pt>
                <c:pt idx="274" formatCode="h:mm:ss">
                  <c:v>0.48524305555555558</c:v>
                </c:pt>
                <c:pt idx="275" formatCode="h:mm:ss">
                  <c:v>0.48541666666666666</c:v>
                </c:pt>
                <c:pt idx="276" formatCode="h:mm:ss">
                  <c:v>0.4855902777777778</c:v>
                </c:pt>
                <c:pt idx="277" formatCode="h:mm:ss">
                  <c:v>0.48576388888888888</c:v>
                </c:pt>
                <c:pt idx="278" formatCode="h:mm:ss">
                  <c:v>0.48593750000000002</c:v>
                </c:pt>
                <c:pt idx="279" formatCode="h:mm:ss">
                  <c:v>0.4861111111111111</c:v>
                </c:pt>
                <c:pt idx="280" formatCode="h:mm:ss">
                  <c:v>0.48628472222222224</c:v>
                </c:pt>
                <c:pt idx="281" formatCode="h:mm:ss">
                  <c:v>0.48645833333333333</c:v>
                </c:pt>
                <c:pt idx="282" formatCode="h:mm:ss">
                  <c:v>0.48663194444444446</c:v>
                </c:pt>
                <c:pt idx="283" formatCode="h:mm:ss">
                  <c:v>0.48680555555555555</c:v>
                </c:pt>
                <c:pt idx="284" formatCode="h:mm:ss">
                  <c:v>0.48697916666666669</c:v>
                </c:pt>
                <c:pt idx="285" formatCode="h:mm:ss">
                  <c:v>0.48715277777777777</c:v>
                </c:pt>
                <c:pt idx="286" formatCode="h:mm:ss">
                  <c:v>0.48732638888888891</c:v>
                </c:pt>
                <c:pt idx="287" formatCode="h:mm:ss">
                  <c:v>0.48749999999999999</c:v>
                </c:pt>
                <c:pt idx="288" formatCode="h:mm:ss">
                  <c:v>0.48767361111111113</c:v>
                </c:pt>
                <c:pt idx="289" formatCode="h:mm:ss">
                  <c:v>0.48784722222222221</c:v>
                </c:pt>
                <c:pt idx="290" formatCode="h:mm:ss">
                  <c:v>0.48802083333333335</c:v>
                </c:pt>
                <c:pt idx="291" formatCode="h:mm:ss">
                  <c:v>0.48819444444444443</c:v>
                </c:pt>
                <c:pt idx="292" formatCode="h:mm:ss">
                  <c:v>0.48836805555555557</c:v>
                </c:pt>
                <c:pt idx="293" formatCode="h:mm:ss">
                  <c:v>0.48854166666666665</c:v>
                </c:pt>
                <c:pt idx="294" formatCode="h:mm:ss">
                  <c:v>0.48871527777777779</c:v>
                </c:pt>
                <c:pt idx="295" formatCode="h:mm:ss">
                  <c:v>0.48888888888888887</c:v>
                </c:pt>
                <c:pt idx="296" formatCode="h:mm:ss">
                  <c:v>0.48906250000000001</c:v>
                </c:pt>
                <c:pt idx="297" formatCode="h:mm:ss">
                  <c:v>0.48923611111111109</c:v>
                </c:pt>
                <c:pt idx="298" formatCode="h:mm:ss">
                  <c:v>0.48940972222222223</c:v>
                </c:pt>
                <c:pt idx="299" formatCode="h:mm:ss">
                  <c:v>0.48958333333333331</c:v>
                </c:pt>
                <c:pt idx="300" formatCode="h:mm:ss">
                  <c:v>0.48975694444444445</c:v>
                </c:pt>
                <c:pt idx="301" formatCode="h:mm:ss">
                  <c:v>0.48993055555555554</c:v>
                </c:pt>
                <c:pt idx="302" formatCode="h:mm:ss">
                  <c:v>0.49010416666666667</c:v>
                </c:pt>
                <c:pt idx="303" formatCode="h:mm:ss">
                  <c:v>0.49027777777777776</c:v>
                </c:pt>
                <c:pt idx="304" formatCode="h:mm:ss">
                  <c:v>0.4904513888888889</c:v>
                </c:pt>
                <c:pt idx="305" formatCode="h:mm:ss">
                  <c:v>0.49062499999999998</c:v>
                </c:pt>
                <c:pt idx="306" formatCode="h:mm:ss">
                  <c:v>0.49079861111111112</c:v>
                </c:pt>
                <c:pt idx="307" formatCode="h:mm:ss">
                  <c:v>0.4909722222222222</c:v>
                </c:pt>
                <c:pt idx="308" formatCode="h:mm:ss">
                  <c:v>0.49114583333333334</c:v>
                </c:pt>
                <c:pt idx="309" formatCode="h:mm:ss">
                  <c:v>0.49131944444444442</c:v>
                </c:pt>
                <c:pt idx="310" formatCode="h:mm:ss">
                  <c:v>0.49149305555555556</c:v>
                </c:pt>
                <c:pt idx="311" formatCode="h:mm:ss">
                  <c:v>0.49166666666666664</c:v>
                </c:pt>
                <c:pt idx="312" formatCode="h:mm:ss">
                  <c:v>0.49184027777777778</c:v>
                </c:pt>
                <c:pt idx="313" formatCode="h:mm:ss">
                  <c:v>0.49201388888888886</c:v>
                </c:pt>
                <c:pt idx="314" formatCode="h:mm:ss">
                  <c:v>0.4921875</c:v>
                </c:pt>
                <c:pt idx="315" formatCode="h:mm:ss">
                  <c:v>0.49236111111111114</c:v>
                </c:pt>
                <c:pt idx="316" formatCode="h:mm:ss">
                  <c:v>0.49253472222222222</c:v>
                </c:pt>
                <c:pt idx="317" formatCode="h:mm:ss">
                  <c:v>0.49270833333333336</c:v>
                </c:pt>
                <c:pt idx="318" formatCode="h:mm:ss">
                  <c:v>0.49288194444444444</c:v>
                </c:pt>
                <c:pt idx="319" formatCode="h:mm:ss">
                  <c:v>0.49305555555555558</c:v>
                </c:pt>
                <c:pt idx="320" formatCode="h:mm:ss">
                  <c:v>0.49322916666666666</c:v>
                </c:pt>
                <c:pt idx="321" formatCode="h:mm:ss">
                  <c:v>0.4934027777777778</c:v>
                </c:pt>
                <c:pt idx="322" formatCode="h:mm:ss">
                  <c:v>0.49357638888888888</c:v>
                </c:pt>
                <c:pt idx="323" formatCode="h:mm:ss">
                  <c:v>0.49375000000000002</c:v>
                </c:pt>
                <c:pt idx="324" formatCode="h:mm:ss">
                  <c:v>0.4939236111111111</c:v>
                </c:pt>
                <c:pt idx="325" formatCode="h:mm:ss">
                  <c:v>0.49409722222222224</c:v>
                </c:pt>
                <c:pt idx="326" formatCode="h:mm:ss">
                  <c:v>0.49427083333333333</c:v>
                </c:pt>
                <c:pt idx="327" formatCode="h:mm:ss">
                  <c:v>0.49444444444444446</c:v>
                </c:pt>
                <c:pt idx="328" formatCode="h:mm:ss">
                  <c:v>0.49461805555555555</c:v>
                </c:pt>
                <c:pt idx="329" formatCode="h:mm:ss">
                  <c:v>0.49479166666666669</c:v>
                </c:pt>
                <c:pt idx="330" formatCode="h:mm:ss">
                  <c:v>0.49496527777777777</c:v>
                </c:pt>
                <c:pt idx="331" formatCode="h:mm:ss">
                  <c:v>0.49513888888888891</c:v>
                </c:pt>
                <c:pt idx="332" formatCode="h:mm:ss">
                  <c:v>0.49531249999999999</c:v>
                </c:pt>
                <c:pt idx="333" formatCode="h:mm:ss">
                  <c:v>0.49548611111111113</c:v>
                </c:pt>
                <c:pt idx="334" formatCode="h:mm:ss">
                  <c:v>0.49565972222222221</c:v>
                </c:pt>
                <c:pt idx="335" formatCode="h:mm:ss">
                  <c:v>0.49583333333333335</c:v>
                </c:pt>
                <c:pt idx="336" formatCode="h:mm:ss">
                  <c:v>0.49600694444444443</c:v>
                </c:pt>
                <c:pt idx="337" formatCode="h:mm:ss">
                  <c:v>0.49618055555555557</c:v>
                </c:pt>
                <c:pt idx="338" formatCode="h:mm:ss">
                  <c:v>0.49635416666666665</c:v>
                </c:pt>
                <c:pt idx="339" formatCode="h:mm:ss">
                  <c:v>0.49652777777777779</c:v>
                </c:pt>
                <c:pt idx="340" formatCode="h:mm:ss">
                  <c:v>0.49670138888888887</c:v>
                </c:pt>
                <c:pt idx="341" formatCode="h:mm:ss">
                  <c:v>0.49687500000000001</c:v>
                </c:pt>
                <c:pt idx="342" formatCode="h:mm:ss">
                  <c:v>0.49704861111111109</c:v>
                </c:pt>
                <c:pt idx="343" formatCode="h:mm:ss">
                  <c:v>0.49722222222222223</c:v>
                </c:pt>
                <c:pt idx="344" formatCode="h:mm:ss">
                  <c:v>0.49739583333333331</c:v>
                </c:pt>
                <c:pt idx="345" formatCode="h:mm:ss">
                  <c:v>0.49756944444444445</c:v>
                </c:pt>
                <c:pt idx="346" formatCode="h:mm:ss">
                  <c:v>0.49774305555555554</c:v>
                </c:pt>
                <c:pt idx="347" formatCode="h:mm:ss">
                  <c:v>0.49791666666666667</c:v>
                </c:pt>
                <c:pt idx="348" formatCode="h:mm:ss">
                  <c:v>0.49809027777777776</c:v>
                </c:pt>
                <c:pt idx="349" formatCode="h:mm:ss">
                  <c:v>0.4982638888888889</c:v>
                </c:pt>
                <c:pt idx="350" formatCode="h:mm:ss">
                  <c:v>0.49843749999999998</c:v>
                </c:pt>
                <c:pt idx="351" formatCode="h:mm:ss">
                  <c:v>0.49861111111111112</c:v>
                </c:pt>
                <c:pt idx="352" formatCode="h:mm:ss">
                  <c:v>0.4987847222222222</c:v>
                </c:pt>
                <c:pt idx="353" formatCode="h:mm:ss">
                  <c:v>0.49895833333333334</c:v>
                </c:pt>
                <c:pt idx="354" formatCode="h:mm:ss">
                  <c:v>0.49913194444444442</c:v>
                </c:pt>
                <c:pt idx="355" formatCode="h:mm:ss">
                  <c:v>0.49930555555555556</c:v>
                </c:pt>
                <c:pt idx="356" formatCode="h:mm:ss">
                  <c:v>0.49947916666666664</c:v>
                </c:pt>
                <c:pt idx="357" formatCode="h:mm:ss">
                  <c:v>0.49965277777777778</c:v>
                </c:pt>
                <c:pt idx="358" formatCode="h:mm:ss">
                  <c:v>0.49982638888888886</c:v>
                </c:pt>
                <c:pt idx="359" formatCode="h:mm:ss">
                  <c:v>0.5</c:v>
                </c:pt>
                <c:pt idx="360" formatCode="h:mm:ss">
                  <c:v>0.50017361111111114</c:v>
                </c:pt>
                <c:pt idx="361" formatCode="h:mm:ss">
                  <c:v>0.50034722222222228</c:v>
                </c:pt>
                <c:pt idx="362" formatCode="h:mm:ss">
                  <c:v>0.5005208333333333</c:v>
                </c:pt>
                <c:pt idx="363" formatCode="h:mm:ss">
                  <c:v>0.50069444444444444</c:v>
                </c:pt>
                <c:pt idx="364" formatCode="h:mm:ss">
                  <c:v>0.50086805555555558</c:v>
                </c:pt>
                <c:pt idx="365" formatCode="h:mm:ss">
                  <c:v>0.50104166666666672</c:v>
                </c:pt>
                <c:pt idx="366" formatCode="h:mm:ss">
                  <c:v>0.50121527777777775</c:v>
                </c:pt>
                <c:pt idx="367" formatCode="h:mm:ss">
                  <c:v>0.50138888888888888</c:v>
                </c:pt>
                <c:pt idx="368" formatCode="h:mm:ss">
                  <c:v>0.50156250000000002</c:v>
                </c:pt>
                <c:pt idx="369" formatCode="h:mm:ss">
                  <c:v>0.50173611111111116</c:v>
                </c:pt>
                <c:pt idx="370" formatCode="h:mm:ss">
                  <c:v>0.50190972222222219</c:v>
                </c:pt>
                <c:pt idx="371" formatCode="h:mm:ss">
                  <c:v>0.50208333333333333</c:v>
                </c:pt>
                <c:pt idx="372" formatCode="h:mm:ss">
                  <c:v>0.50225694444444446</c:v>
                </c:pt>
                <c:pt idx="373" formatCode="h:mm:ss">
                  <c:v>0.5024305555555556</c:v>
                </c:pt>
                <c:pt idx="374" formatCode="h:mm:ss">
                  <c:v>0.50260416666666663</c:v>
                </c:pt>
                <c:pt idx="375" formatCode="h:mm:ss">
                  <c:v>0.50277777777777777</c:v>
                </c:pt>
                <c:pt idx="376" formatCode="h:mm:ss">
                  <c:v>0.50295138888888891</c:v>
                </c:pt>
                <c:pt idx="377" formatCode="h:mm:ss">
                  <c:v>0.50312500000000004</c:v>
                </c:pt>
                <c:pt idx="378" formatCode="h:mm:ss">
                  <c:v>0.50329861111111107</c:v>
                </c:pt>
                <c:pt idx="379" formatCode="h:mm:ss">
                  <c:v>0.50347222222222221</c:v>
                </c:pt>
                <c:pt idx="380" formatCode="h:mm:ss">
                  <c:v>0.50364583333333335</c:v>
                </c:pt>
                <c:pt idx="381" formatCode="h:mm:ss">
                  <c:v>0.50381944444444449</c:v>
                </c:pt>
                <c:pt idx="382" formatCode="h:mm:ss">
                  <c:v>0.50399305555555551</c:v>
                </c:pt>
                <c:pt idx="383" formatCode="h:mm:ss">
                  <c:v>0.50416666666666665</c:v>
                </c:pt>
                <c:pt idx="384" formatCode="h:mm:ss">
                  <c:v>0.50434027777777779</c:v>
                </c:pt>
                <c:pt idx="385" formatCode="h:mm:ss">
                  <c:v>0.50451388888888893</c:v>
                </c:pt>
                <c:pt idx="386" formatCode="h:mm:ss">
                  <c:v>0.50468749999999996</c:v>
                </c:pt>
                <c:pt idx="387" formatCode="h:mm:ss">
                  <c:v>0.50486111111111109</c:v>
                </c:pt>
                <c:pt idx="388" formatCode="h:mm:ss">
                  <c:v>0.50503472222222223</c:v>
                </c:pt>
                <c:pt idx="389" formatCode="h:mm:ss">
                  <c:v>0.50520833333333337</c:v>
                </c:pt>
                <c:pt idx="390" formatCode="h:mm:ss">
                  <c:v>0.5053819444444444</c:v>
                </c:pt>
                <c:pt idx="391" formatCode="h:mm:ss">
                  <c:v>0.50555555555555554</c:v>
                </c:pt>
                <c:pt idx="392" formatCode="h:mm:ss">
                  <c:v>0.50572916666666667</c:v>
                </c:pt>
                <c:pt idx="393" formatCode="h:mm:ss">
                  <c:v>0.50590277777777781</c:v>
                </c:pt>
                <c:pt idx="394" formatCode="h:mm:ss">
                  <c:v>0.50607638888888884</c:v>
                </c:pt>
                <c:pt idx="395" formatCode="h:mm:ss">
                  <c:v>0.50624999999999998</c:v>
                </c:pt>
                <c:pt idx="396" formatCode="h:mm:ss">
                  <c:v>0.50642361111111112</c:v>
                </c:pt>
                <c:pt idx="397" formatCode="h:mm:ss">
                  <c:v>0.50659722222222225</c:v>
                </c:pt>
                <c:pt idx="398" formatCode="h:mm:ss">
                  <c:v>0.50677083333333328</c:v>
                </c:pt>
                <c:pt idx="399" formatCode="h:mm:ss">
                  <c:v>0.50694444444444442</c:v>
                </c:pt>
                <c:pt idx="400" formatCode="h:mm:ss">
                  <c:v>0.50711805555555556</c:v>
                </c:pt>
                <c:pt idx="401" formatCode="h:mm:ss">
                  <c:v>0.5072916666666667</c:v>
                </c:pt>
                <c:pt idx="402" formatCode="h:mm:ss">
                  <c:v>0.50746527777777772</c:v>
                </c:pt>
                <c:pt idx="403" formatCode="h:mm:ss">
                  <c:v>0.50763888888888886</c:v>
                </c:pt>
                <c:pt idx="404" formatCode="h:mm:ss">
                  <c:v>0.5078125</c:v>
                </c:pt>
                <c:pt idx="405" formatCode="h:mm:ss">
                  <c:v>0.50798611111111114</c:v>
                </c:pt>
                <c:pt idx="406" formatCode="h:mm:ss">
                  <c:v>0.50815972222222228</c:v>
                </c:pt>
                <c:pt idx="407" formatCode="h:mm:ss">
                  <c:v>0.5083333333333333</c:v>
                </c:pt>
                <c:pt idx="408" formatCode="h:mm:ss">
                  <c:v>0.50850694444444444</c:v>
                </c:pt>
                <c:pt idx="409" formatCode="h:mm:ss">
                  <c:v>0.50868055555555558</c:v>
                </c:pt>
                <c:pt idx="410" formatCode="h:mm:ss">
                  <c:v>0.50885416666666672</c:v>
                </c:pt>
                <c:pt idx="411" formatCode="h:mm:ss">
                  <c:v>0.50902777777777775</c:v>
                </c:pt>
                <c:pt idx="412" formatCode="h:mm:ss">
                  <c:v>0.50920138888888888</c:v>
                </c:pt>
                <c:pt idx="413" formatCode="h:mm:ss">
                  <c:v>0.50937500000000002</c:v>
                </c:pt>
                <c:pt idx="414" formatCode="h:mm:ss">
                  <c:v>0.50954861111111116</c:v>
                </c:pt>
                <c:pt idx="415" formatCode="h:mm:ss">
                  <c:v>0.50972222222222219</c:v>
                </c:pt>
                <c:pt idx="416" formatCode="h:mm:ss">
                  <c:v>0.50989583333333333</c:v>
                </c:pt>
                <c:pt idx="417" formatCode="h:mm:ss">
                  <c:v>0.51006944444444446</c:v>
                </c:pt>
                <c:pt idx="418" formatCode="h:mm:ss">
                  <c:v>0.5102430555555556</c:v>
                </c:pt>
                <c:pt idx="419" formatCode="h:mm:ss">
                  <c:v>0.51041666666666663</c:v>
                </c:pt>
                <c:pt idx="420" formatCode="h:mm:ss">
                  <c:v>0.51059027777777777</c:v>
                </c:pt>
                <c:pt idx="421" formatCode="h:mm:ss">
                  <c:v>0.51076388888888891</c:v>
                </c:pt>
                <c:pt idx="422" formatCode="h:mm:ss">
                  <c:v>0.51093750000000004</c:v>
                </c:pt>
                <c:pt idx="423" formatCode="h:mm:ss">
                  <c:v>0.51111111111111107</c:v>
                </c:pt>
                <c:pt idx="424" formatCode="h:mm:ss">
                  <c:v>0.51128472222222221</c:v>
                </c:pt>
                <c:pt idx="425" formatCode="h:mm:ss">
                  <c:v>0.51145833333333335</c:v>
                </c:pt>
                <c:pt idx="426" formatCode="h:mm:ss">
                  <c:v>0.51163194444444449</c:v>
                </c:pt>
                <c:pt idx="427" formatCode="h:mm:ss">
                  <c:v>0.51180555555555551</c:v>
                </c:pt>
                <c:pt idx="428" formatCode="h:mm:ss">
                  <c:v>0.51197916666666665</c:v>
                </c:pt>
                <c:pt idx="429" formatCode="h:mm:ss">
                  <c:v>0.51215277777777779</c:v>
                </c:pt>
                <c:pt idx="430" formatCode="h:mm:ss">
                  <c:v>0.51232638888888893</c:v>
                </c:pt>
                <c:pt idx="431" formatCode="h:mm:ss">
                  <c:v>0.51249999999999996</c:v>
                </c:pt>
                <c:pt idx="432" formatCode="h:mm:ss">
                  <c:v>0.51267361111111109</c:v>
                </c:pt>
                <c:pt idx="433" formatCode="h:mm:ss">
                  <c:v>0.51284722222222223</c:v>
                </c:pt>
                <c:pt idx="434" formatCode="h:mm:ss">
                  <c:v>0.51302083333333337</c:v>
                </c:pt>
                <c:pt idx="435" formatCode="h:mm:ss">
                  <c:v>0.5131944444444444</c:v>
                </c:pt>
                <c:pt idx="436" formatCode="h:mm:ss">
                  <c:v>0.51336805555555554</c:v>
                </c:pt>
                <c:pt idx="437" formatCode="h:mm:ss">
                  <c:v>0.51354166666666667</c:v>
                </c:pt>
                <c:pt idx="438" formatCode="h:mm:ss">
                  <c:v>0.51371527777777781</c:v>
                </c:pt>
                <c:pt idx="439" formatCode="h:mm:ss">
                  <c:v>0.51388888888888884</c:v>
                </c:pt>
                <c:pt idx="440" formatCode="h:mm:ss">
                  <c:v>0.51406249999999998</c:v>
                </c:pt>
                <c:pt idx="441" formatCode="h:mm:ss">
                  <c:v>0.51423611111111112</c:v>
                </c:pt>
                <c:pt idx="442" formatCode="h:mm:ss">
                  <c:v>0.51440972222222225</c:v>
                </c:pt>
                <c:pt idx="443" formatCode="h:mm:ss">
                  <c:v>0.51458333333333328</c:v>
                </c:pt>
                <c:pt idx="444" formatCode="h:mm:ss">
                  <c:v>0.51475694444444442</c:v>
                </c:pt>
                <c:pt idx="445" formatCode="h:mm:ss">
                  <c:v>0.51493055555555556</c:v>
                </c:pt>
                <c:pt idx="446" formatCode="h:mm:ss">
                  <c:v>0.5151041666666667</c:v>
                </c:pt>
                <c:pt idx="447" formatCode="h:mm:ss">
                  <c:v>0.51527777777777772</c:v>
                </c:pt>
                <c:pt idx="448" formatCode="h:mm:ss">
                  <c:v>0.51545138888888886</c:v>
                </c:pt>
                <c:pt idx="449" formatCode="h:mm:ss">
                  <c:v>0.515625</c:v>
                </c:pt>
                <c:pt idx="450" formatCode="h:mm:ss">
                  <c:v>0.51579861111111114</c:v>
                </c:pt>
                <c:pt idx="451" formatCode="h:mm:ss">
                  <c:v>0.51597222222222228</c:v>
                </c:pt>
                <c:pt idx="452" formatCode="h:mm:ss">
                  <c:v>0.5161458333333333</c:v>
                </c:pt>
                <c:pt idx="453" formatCode="h:mm:ss">
                  <c:v>0.51631944444444444</c:v>
                </c:pt>
                <c:pt idx="454" formatCode="h:mm:ss">
                  <c:v>0.51649305555555558</c:v>
                </c:pt>
                <c:pt idx="455" formatCode="h:mm:ss">
                  <c:v>0.51666666666666672</c:v>
                </c:pt>
                <c:pt idx="456" formatCode="h:mm:ss">
                  <c:v>0.51684027777777775</c:v>
                </c:pt>
                <c:pt idx="457" formatCode="h:mm:ss">
                  <c:v>0.51701388888888888</c:v>
                </c:pt>
                <c:pt idx="458" formatCode="h:mm:ss">
                  <c:v>0.51718750000000002</c:v>
                </c:pt>
                <c:pt idx="459" formatCode="h:mm:ss">
                  <c:v>0.51736111111111116</c:v>
                </c:pt>
                <c:pt idx="460" formatCode="h:mm:ss">
                  <c:v>0.51753472222222219</c:v>
                </c:pt>
                <c:pt idx="461" formatCode="h:mm:ss">
                  <c:v>0.51770833333333333</c:v>
                </c:pt>
                <c:pt idx="462" formatCode="h:mm:ss">
                  <c:v>0.51788194444444446</c:v>
                </c:pt>
                <c:pt idx="463" formatCode="h:mm:ss">
                  <c:v>0.5180555555555556</c:v>
                </c:pt>
                <c:pt idx="464" formatCode="h:mm:ss">
                  <c:v>0.51822916666666663</c:v>
                </c:pt>
                <c:pt idx="465" formatCode="h:mm:ss">
                  <c:v>0.51840277777777777</c:v>
                </c:pt>
                <c:pt idx="466" formatCode="h:mm:ss">
                  <c:v>0.51857638888888891</c:v>
                </c:pt>
                <c:pt idx="467" formatCode="h:mm:ss">
                  <c:v>0.51875000000000004</c:v>
                </c:pt>
                <c:pt idx="468" formatCode="h:mm:ss">
                  <c:v>0.51892361111111107</c:v>
                </c:pt>
                <c:pt idx="469" formatCode="h:mm:ss">
                  <c:v>0.51909722222222221</c:v>
                </c:pt>
                <c:pt idx="470" formatCode="h:mm:ss">
                  <c:v>0.51927083333333335</c:v>
                </c:pt>
                <c:pt idx="471" formatCode="h:mm:ss">
                  <c:v>0.51944444444444449</c:v>
                </c:pt>
                <c:pt idx="472" formatCode="h:mm:ss">
                  <c:v>0.51961805555555551</c:v>
                </c:pt>
                <c:pt idx="473" formatCode="h:mm:ss">
                  <c:v>0.51979166666666665</c:v>
                </c:pt>
                <c:pt idx="474" formatCode="h:mm:ss">
                  <c:v>0.51996527777777779</c:v>
                </c:pt>
                <c:pt idx="475" formatCode="h:mm:ss">
                  <c:v>0.52013888888888893</c:v>
                </c:pt>
                <c:pt idx="476" formatCode="h:mm:ss">
                  <c:v>0.52031249999999996</c:v>
                </c:pt>
                <c:pt idx="477" formatCode="h:mm:ss">
                  <c:v>0.52048611111111109</c:v>
                </c:pt>
                <c:pt idx="478" formatCode="h:mm:ss">
                  <c:v>0.52065972222222223</c:v>
                </c:pt>
                <c:pt idx="479" formatCode="h:mm:ss">
                  <c:v>0.52083333333333337</c:v>
                </c:pt>
                <c:pt idx="480" formatCode="h:mm:ss">
                  <c:v>0.5210069444444444</c:v>
                </c:pt>
                <c:pt idx="481" formatCode="h:mm:ss">
                  <c:v>0.52118055555555554</c:v>
                </c:pt>
                <c:pt idx="482" formatCode="h:mm:ss">
                  <c:v>0.52135416666666667</c:v>
                </c:pt>
                <c:pt idx="483" formatCode="h:mm:ss">
                  <c:v>0.52152777777777781</c:v>
                </c:pt>
                <c:pt idx="484" formatCode="h:mm:ss">
                  <c:v>0.52170138888888884</c:v>
                </c:pt>
                <c:pt idx="485" formatCode="h:mm:ss">
                  <c:v>0.52187499999999998</c:v>
                </c:pt>
                <c:pt idx="486" formatCode="h:mm:ss">
                  <c:v>0.52204861111111112</c:v>
                </c:pt>
                <c:pt idx="487" formatCode="h:mm:ss">
                  <c:v>0.52222222222222225</c:v>
                </c:pt>
                <c:pt idx="488" formatCode="h:mm:ss">
                  <c:v>0.52239583333333328</c:v>
                </c:pt>
                <c:pt idx="489" formatCode="h:mm:ss">
                  <c:v>0.52256944444444442</c:v>
                </c:pt>
                <c:pt idx="490" formatCode="h:mm:ss">
                  <c:v>0.52274305555555556</c:v>
                </c:pt>
                <c:pt idx="491" formatCode="h:mm:ss">
                  <c:v>0.5229166666666667</c:v>
                </c:pt>
                <c:pt idx="492" formatCode="h:mm:ss">
                  <c:v>0.52309027777777772</c:v>
                </c:pt>
                <c:pt idx="493" formatCode="h:mm:ss">
                  <c:v>0.52326388888888886</c:v>
                </c:pt>
                <c:pt idx="494" formatCode="h:mm:ss">
                  <c:v>0.5234375</c:v>
                </c:pt>
                <c:pt idx="495" formatCode="h:mm:ss">
                  <c:v>0.52361111111111114</c:v>
                </c:pt>
                <c:pt idx="496" formatCode="h:mm:ss">
                  <c:v>0.52378472222222228</c:v>
                </c:pt>
                <c:pt idx="497" formatCode="h:mm:ss">
                  <c:v>0.5239583333333333</c:v>
                </c:pt>
                <c:pt idx="498" formatCode="h:mm:ss">
                  <c:v>0.52413194444444444</c:v>
                </c:pt>
                <c:pt idx="499" formatCode="h:mm:ss">
                  <c:v>0.52430555555555558</c:v>
                </c:pt>
                <c:pt idx="500" formatCode="h:mm:ss">
                  <c:v>0.52447916666666672</c:v>
                </c:pt>
                <c:pt idx="501" formatCode="h:mm:ss">
                  <c:v>0.52465277777777775</c:v>
                </c:pt>
                <c:pt idx="502" formatCode="h:mm:ss">
                  <c:v>0.52482638888888888</c:v>
                </c:pt>
                <c:pt idx="503" formatCode="h:mm:ss">
                  <c:v>0.52500000000000002</c:v>
                </c:pt>
                <c:pt idx="504" formatCode="h:mm:ss">
                  <c:v>0.52517361111111116</c:v>
                </c:pt>
                <c:pt idx="505" formatCode="h:mm:ss">
                  <c:v>0.52534722222222219</c:v>
                </c:pt>
                <c:pt idx="506" formatCode="h:mm:ss">
                  <c:v>0.52552083333333333</c:v>
                </c:pt>
                <c:pt idx="507" formatCode="h:mm:ss">
                  <c:v>0.52569444444444446</c:v>
                </c:pt>
                <c:pt idx="508" formatCode="h:mm:ss">
                  <c:v>0.5258680555555556</c:v>
                </c:pt>
                <c:pt idx="509" formatCode="h:mm:ss">
                  <c:v>0.52604166666666663</c:v>
                </c:pt>
                <c:pt idx="510" formatCode="h:mm:ss">
                  <c:v>0.52621527777777777</c:v>
                </c:pt>
                <c:pt idx="511" formatCode="h:mm:ss">
                  <c:v>0.52638888888888891</c:v>
                </c:pt>
                <c:pt idx="512" formatCode="h:mm:ss">
                  <c:v>0.52656250000000004</c:v>
                </c:pt>
                <c:pt idx="513" formatCode="h:mm:ss">
                  <c:v>0.52673611111111107</c:v>
                </c:pt>
                <c:pt idx="514" formatCode="h:mm:ss">
                  <c:v>0.52690972222222221</c:v>
                </c:pt>
                <c:pt idx="515" formatCode="h:mm:ss">
                  <c:v>0.52708333333333335</c:v>
                </c:pt>
                <c:pt idx="516" formatCode="h:mm:ss">
                  <c:v>0.52725694444444449</c:v>
                </c:pt>
                <c:pt idx="517" formatCode="h:mm:ss">
                  <c:v>0.52743055555555551</c:v>
                </c:pt>
                <c:pt idx="518" formatCode="h:mm:ss">
                  <c:v>0.52760416666666665</c:v>
                </c:pt>
                <c:pt idx="519" formatCode="h:mm:ss">
                  <c:v>0.52777777777777779</c:v>
                </c:pt>
                <c:pt idx="520" formatCode="h:mm:ss">
                  <c:v>0.52795138888888893</c:v>
                </c:pt>
                <c:pt idx="521" formatCode="h:mm:ss">
                  <c:v>0.52812499999999996</c:v>
                </c:pt>
                <c:pt idx="522" formatCode="h:mm:ss">
                  <c:v>0.52829861111111109</c:v>
                </c:pt>
                <c:pt idx="523" formatCode="h:mm:ss">
                  <c:v>0.52847222222222223</c:v>
                </c:pt>
                <c:pt idx="524" formatCode="h:mm:ss">
                  <c:v>0.52864583333333337</c:v>
                </c:pt>
                <c:pt idx="525" formatCode="h:mm:ss">
                  <c:v>0.5288194444444444</c:v>
                </c:pt>
                <c:pt idx="526" formatCode="h:mm:ss">
                  <c:v>0.52899305555555554</c:v>
                </c:pt>
                <c:pt idx="527" formatCode="h:mm:ss">
                  <c:v>0.52916666666666667</c:v>
                </c:pt>
                <c:pt idx="528" formatCode="h:mm:ss">
                  <c:v>0.52934027777777781</c:v>
                </c:pt>
                <c:pt idx="529" formatCode="h:mm:ss">
                  <c:v>0.52951388888888884</c:v>
                </c:pt>
                <c:pt idx="530" formatCode="h:mm:ss">
                  <c:v>0.52968749999999998</c:v>
                </c:pt>
                <c:pt idx="531" formatCode="h:mm:ss">
                  <c:v>0.52986111111111112</c:v>
                </c:pt>
                <c:pt idx="532" formatCode="h:mm:ss">
                  <c:v>0.53003472222222225</c:v>
                </c:pt>
                <c:pt idx="533" formatCode="h:mm:ss">
                  <c:v>0.53020833333333328</c:v>
                </c:pt>
                <c:pt idx="534" formatCode="h:mm:ss">
                  <c:v>0.53038194444444442</c:v>
                </c:pt>
                <c:pt idx="535" formatCode="h:mm:ss">
                  <c:v>0.53055555555555556</c:v>
                </c:pt>
                <c:pt idx="536" formatCode="h:mm:ss">
                  <c:v>0.5307291666666667</c:v>
                </c:pt>
                <c:pt idx="537" formatCode="h:mm:ss">
                  <c:v>0.53090277777777772</c:v>
                </c:pt>
                <c:pt idx="538" formatCode="h:mm:ss">
                  <c:v>0.53107638888888886</c:v>
                </c:pt>
                <c:pt idx="539" formatCode="h:mm:ss">
                  <c:v>0.53125</c:v>
                </c:pt>
                <c:pt idx="540" formatCode="h:mm:ss">
                  <c:v>0.53142361111111114</c:v>
                </c:pt>
                <c:pt idx="541" formatCode="h:mm:ss">
                  <c:v>0.53159722222222228</c:v>
                </c:pt>
                <c:pt idx="542" formatCode="h:mm:ss">
                  <c:v>0.5317708333333333</c:v>
                </c:pt>
                <c:pt idx="543" formatCode="h:mm:ss">
                  <c:v>0.53194444444444444</c:v>
                </c:pt>
                <c:pt idx="544" formatCode="h:mm:ss">
                  <c:v>0.53211805555555558</c:v>
                </c:pt>
                <c:pt idx="545" formatCode="h:mm:ss">
                  <c:v>0.53229166666666672</c:v>
                </c:pt>
                <c:pt idx="546" formatCode="h:mm:ss">
                  <c:v>0.53246527777777775</c:v>
                </c:pt>
                <c:pt idx="547" formatCode="h:mm:ss">
                  <c:v>0.53263888888888888</c:v>
                </c:pt>
                <c:pt idx="548" formatCode="h:mm:ss">
                  <c:v>0.53281250000000002</c:v>
                </c:pt>
                <c:pt idx="549" formatCode="h:mm:ss">
                  <c:v>0.53298611111111116</c:v>
                </c:pt>
                <c:pt idx="550" formatCode="h:mm:ss">
                  <c:v>0.53315972222222219</c:v>
                </c:pt>
                <c:pt idx="551" formatCode="h:mm:ss">
                  <c:v>0.53333333333333333</c:v>
                </c:pt>
                <c:pt idx="552" formatCode="h:mm:ss">
                  <c:v>0.53350694444444446</c:v>
                </c:pt>
                <c:pt idx="553" formatCode="h:mm:ss">
                  <c:v>0.5336805555555556</c:v>
                </c:pt>
                <c:pt idx="554" formatCode="h:mm:ss">
                  <c:v>0.53385416666666663</c:v>
                </c:pt>
                <c:pt idx="555" formatCode="h:mm:ss">
                  <c:v>0.53402777777777777</c:v>
                </c:pt>
                <c:pt idx="556" formatCode="h:mm:ss">
                  <c:v>0.53420138888888891</c:v>
                </c:pt>
                <c:pt idx="557" formatCode="h:mm:ss">
                  <c:v>0.53437500000000004</c:v>
                </c:pt>
                <c:pt idx="558" formatCode="h:mm:ss">
                  <c:v>0.53454861111111107</c:v>
                </c:pt>
                <c:pt idx="559" formatCode="h:mm:ss">
                  <c:v>0.53472222222222221</c:v>
                </c:pt>
                <c:pt idx="560" formatCode="h:mm:ss">
                  <c:v>0.53489583333333335</c:v>
                </c:pt>
                <c:pt idx="561" formatCode="h:mm:ss">
                  <c:v>0.53506944444444449</c:v>
                </c:pt>
                <c:pt idx="562" formatCode="h:mm:ss">
                  <c:v>0.53524305555555551</c:v>
                </c:pt>
                <c:pt idx="563" formatCode="h:mm:ss">
                  <c:v>0.53541666666666665</c:v>
                </c:pt>
                <c:pt idx="564" formatCode="h:mm:ss">
                  <c:v>0.53559027777777779</c:v>
                </c:pt>
                <c:pt idx="565" formatCode="h:mm:ss">
                  <c:v>0.53576388888888893</c:v>
                </c:pt>
                <c:pt idx="566" formatCode="h:mm:ss">
                  <c:v>0.53593749999999996</c:v>
                </c:pt>
                <c:pt idx="567" formatCode="h:mm:ss">
                  <c:v>0.53611111111111109</c:v>
                </c:pt>
                <c:pt idx="568" formatCode="h:mm:ss">
                  <c:v>0.53628472222222223</c:v>
                </c:pt>
                <c:pt idx="569" formatCode="h:mm:ss">
                  <c:v>0.53645833333333337</c:v>
                </c:pt>
                <c:pt idx="570" formatCode="h:mm:ss">
                  <c:v>0.5366319444444444</c:v>
                </c:pt>
                <c:pt idx="571" formatCode="h:mm:ss">
                  <c:v>0.53680555555555554</c:v>
                </c:pt>
                <c:pt idx="572" formatCode="h:mm:ss">
                  <c:v>0.53697916666666667</c:v>
                </c:pt>
                <c:pt idx="573" formatCode="h:mm:ss">
                  <c:v>0.53715277777777781</c:v>
                </c:pt>
                <c:pt idx="574" formatCode="h:mm:ss">
                  <c:v>0.53732638888888884</c:v>
                </c:pt>
                <c:pt idx="575" formatCode="h:mm:ss">
                  <c:v>0.53749999999999998</c:v>
                </c:pt>
                <c:pt idx="576" formatCode="h:mm:ss">
                  <c:v>0.53767361111111112</c:v>
                </c:pt>
                <c:pt idx="577" formatCode="h:mm:ss">
                  <c:v>0.53784722222222225</c:v>
                </c:pt>
                <c:pt idx="578" formatCode="h:mm:ss">
                  <c:v>0.53802083333333328</c:v>
                </c:pt>
                <c:pt idx="579" formatCode="h:mm:ss">
                  <c:v>0.53819444444444442</c:v>
                </c:pt>
                <c:pt idx="580" formatCode="h:mm:ss">
                  <c:v>0.53836805555555556</c:v>
                </c:pt>
                <c:pt idx="581" formatCode="h:mm:ss">
                  <c:v>0.5385416666666667</c:v>
                </c:pt>
                <c:pt idx="582" formatCode="h:mm:ss">
                  <c:v>0.53871527777777772</c:v>
                </c:pt>
                <c:pt idx="583" formatCode="h:mm:ss">
                  <c:v>0.53888888888888886</c:v>
                </c:pt>
                <c:pt idx="584" formatCode="h:mm:ss">
                  <c:v>0.5390625</c:v>
                </c:pt>
                <c:pt idx="585" formatCode="h:mm:ss">
                  <c:v>0.53923611111111114</c:v>
                </c:pt>
                <c:pt idx="586" formatCode="h:mm:ss">
                  <c:v>0.53940972222222228</c:v>
                </c:pt>
                <c:pt idx="587" formatCode="h:mm:ss">
                  <c:v>0.5395833333333333</c:v>
                </c:pt>
                <c:pt idx="588" formatCode="h:mm:ss">
                  <c:v>0.53975694444444444</c:v>
                </c:pt>
                <c:pt idx="589" formatCode="h:mm:ss">
                  <c:v>0.53993055555555558</c:v>
                </c:pt>
                <c:pt idx="590" formatCode="h:mm:ss">
                  <c:v>0.54010416666666672</c:v>
                </c:pt>
                <c:pt idx="591" formatCode="h:mm:ss">
                  <c:v>0.54027777777777775</c:v>
                </c:pt>
                <c:pt idx="592" formatCode="h:mm:ss">
                  <c:v>0.54045138888888888</c:v>
                </c:pt>
                <c:pt idx="593" formatCode="h:mm:ss">
                  <c:v>0.54062500000000002</c:v>
                </c:pt>
                <c:pt idx="594" formatCode="h:mm:ss">
                  <c:v>0.54079861111111116</c:v>
                </c:pt>
                <c:pt idx="595" formatCode="h:mm:ss">
                  <c:v>0.54097222222222219</c:v>
                </c:pt>
                <c:pt idx="596" formatCode="h:mm:ss">
                  <c:v>0.54114583333333333</c:v>
                </c:pt>
                <c:pt idx="597" formatCode="h:mm:ss">
                  <c:v>0.54131944444444446</c:v>
                </c:pt>
                <c:pt idx="598" formatCode="h:mm:ss">
                  <c:v>0.5414930555555556</c:v>
                </c:pt>
                <c:pt idx="599" formatCode="h:mm:ss">
                  <c:v>0.54166666666666663</c:v>
                </c:pt>
                <c:pt idx="600" formatCode="h:mm:ss">
                  <c:v>0.54184027777777777</c:v>
                </c:pt>
                <c:pt idx="601" formatCode="h:mm:ss">
                  <c:v>0.54201388888888891</c:v>
                </c:pt>
                <c:pt idx="602" formatCode="h:mm:ss">
                  <c:v>0.54218750000000004</c:v>
                </c:pt>
                <c:pt idx="603" formatCode="h:mm:ss">
                  <c:v>0.54236111111111107</c:v>
                </c:pt>
                <c:pt idx="604" formatCode="h:mm:ss">
                  <c:v>0.54253472222222221</c:v>
                </c:pt>
                <c:pt idx="605" formatCode="h:mm:ss">
                  <c:v>0.54270833333333335</c:v>
                </c:pt>
                <c:pt idx="606" formatCode="h:mm:ss">
                  <c:v>0.54288194444444449</c:v>
                </c:pt>
                <c:pt idx="607" formatCode="h:mm:ss">
                  <c:v>0.54305555555555551</c:v>
                </c:pt>
                <c:pt idx="608" formatCode="h:mm:ss">
                  <c:v>0.54322916666666665</c:v>
                </c:pt>
                <c:pt idx="609" formatCode="h:mm:ss">
                  <c:v>0.54340277777777779</c:v>
                </c:pt>
                <c:pt idx="610" formatCode="h:mm:ss">
                  <c:v>0.54357638888888893</c:v>
                </c:pt>
                <c:pt idx="611" formatCode="h:mm:ss">
                  <c:v>0.54374999999999996</c:v>
                </c:pt>
                <c:pt idx="612" formatCode="h:mm:ss">
                  <c:v>0.54392361111111109</c:v>
                </c:pt>
                <c:pt idx="613" formatCode="h:mm:ss">
                  <c:v>0.54409722222222223</c:v>
                </c:pt>
                <c:pt idx="614" formatCode="h:mm:ss">
                  <c:v>0.54427083333333337</c:v>
                </c:pt>
                <c:pt idx="615" formatCode="h:mm:ss">
                  <c:v>0.5444444444444444</c:v>
                </c:pt>
                <c:pt idx="616" formatCode="h:mm:ss">
                  <c:v>0.54461805555555554</c:v>
                </c:pt>
                <c:pt idx="617" formatCode="h:mm:ss">
                  <c:v>0.54479166666666667</c:v>
                </c:pt>
                <c:pt idx="618" formatCode="h:mm:ss">
                  <c:v>0.54496527777777781</c:v>
                </c:pt>
                <c:pt idx="619" formatCode="h:mm:ss">
                  <c:v>0.54513888888888884</c:v>
                </c:pt>
                <c:pt idx="620" formatCode="h:mm:ss">
                  <c:v>0.54531249999999998</c:v>
                </c:pt>
                <c:pt idx="621" formatCode="h:mm:ss">
                  <c:v>0.54548611111111112</c:v>
                </c:pt>
                <c:pt idx="622" formatCode="h:mm:ss">
                  <c:v>0.54565972222222225</c:v>
                </c:pt>
                <c:pt idx="623" formatCode="h:mm:ss">
                  <c:v>0.54583333333333328</c:v>
                </c:pt>
                <c:pt idx="624" formatCode="h:mm:ss">
                  <c:v>0.54600694444444442</c:v>
                </c:pt>
                <c:pt idx="625" formatCode="h:mm:ss">
                  <c:v>0.54618055555555556</c:v>
                </c:pt>
                <c:pt idx="626" formatCode="h:mm:ss">
                  <c:v>0.5463541666666667</c:v>
                </c:pt>
                <c:pt idx="627" formatCode="h:mm:ss">
                  <c:v>0.54652777777777772</c:v>
                </c:pt>
                <c:pt idx="628" formatCode="h:mm:ss">
                  <c:v>0.54670138888888886</c:v>
                </c:pt>
                <c:pt idx="629" formatCode="h:mm:ss">
                  <c:v>0.546875</c:v>
                </c:pt>
                <c:pt idx="630" formatCode="h:mm:ss">
                  <c:v>0.54704861111111114</c:v>
                </c:pt>
                <c:pt idx="631" formatCode="h:mm:ss">
                  <c:v>0.54722222222222228</c:v>
                </c:pt>
                <c:pt idx="632" formatCode="h:mm:ss">
                  <c:v>0.5473958333333333</c:v>
                </c:pt>
                <c:pt idx="633" formatCode="h:mm:ss">
                  <c:v>0.54756944444444444</c:v>
                </c:pt>
                <c:pt idx="634" formatCode="h:mm:ss">
                  <c:v>0.54774305555555558</c:v>
                </c:pt>
                <c:pt idx="635" formatCode="h:mm:ss">
                  <c:v>0.54791666666666672</c:v>
                </c:pt>
                <c:pt idx="636" formatCode="h:mm:ss">
                  <c:v>0.54809027777777775</c:v>
                </c:pt>
                <c:pt idx="637" formatCode="h:mm:ss">
                  <c:v>0.54826388888888888</c:v>
                </c:pt>
                <c:pt idx="638" formatCode="h:mm:ss">
                  <c:v>0.54843750000000002</c:v>
                </c:pt>
                <c:pt idx="639" formatCode="h:mm:ss">
                  <c:v>0.54861111111111116</c:v>
                </c:pt>
                <c:pt idx="640" formatCode="h:mm:ss">
                  <c:v>0.54878472222222219</c:v>
                </c:pt>
                <c:pt idx="641" formatCode="h:mm:ss">
                  <c:v>0.54895833333333333</c:v>
                </c:pt>
                <c:pt idx="642" formatCode="h:mm:ss">
                  <c:v>0.54913194444444446</c:v>
                </c:pt>
                <c:pt idx="643" formatCode="h:mm:ss">
                  <c:v>0.5493055555555556</c:v>
                </c:pt>
                <c:pt idx="644" formatCode="h:mm:ss">
                  <c:v>0.54947916666666663</c:v>
                </c:pt>
                <c:pt idx="645" formatCode="h:mm:ss">
                  <c:v>0.54965277777777777</c:v>
                </c:pt>
                <c:pt idx="646" formatCode="h:mm:ss">
                  <c:v>0.54982638888888891</c:v>
                </c:pt>
                <c:pt idx="647" formatCode="h:mm:ss">
                  <c:v>0.55000000000000004</c:v>
                </c:pt>
                <c:pt idx="648" formatCode="h:mm:ss">
                  <c:v>0.55017361111111107</c:v>
                </c:pt>
                <c:pt idx="649" formatCode="h:mm:ss">
                  <c:v>0.55034722222222221</c:v>
                </c:pt>
                <c:pt idx="650" formatCode="h:mm:ss">
                  <c:v>0.55052083333333335</c:v>
                </c:pt>
                <c:pt idx="651" formatCode="h:mm:ss">
                  <c:v>0.55069444444444449</c:v>
                </c:pt>
                <c:pt idx="652" formatCode="h:mm:ss">
                  <c:v>0.55086805555555551</c:v>
                </c:pt>
                <c:pt idx="653" formatCode="h:mm:ss">
                  <c:v>0.55104166666666665</c:v>
                </c:pt>
                <c:pt idx="654" formatCode="h:mm:ss">
                  <c:v>0.55121527777777779</c:v>
                </c:pt>
                <c:pt idx="655" formatCode="h:mm:ss">
                  <c:v>0.55138888888888893</c:v>
                </c:pt>
                <c:pt idx="656" formatCode="h:mm:ss">
                  <c:v>0.55156249999999996</c:v>
                </c:pt>
                <c:pt idx="657" formatCode="h:mm:ss">
                  <c:v>0.55173611111111109</c:v>
                </c:pt>
                <c:pt idx="658" formatCode="h:mm:ss">
                  <c:v>0.55190972222222223</c:v>
                </c:pt>
                <c:pt idx="659" formatCode="h:mm:ss">
                  <c:v>0.55208333333333337</c:v>
                </c:pt>
                <c:pt idx="660" formatCode="h:mm:ss">
                  <c:v>0.5522569444444444</c:v>
                </c:pt>
                <c:pt idx="661" formatCode="h:mm:ss">
                  <c:v>0.55243055555555554</c:v>
                </c:pt>
                <c:pt idx="662" formatCode="h:mm:ss">
                  <c:v>0.55260416666666667</c:v>
                </c:pt>
                <c:pt idx="663" formatCode="h:mm:ss">
                  <c:v>0.55277777777777781</c:v>
                </c:pt>
                <c:pt idx="664" formatCode="h:mm:ss">
                  <c:v>0.55295138888888884</c:v>
                </c:pt>
                <c:pt idx="665" formatCode="h:mm:ss">
                  <c:v>0.55312499999999998</c:v>
                </c:pt>
                <c:pt idx="666" formatCode="h:mm:ss">
                  <c:v>0.55329861111111112</c:v>
                </c:pt>
                <c:pt idx="667" formatCode="h:mm:ss">
                  <c:v>0.55347222222222225</c:v>
                </c:pt>
                <c:pt idx="668" formatCode="h:mm:ss">
                  <c:v>0.55364583333333328</c:v>
                </c:pt>
                <c:pt idx="669" formatCode="h:mm:ss">
                  <c:v>0.55381944444444442</c:v>
                </c:pt>
                <c:pt idx="670" formatCode="h:mm:ss">
                  <c:v>0.55399305555555556</c:v>
                </c:pt>
                <c:pt idx="671" formatCode="h:mm:ss">
                  <c:v>0.5541666666666667</c:v>
                </c:pt>
                <c:pt idx="672" formatCode="h:mm:ss">
                  <c:v>0.55434027777777772</c:v>
                </c:pt>
                <c:pt idx="673" formatCode="h:mm:ss">
                  <c:v>0.55451388888888886</c:v>
                </c:pt>
                <c:pt idx="674" formatCode="h:mm:ss">
                  <c:v>0.5546875</c:v>
                </c:pt>
                <c:pt idx="675" formatCode="h:mm:ss">
                  <c:v>0.55486111111111114</c:v>
                </c:pt>
                <c:pt idx="676" formatCode="h:mm:ss">
                  <c:v>0.55503472222222228</c:v>
                </c:pt>
                <c:pt idx="677" formatCode="h:mm:ss">
                  <c:v>0.5552083333333333</c:v>
                </c:pt>
                <c:pt idx="678" formatCode="h:mm:ss">
                  <c:v>0.55538194444444444</c:v>
                </c:pt>
                <c:pt idx="679" formatCode="h:mm:ss">
                  <c:v>0.55555555555555558</c:v>
                </c:pt>
                <c:pt idx="680" formatCode="h:mm:ss">
                  <c:v>0.55572916666666672</c:v>
                </c:pt>
                <c:pt idx="681" formatCode="h:mm:ss">
                  <c:v>0.55590277777777775</c:v>
                </c:pt>
                <c:pt idx="682" formatCode="h:mm:ss">
                  <c:v>0.55607638888888888</c:v>
                </c:pt>
                <c:pt idx="683" formatCode="h:mm:ss">
                  <c:v>0.55625000000000002</c:v>
                </c:pt>
                <c:pt idx="684" formatCode="h:mm:ss">
                  <c:v>0.55642361111111116</c:v>
                </c:pt>
                <c:pt idx="685" formatCode="h:mm:ss">
                  <c:v>0.55659722222222219</c:v>
                </c:pt>
                <c:pt idx="686" formatCode="h:mm:ss">
                  <c:v>0.55677083333333333</c:v>
                </c:pt>
                <c:pt idx="687" formatCode="h:mm:ss">
                  <c:v>0.55694444444444446</c:v>
                </c:pt>
                <c:pt idx="688" formatCode="h:mm:ss">
                  <c:v>0.5571180555555556</c:v>
                </c:pt>
                <c:pt idx="689" formatCode="h:mm:ss">
                  <c:v>0.55729166666666663</c:v>
                </c:pt>
                <c:pt idx="690" formatCode="h:mm:ss">
                  <c:v>0.55746527777777777</c:v>
                </c:pt>
                <c:pt idx="691" formatCode="h:mm:ss">
                  <c:v>0.55763888888888891</c:v>
                </c:pt>
                <c:pt idx="692" formatCode="h:mm:ss">
                  <c:v>0.55781250000000004</c:v>
                </c:pt>
                <c:pt idx="693" formatCode="h:mm:ss">
                  <c:v>0.55798611111111107</c:v>
                </c:pt>
                <c:pt idx="694" formatCode="h:mm:ss">
                  <c:v>0.55815972222222221</c:v>
                </c:pt>
                <c:pt idx="695" formatCode="h:mm:ss">
                  <c:v>0.55833333333333335</c:v>
                </c:pt>
                <c:pt idx="696" formatCode="h:mm:ss">
                  <c:v>0.55850694444444449</c:v>
                </c:pt>
                <c:pt idx="697" formatCode="h:mm:ss">
                  <c:v>0.55868055555555551</c:v>
                </c:pt>
                <c:pt idx="698" formatCode="h:mm:ss">
                  <c:v>0.55885416666666665</c:v>
                </c:pt>
                <c:pt idx="699" formatCode="h:mm:ss">
                  <c:v>0.55902777777777779</c:v>
                </c:pt>
                <c:pt idx="700" formatCode="h:mm:ss">
                  <c:v>0.55920138888888893</c:v>
                </c:pt>
                <c:pt idx="701" formatCode="h:mm:ss">
                  <c:v>0.55937499999999996</c:v>
                </c:pt>
                <c:pt idx="702" formatCode="h:mm:ss">
                  <c:v>0.55954861111111109</c:v>
                </c:pt>
                <c:pt idx="703" formatCode="h:mm:ss">
                  <c:v>0.55972222222222223</c:v>
                </c:pt>
                <c:pt idx="704" formatCode="h:mm:ss">
                  <c:v>0.55989583333333337</c:v>
                </c:pt>
                <c:pt idx="705" formatCode="h:mm:ss">
                  <c:v>0.5600694444444444</c:v>
                </c:pt>
                <c:pt idx="706" formatCode="h:mm:ss">
                  <c:v>0.56024305555555554</c:v>
                </c:pt>
                <c:pt idx="707" formatCode="h:mm:ss">
                  <c:v>0.56041666666666667</c:v>
                </c:pt>
                <c:pt idx="708" formatCode="h:mm:ss">
                  <c:v>0.56059027777777781</c:v>
                </c:pt>
                <c:pt idx="709" formatCode="h:mm:ss">
                  <c:v>0.56076388888888884</c:v>
                </c:pt>
                <c:pt idx="710" formatCode="h:mm:ss">
                  <c:v>0.56093749999999998</c:v>
                </c:pt>
                <c:pt idx="711" formatCode="h:mm:ss">
                  <c:v>0.56111111111111112</c:v>
                </c:pt>
                <c:pt idx="712" formatCode="h:mm:ss">
                  <c:v>0.56128472222222225</c:v>
                </c:pt>
                <c:pt idx="713" formatCode="h:mm:ss">
                  <c:v>0.56145833333333328</c:v>
                </c:pt>
                <c:pt idx="714" formatCode="h:mm:ss">
                  <c:v>0.56163194444444442</c:v>
                </c:pt>
                <c:pt idx="715" formatCode="h:mm:ss">
                  <c:v>0.56180555555555556</c:v>
                </c:pt>
                <c:pt idx="716" formatCode="h:mm:ss">
                  <c:v>0.5619791666666667</c:v>
                </c:pt>
                <c:pt idx="717" formatCode="h:mm:ss">
                  <c:v>0.56215277777777772</c:v>
                </c:pt>
                <c:pt idx="718" formatCode="h:mm:ss">
                  <c:v>0.56232638888888886</c:v>
                </c:pt>
                <c:pt idx="719" formatCode="h:mm:ss">
                  <c:v>0.5625</c:v>
                </c:pt>
                <c:pt idx="720" formatCode="h:mm:ss">
                  <c:v>0.56267361111111114</c:v>
                </c:pt>
                <c:pt idx="721" formatCode="h:mm:ss">
                  <c:v>0.56284722222222228</c:v>
                </c:pt>
                <c:pt idx="722" formatCode="h:mm:ss">
                  <c:v>0.5630208333333333</c:v>
                </c:pt>
                <c:pt idx="723" formatCode="h:mm:ss">
                  <c:v>0.56319444444444444</c:v>
                </c:pt>
                <c:pt idx="724" formatCode="h:mm:ss">
                  <c:v>0.56336805555555558</c:v>
                </c:pt>
                <c:pt idx="725" formatCode="h:mm:ss">
                  <c:v>0.56354166666666672</c:v>
                </c:pt>
                <c:pt idx="726" formatCode="h:mm:ss">
                  <c:v>0.56371527777777775</c:v>
                </c:pt>
                <c:pt idx="727" formatCode="h:mm:ss">
                  <c:v>0.56388888888888888</c:v>
                </c:pt>
                <c:pt idx="728" formatCode="h:mm:ss">
                  <c:v>0.56406250000000002</c:v>
                </c:pt>
                <c:pt idx="729" formatCode="h:mm:ss">
                  <c:v>0.56423611111111116</c:v>
                </c:pt>
                <c:pt idx="730" formatCode="h:mm:ss">
                  <c:v>0.56440972222222219</c:v>
                </c:pt>
                <c:pt idx="731" formatCode="h:mm:ss">
                  <c:v>0.56458333333333333</c:v>
                </c:pt>
                <c:pt idx="732" formatCode="h:mm:ss">
                  <c:v>0.56475694444444446</c:v>
                </c:pt>
                <c:pt idx="733" formatCode="h:mm:ss">
                  <c:v>0.5649305555555556</c:v>
                </c:pt>
                <c:pt idx="734" formatCode="h:mm:ss">
                  <c:v>0.56510416666666663</c:v>
                </c:pt>
                <c:pt idx="735" formatCode="h:mm:ss">
                  <c:v>0.56527777777777777</c:v>
                </c:pt>
                <c:pt idx="736" formatCode="h:mm:ss">
                  <c:v>0.56545138888888891</c:v>
                </c:pt>
                <c:pt idx="737" formatCode="h:mm:ss">
                  <c:v>0.56562500000000004</c:v>
                </c:pt>
                <c:pt idx="738" formatCode="h:mm:ss">
                  <c:v>0.56579861111111107</c:v>
                </c:pt>
                <c:pt idx="739" formatCode="h:mm:ss">
                  <c:v>0.56597222222222221</c:v>
                </c:pt>
                <c:pt idx="740" formatCode="h:mm:ss">
                  <c:v>0.56614583333333335</c:v>
                </c:pt>
                <c:pt idx="741" formatCode="h:mm:ss">
                  <c:v>0.56631944444444449</c:v>
                </c:pt>
                <c:pt idx="742" formatCode="h:mm:ss">
                  <c:v>0.56649305555555551</c:v>
                </c:pt>
                <c:pt idx="743" formatCode="h:mm:ss">
                  <c:v>0.56666666666666665</c:v>
                </c:pt>
                <c:pt idx="744" formatCode="h:mm:ss">
                  <c:v>0.56684027777777779</c:v>
                </c:pt>
                <c:pt idx="745" formatCode="h:mm:ss">
                  <c:v>0.56701388888888893</c:v>
                </c:pt>
                <c:pt idx="746" formatCode="h:mm:ss">
                  <c:v>0.56718749999999996</c:v>
                </c:pt>
                <c:pt idx="747" formatCode="h:mm:ss">
                  <c:v>0.56736111111111109</c:v>
                </c:pt>
                <c:pt idx="748" formatCode="h:mm:ss">
                  <c:v>0.56753472222222223</c:v>
                </c:pt>
                <c:pt idx="749" formatCode="h:mm:ss">
                  <c:v>0.56770833333333337</c:v>
                </c:pt>
                <c:pt idx="750" formatCode="h:mm:ss">
                  <c:v>0.5678819444444444</c:v>
                </c:pt>
                <c:pt idx="751" formatCode="h:mm:ss">
                  <c:v>0.56805555555555554</c:v>
                </c:pt>
                <c:pt idx="752" formatCode="h:mm:ss">
                  <c:v>0.56822916666666667</c:v>
                </c:pt>
                <c:pt idx="753" formatCode="h:mm:ss">
                  <c:v>0.56840277777777781</c:v>
                </c:pt>
                <c:pt idx="754" formatCode="h:mm:ss">
                  <c:v>0.56857638888888884</c:v>
                </c:pt>
                <c:pt idx="755" formatCode="h:mm:ss">
                  <c:v>0.56874999999999998</c:v>
                </c:pt>
                <c:pt idx="756" formatCode="h:mm:ss">
                  <c:v>0.56892361111111112</c:v>
                </c:pt>
                <c:pt idx="757" formatCode="h:mm:ss">
                  <c:v>0.56909722222222225</c:v>
                </c:pt>
                <c:pt idx="758" formatCode="h:mm:ss">
                  <c:v>0.56927083333333328</c:v>
                </c:pt>
                <c:pt idx="759" formatCode="h:mm:ss">
                  <c:v>0.56944444444444442</c:v>
                </c:pt>
                <c:pt idx="760" formatCode="h:mm:ss">
                  <c:v>0.56961805555555556</c:v>
                </c:pt>
                <c:pt idx="761" formatCode="h:mm:ss">
                  <c:v>0.5697916666666667</c:v>
                </c:pt>
                <c:pt idx="762" formatCode="h:mm:ss">
                  <c:v>0.56996527777777772</c:v>
                </c:pt>
                <c:pt idx="763" formatCode="h:mm:ss">
                  <c:v>0.57013888888888886</c:v>
                </c:pt>
                <c:pt idx="764" formatCode="h:mm:ss">
                  <c:v>0.5703125</c:v>
                </c:pt>
                <c:pt idx="765" formatCode="h:mm:ss">
                  <c:v>0.57048611111111114</c:v>
                </c:pt>
                <c:pt idx="766" formatCode="h:mm:ss">
                  <c:v>0.57065972222222228</c:v>
                </c:pt>
                <c:pt idx="767" formatCode="h:mm:ss">
                  <c:v>0.5708333333333333</c:v>
                </c:pt>
                <c:pt idx="768" formatCode="h:mm:ss">
                  <c:v>0.57100694444444444</c:v>
                </c:pt>
                <c:pt idx="769" formatCode="h:mm:ss">
                  <c:v>0.57118055555555558</c:v>
                </c:pt>
                <c:pt idx="770" formatCode="h:mm:ss">
                  <c:v>0.57135416666666672</c:v>
                </c:pt>
                <c:pt idx="771" formatCode="h:mm:ss">
                  <c:v>0.57152777777777775</c:v>
                </c:pt>
                <c:pt idx="772" formatCode="h:mm:ss">
                  <c:v>0.57170138888888888</c:v>
                </c:pt>
                <c:pt idx="773" formatCode="h:mm:ss">
                  <c:v>0.57187500000000002</c:v>
                </c:pt>
                <c:pt idx="774" formatCode="h:mm:ss">
                  <c:v>0.57204861111111116</c:v>
                </c:pt>
                <c:pt idx="775" formatCode="h:mm:ss">
                  <c:v>0.57222222222222219</c:v>
                </c:pt>
                <c:pt idx="776" formatCode="h:mm:ss">
                  <c:v>0.57239583333333333</c:v>
                </c:pt>
                <c:pt idx="777" formatCode="h:mm:ss">
                  <c:v>0.57256944444444446</c:v>
                </c:pt>
                <c:pt idx="778" formatCode="h:mm:ss">
                  <c:v>0.5727430555555556</c:v>
                </c:pt>
                <c:pt idx="779" formatCode="h:mm:ss">
                  <c:v>0.57291666666666663</c:v>
                </c:pt>
                <c:pt idx="780" formatCode="h:mm:ss">
                  <c:v>0.57309027777777777</c:v>
                </c:pt>
                <c:pt idx="781" formatCode="h:mm:ss">
                  <c:v>0.57326388888888891</c:v>
                </c:pt>
                <c:pt idx="782" formatCode="h:mm:ss">
                  <c:v>0.57343750000000004</c:v>
                </c:pt>
                <c:pt idx="783" formatCode="h:mm:ss">
                  <c:v>0.57361111111111107</c:v>
                </c:pt>
                <c:pt idx="784" formatCode="h:mm:ss">
                  <c:v>0.57378472222222221</c:v>
                </c:pt>
                <c:pt idx="785" formatCode="h:mm:ss">
                  <c:v>0.57395833333333335</c:v>
                </c:pt>
                <c:pt idx="786" formatCode="h:mm:ss">
                  <c:v>0.57413194444444449</c:v>
                </c:pt>
                <c:pt idx="787" formatCode="h:mm:ss">
                  <c:v>0.57430555555555551</c:v>
                </c:pt>
                <c:pt idx="788" formatCode="h:mm:ss">
                  <c:v>0.57447916666666665</c:v>
                </c:pt>
                <c:pt idx="789" formatCode="h:mm:ss">
                  <c:v>0.57465277777777779</c:v>
                </c:pt>
                <c:pt idx="790" formatCode="h:mm:ss">
                  <c:v>0.57482638888888893</c:v>
                </c:pt>
                <c:pt idx="791" formatCode="h:mm:ss">
                  <c:v>0.57499999999999996</c:v>
                </c:pt>
                <c:pt idx="792" formatCode="h:mm:ss">
                  <c:v>0.57517361111111109</c:v>
                </c:pt>
                <c:pt idx="793" formatCode="h:mm:ss">
                  <c:v>0.57534722222222223</c:v>
                </c:pt>
                <c:pt idx="794" formatCode="h:mm:ss">
                  <c:v>0.57552083333333337</c:v>
                </c:pt>
                <c:pt idx="795" formatCode="h:mm:ss">
                  <c:v>0.5756944444444444</c:v>
                </c:pt>
                <c:pt idx="796" formatCode="h:mm:ss">
                  <c:v>0.57586805555555554</c:v>
                </c:pt>
                <c:pt idx="797" formatCode="h:mm:ss">
                  <c:v>0.57604166666666667</c:v>
                </c:pt>
                <c:pt idx="798" formatCode="h:mm:ss">
                  <c:v>0.57621527777777781</c:v>
                </c:pt>
                <c:pt idx="799" formatCode="h:mm:ss">
                  <c:v>0.57638888888888884</c:v>
                </c:pt>
                <c:pt idx="800" formatCode="h:mm:ss">
                  <c:v>0.57656249999999998</c:v>
                </c:pt>
                <c:pt idx="801" formatCode="h:mm:ss">
                  <c:v>0.57673611111111112</c:v>
                </c:pt>
                <c:pt idx="802" formatCode="h:mm:ss">
                  <c:v>0.57690972222222225</c:v>
                </c:pt>
                <c:pt idx="803" formatCode="h:mm:ss">
                  <c:v>0.57708333333333328</c:v>
                </c:pt>
                <c:pt idx="804" formatCode="h:mm:ss">
                  <c:v>0.57725694444444442</c:v>
                </c:pt>
                <c:pt idx="805" formatCode="h:mm:ss">
                  <c:v>0.57743055555555556</c:v>
                </c:pt>
                <c:pt idx="806" formatCode="h:mm:ss">
                  <c:v>0.5776041666666667</c:v>
                </c:pt>
                <c:pt idx="807" formatCode="h:mm:ss">
                  <c:v>0.57777777777777772</c:v>
                </c:pt>
                <c:pt idx="808" formatCode="h:mm:ss">
                  <c:v>0.57795138888888886</c:v>
                </c:pt>
                <c:pt idx="809" formatCode="h:mm:ss">
                  <c:v>0.578125</c:v>
                </c:pt>
                <c:pt idx="810" formatCode="h:mm:ss">
                  <c:v>0.57829861111111114</c:v>
                </c:pt>
                <c:pt idx="811" formatCode="h:mm:ss">
                  <c:v>0.57847222222222228</c:v>
                </c:pt>
                <c:pt idx="812" formatCode="h:mm:ss">
                  <c:v>0.5786458333333333</c:v>
                </c:pt>
                <c:pt idx="813" formatCode="h:mm:ss">
                  <c:v>0.57881944444444444</c:v>
                </c:pt>
                <c:pt idx="814" formatCode="h:mm:ss">
                  <c:v>0.57899305555555558</c:v>
                </c:pt>
                <c:pt idx="815" formatCode="h:mm:ss">
                  <c:v>0.57916666666666672</c:v>
                </c:pt>
                <c:pt idx="816" formatCode="h:mm:ss">
                  <c:v>0.57934027777777775</c:v>
                </c:pt>
                <c:pt idx="817" formatCode="h:mm:ss">
                  <c:v>0.57951388888888888</c:v>
                </c:pt>
                <c:pt idx="818" formatCode="h:mm:ss">
                  <c:v>0.57968750000000002</c:v>
                </c:pt>
                <c:pt idx="819" formatCode="h:mm:ss">
                  <c:v>0.57986111111111116</c:v>
                </c:pt>
                <c:pt idx="820" formatCode="h:mm:ss">
                  <c:v>0.58003472222222219</c:v>
                </c:pt>
                <c:pt idx="821" formatCode="h:mm:ss">
                  <c:v>0.58020833333333333</c:v>
                </c:pt>
                <c:pt idx="822" formatCode="h:mm:ss">
                  <c:v>0.58038194444444446</c:v>
                </c:pt>
                <c:pt idx="823" formatCode="h:mm:ss">
                  <c:v>0.5805555555555556</c:v>
                </c:pt>
                <c:pt idx="824" formatCode="h:mm:ss">
                  <c:v>0.58072916666666663</c:v>
                </c:pt>
                <c:pt idx="825" formatCode="h:mm:ss">
                  <c:v>0.58090277777777777</c:v>
                </c:pt>
                <c:pt idx="826" formatCode="h:mm:ss">
                  <c:v>0.58107638888888891</c:v>
                </c:pt>
                <c:pt idx="827" formatCode="h:mm:ss">
                  <c:v>0.58125000000000004</c:v>
                </c:pt>
                <c:pt idx="828" formatCode="h:mm:ss">
                  <c:v>0.58142361111111107</c:v>
                </c:pt>
                <c:pt idx="829" formatCode="h:mm:ss">
                  <c:v>0.58159722222222221</c:v>
                </c:pt>
                <c:pt idx="830" formatCode="h:mm:ss">
                  <c:v>0.58177083333333335</c:v>
                </c:pt>
                <c:pt idx="831" formatCode="h:mm:ss">
                  <c:v>0.58194444444444449</c:v>
                </c:pt>
                <c:pt idx="832" formatCode="h:mm:ss">
                  <c:v>0.58211805555555551</c:v>
                </c:pt>
                <c:pt idx="833" formatCode="h:mm:ss">
                  <c:v>0.58229166666666665</c:v>
                </c:pt>
                <c:pt idx="834" formatCode="h:mm:ss">
                  <c:v>0.58246527777777779</c:v>
                </c:pt>
                <c:pt idx="835" formatCode="h:mm:ss">
                  <c:v>0.58263888888888893</c:v>
                </c:pt>
                <c:pt idx="836" formatCode="h:mm:ss">
                  <c:v>0.58281249999999996</c:v>
                </c:pt>
                <c:pt idx="837" formatCode="h:mm:ss">
                  <c:v>0.58298611111111109</c:v>
                </c:pt>
                <c:pt idx="838" formatCode="h:mm:ss">
                  <c:v>0.58315972222222223</c:v>
                </c:pt>
                <c:pt idx="839" formatCode="h:mm:ss">
                  <c:v>0.58333333333333337</c:v>
                </c:pt>
                <c:pt idx="840" formatCode="h:mm:ss">
                  <c:v>0.5835069444444444</c:v>
                </c:pt>
                <c:pt idx="841" formatCode="h:mm:ss">
                  <c:v>0.58368055555555554</c:v>
                </c:pt>
                <c:pt idx="842" formatCode="h:mm:ss">
                  <c:v>0.58385416666666667</c:v>
                </c:pt>
                <c:pt idx="843" formatCode="h:mm:ss">
                  <c:v>0.58402777777777781</c:v>
                </c:pt>
                <c:pt idx="844" formatCode="h:mm:ss">
                  <c:v>0.58420138888888884</c:v>
                </c:pt>
                <c:pt idx="845" formatCode="h:mm:ss">
                  <c:v>0.58437499999999998</c:v>
                </c:pt>
                <c:pt idx="846" formatCode="h:mm:ss">
                  <c:v>0.58454861111111112</c:v>
                </c:pt>
                <c:pt idx="847" formatCode="h:mm:ss">
                  <c:v>0.58472222222222225</c:v>
                </c:pt>
                <c:pt idx="848" formatCode="h:mm:ss">
                  <c:v>0.58489583333333328</c:v>
                </c:pt>
                <c:pt idx="849" formatCode="h:mm:ss">
                  <c:v>0.58506944444444442</c:v>
                </c:pt>
                <c:pt idx="850" formatCode="h:mm:ss">
                  <c:v>0.58524305555555556</c:v>
                </c:pt>
                <c:pt idx="851" formatCode="h:mm:ss">
                  <c:v>0.5854166666666667</c:v>
                </c:pt>
                <c:pt idx="852" formatCode="h:mm:ss">
                  <c:v>0.58559027777777772</c:v>
                </c:pt>
                <c:pt idx="853" formatCode="h:mm:ss">
                  <c:v>0.58576388888888886</c:v>
                </c:pt>
                <c:pt idx="854" formatCode="h:mm:ss">
                  <c:v>0.5859375</c:v>
                </c:pt>
                <c:pt idx="855" formatCode="h:mm:ss">
                  <c:v>0.58611111111111114</c:v>
                </c:pt>
                <c:pt idx="856" formatCode="h:mm:ss">
                  <c:v>0.58628472222222228</c:v>
                </c:pt>
                <c:pt idx="857" formatCode="h:mm:ss">
                  <c:v>0.5864583333333333</c:v>
                </c:pt>
                <c:pt idx="858" formatCode="h:mm:ss">
                  <c:v>0.58663194444444444</c:v>
                </c:pt>
                <c:pt idx="859" formatCode="h:mm:ss">
                  <c:v>0.58680555555555558</c:v>
                </c:pt>
                <c:pt idx="860" formatCode="h:mm:ss">
                  <c:v>0.58697916666666672</c:v>
                </c:pt>
                <c:pt idx="861" formatCode="h:mm:ss">
                  <c:v>0.58715277777777775</c:v>
                </c:pt>
                <c:pt idx="862" formatCode="h:mm:ss">
                  <c:v>0.58732638888888888</c:v>
                </c:pt>
                <c:pt idx="863" formatCode="h:mm:ss">
                  <c:v>0.58750000000000002</c:v>
                </c:pt>
                <c:pt idx="864" formatCode="h:mm:ss">
                  <c:v>0.58767361111111116</c:v>
                </c:pt>
                <c:pt idx="865" formatCode="h:mm:ss">
                  <c:v>0.58784722222222219</c:v>
                </c:pt>
                <c:pt idx="866" formatCode="h:mm:ss">
                  <c:v>0.58802083333333333</c:v>
                </c:pt>
                <c:pt idx="867" formatCode="h:mm:ss">
                  <c:v>0.58819444444444446</c:v>
                </c:pt>
                <c:pt idx="868" formatCode="h:mm:ss">
                  <c:v>0.5883680555555556</c:v>
                </c:pt>
                <c:pt idx="869" formatCode="h:mm:ss">
                  <c:v>0.58854166666666663</c:v>
                </c:pt>
                <c:pt idx="870" formatCode="h:mm:ss">
                  <c:v>0.58871527777777777</c:v>
                </c:pt>
                <c:pt idx="871" formatCode="h:mm:ss">
                  <c:v>0.58888888888888891</c:v>
                </c:pt>
                <c:pt idx="872" formatCode="h:mm:ss">
                  <c:v>0.58906250000000004</c:v>
                </c:pt>
                <c:pt idx="873" formatCode="h:mm:ss">
                  <c:v>0.58923611111111107</c:v>
                </c:pt>
                <c:pt idx="874" formatCode="h:mm:ss">
                  <c:v>0.58940972222222221</c:v>
                </c:pt>
                <c:pt idx="875" formatCode="h:mm:ss">
                  <c:v>0.58958333333333335</c:v>
                </c:pt>
                <c:pt idx="876" formatCode="h:mm:ss">
                  <c:v>0.58975694444444449</c:v>
                </c:pt>
                <c:pt idx="877" formatCode="h:mm:ss">
                  <c:v>0.58993055555555551</c:v>
                </c:pt>
                <c:pt idx="878" formatCode="h:mm:ss">
                  <c:v>0.59010416666666665</c:v>
                </c:pt>
                <c:pt idx="879" formatCode="h:mm:ss">
                  <c:v>0.59027777777777779</c:v>
                </c:pt>
                <c:pt idx="880" formatCode="h:mm:ss">
                  <c:v>0.59045138888888893</c:v>
                </c:pt>
                <c:pt idx="881" formatCode="h:mm:ss">
                  <c:v>0.59062499999999996</c:v>
                </c:pt>
                <c:pt idx="882" formatCode="h:mm:ss">
                  <c:v>0.59079861111111109</c:v>
                </c:pt>
                <c:pt idx="883" formatCode="h:mm:ss">
                  <c:v>0.59097222222222223</c:v>
                </c:pt>
                <c:pt idx="884" formatCode="h:mm:ss">
                  <c:v>0.59114583333333337</c:v>
                </c:pt>
                <c:pt idx="885" formatCode="h:mm:ss">
                  <c:v>0.5913194444444444</c:v>
                </c:pt>
                <c:pt idx="886" formatCode="h:mm:ss">
                  <c:v>0.59149305555555554</c:v>
                </c:pt>
                <c:pt idx="887" formatCode="h:mm:ss">
                  <c:v>0.59166666666666667</c:v>
                </c:pt>
                <c:pt idx="888" formatCode="h:mm:ss">
                  <c:v>0.59184027777777781</c:v>
                </c:pt>
                <c:pt idx="889" formatCode="h:mm:ss">
                  <c:v>0.59201388888888884</c:v>
                </c:pt>
                <c:pt idx="890" formatCode="h:mm:ss">
                  <c:v>0.59218749999999998</c:v>
                </c:pt>
                <c:pt idx="891" formatCode="h:mm:ss">
                  <c:v>0.59236111111111112</c:v>
                </c:pt>
                <c:pt idx="892" formatCode="h:mm:ss">
                  <c:v>0.59253472222222225</c:v>
                </c:pt>
                <c:pt idx="893" formatCode="h:mm:ss">
                  <c:v>0.59270833333333328</c:v>
                </c:pt>
                <c:pt idx="894" formatCode="h:mm:ss">
                  <c:v>0.59288194444444442</c:v>
                </c:pt>
                <c:pt idx="895" formatCode="h:mm:ss">
                  <c:v>0.59305555555555556</c:v>
                </c:pt>
                <c:pt idx="896" formatCode="h:mm:ss">
                  <c:v>0.5932291666666667</c:v>
                </c:pt>
                <c:pt idx="897" formatCode="h:mm:ss">
                  <c:v>0.59340277777777772</c:v>
                </c:pt>
                <c:pt idx="898" formatCode="h:mm:ss">
                  <c:v>0.59357638888888886</c:v>
                </c:pt>
                <c:pt idx="899" formatCode="h:mm:ss">
                  <c:v>0.59375</c:v>
                </c:pt>
                <c:pt idx="900" formatCode="h:mm:ss">
                  <c:v>0.59392361111111114</c:v>
                </c:pt>
                <c:pt idx="901" formatCode="h:mm:ss">
                  <c:v>0.59409722222222228</c:v>
                </c:pt>
                <c:pt idx="902" formatCode="h:mm:ss">
                  <c:v>0.5942708333333333</c:v>
                </c:pt>
                <c:pt idx="903" formatCode="h:mm:ss">
                  <c:v>0.59444444444444444</c:v>
                </c:pt>
                <c:pt idx="904" formatCode="h:mm:ss">
                  <c:v>0.59461805555555558</c:v>
                </c:pt>
                <c:pt idx="905" formatCode="h:mm:ss">
                  <c:v>0.59479166666666672</c:v>
                </c:pt>
                <c:pt idx="906" formatCode="h:mm:ss">
                  <c:v>0.59496527777777775</c:v>
                </c:pt>
                <c:pt idx="907" formatCode="h:mm:ss">
                  <c:v>0.59513888888888888</c:v>
                </c:pt>
                <c:pt idx="908" formatCode="h:mm:ss">
                  <c:v>0.59531250000000002</c:v>
                </c:pt>
                <c:pt idx="909" formatCode="h:mm:ss">
                  <c:v>0.59548611111111116</c:v>
                </c:pt>
                <c:pt idx="910" formatCode="h:mm:ss">
                  <c:v>0.59565972222222219</c:v>
                </c:pt>
                <c:pt idx="911" formatCode="h:mm:ss">
                  <c:v>0.59583333333333333</c:v>
                </c:pt>
                <c:pt idx="912" formatCode="h:mm:ss">
                  <c:v>0.59600694444444446</c:v>
                </c:pt>
                <c:pt idx="913" formatCode="h:mm:ss">
                  <c:v>0.5961805555555556</c:v>
                </c:pt>
                <c:pt idx="914" formatCode="h:mm:ss">
                  <c:v>0.59635416666666663</c:v>
                </c:pt>
                <c:pt idx="915" formatCode="h:mm:ss">
                  <c:v>0.59652777777777777</c:v>
                </c:pt>
                <c:pt idx="916" formatCode="h:mm:ss">
                  <c:v>0.59670138888888891</c:v>
                </c:pt>
                <c:pt idx="917" formatCode="h:mm:ss">
                  <c:v>0.59687500000000004</c:v>
                </c:pt>
                <c:pt idx="918" formatCode="h:mm:ss">
                  <c:v>0.59704861111111107</c:v>
                </c:pt>
                <c:pt idx="919" formatCode="h:mm:ss">
                  <c:v>0.59722222222222221</c:v>
                </c:pt>
                <c:pt idx="920" formatCode="h:mm:ss">
                  <c:v>0.59739583333333335</c:v>
                </c:pt>
                <c:pt idx="921" formatCode="h:mm:ss">
                  <c:v>0.59756944444444449</c:v>
                </c:pt>
                <c:pt idx="922" formatCode="h:mm:ss">
                  <c:v>0.59774305555555551</c:v>
                </c:pt>
                <c:pt idx="923" formatCode="h:mm:ss">
                  <c:v>0.59791666666666665</c:v>
                </c:pt>
                <c:pt idx="924" formatCode="h:mm:ss">
                  <c:v>0.59809027777777779</c:v>
                </c:pt>
                <c:pt idx="925" formatCode="h:mm:ss">
                  <c:v>0.59826388888888893</c:v>
                </c:pt>
                <c:pt idx="926" formatCode="h:mm:ss">
                  <c:v>0.59843749999999996</c:v>
                </c:pt>
                <c:pt idx="927" formatCode="h:mm:ss">
                  <c:v>0.59861111111111109</c:v>
                </c:pt>
                <c:pt idx="928" formatCode="h:mm:ss">
                  <c:v>0.59878472222222223</c:v>
                </c:pt>
                <c:pt idx="929" formatCode="h:mm:ss">
                  <c:v>0.59895833333333337</c:v>
                </c:pt>
                <c:pt idx="930" formatCode="h:mm:ss">
                  <c:v>0.5991319444444444</c:v>
                </c:pt>
                <c:pt idx="931" formatCode="h:mm:ss">
                  <c:v>0.59930555555555554</c:v>
                </c:pt>
                <c:pt idx="932" formatCode="h:mm:ss">
                  <c:v>0.59947916666666667</c:v>
                </c:pt>
                <c:pt idx="933" formatCode="h:mm:ss">
                  <c:v>0.59965277777777781</c:v>
                </c:pt>
                <c:pt idx="934" formatCode="h:mm:ss">
                  <c:v>0.59982638888888884</c:v>
                </c:pt>
                <c:pt idx="935" formatCode="h:mm:ss">
                  <c:v>0.6</c:v>
                </c:pt>
                <c:pt idx="936" formatCode="h:mm:ss">
                  <c:v>0.60017361111111112</c:v>
                </c:pt>
                <c:pt idx="937" formatCode="h:mm:ss">
                  <c:v>0.60034722222222225</c:v>
                </c:pt>
                <c:pt idx="938" formatCode="h:mm:ss">
                  <c:v>0.60052083333333328</c:v>
                </c:pt>
                <c:pt idx="939" formatCode="h:mm:ss">
                  <c:v>0.60069444444444442</c:v>
                </c:pt>
                <c:pt idx="940" formatCode="h:mm:ss">
                  <c:v>0.60086805555555556</c:v>
                </c:pt>
                <c:pt idx="941" formatCode="h:mm:ss">
                  <c:v>0.6010416666666667</c:v>
                </c:pt>
                <c:pt idx="942" formatCode="h:mm:ss">
                  <c:v>0.60121527777777772</c:v>
                </c:pt>
                <c:pt idx="943" formatCode="h:mm:ss">
                  <c:v>0.60138888888888886</c:v>
                </c:pt>
                <c:pt idx="944" formatCode="h:mm:ss">
                  <c:v>0.6015625</c:v>
                </c:pt>
                <c:pt idx="945" formatCode="h:mm:ss">
                  <c:v>0.60173611111111114</c:v>
                </c:pt>
                <c:pt idx="946" formatCode="h:mm:ss">
                  <c:v>0.60190972222222228</c:v>
                </c:pt>
                <c:pt idx="947" formatCode="h:mm:ss">
                  <c:v>0.6020833333333333</c:v>
                </c:pt>
                <c:pt idx="948" formatCode="h:mm:ss">
                  <c:v>0.60225694444444444</c:v>
                </c:pt>
                <c:pt idx="949" formatCode="h:mm:ss">
                  <c:v>0.60243055555555558</c:v>
                </c:pt>
                <c:pt idx="950" formatCode="h:mm:ss">
                  <c:v>0.60260416666666672</c:v>
                </c:pt>
                <c:pt idx="951" formatCode="h:mm:ss">
                  <c:v>0.60277777777777775</c:v>
                </c:pt>
                <c:pt idx="952" formatCode="h:mm:ss">
                  <c:v>0.60295138888888888</c:v>
                </c:pt>
                <c:pt idx="953" formatCode="h:mm:ss">
                  <c:v>0.60312500000000002</c:v>
                </c:pt>
                <c:pt idx="954" formatCode="h:mm:ss">
                  <c:v>0.60329861111111116</c:v>
                </c:pt>
                <c:pt idx="955" formatCode="h:mm:ss">
                  <c:v>0.60347222222222219</c:v>
                </c:pt>
                <c:pt idx="956" formatCode="h:mm:ss">
                  <c:v>0.60364583333333333</c:v>
                </c:pt>
                <c:pt idx="957" formatCode="h:mm:ss">
                  <c:v>0.60381944444444446</c:v>
                </c:pt>
                <c:pt idx="958" formatCode="h:mm:ss">
                  <c:v>0.6039930555555556</c:v>
                </c:pt>
                <c:pt idx="959" formatCode="h:mm:ss">
                  <c:v>0.60416666666666663</c:v>
                </c:pt>
                <c:pt idx="960" formatCode="h:mm:ss">
                  <c:v>0.60434027777777777</c:v>
                </c:pt>
                <c:pt idx="961" formatCode="h:mm:ss">
                  <c:v>0.60451388888888891</c:v>
                </c:pt>
                <c:pt idx="962" formatCode="h:mm:ss">
                  <c:v>0.60468750000000004</c:v>
                </c:pt>
                <c:pt idx="963" formatCode="h:mm:ss">
                  <c:v>0.60486111111111107</c:v>
                </c:pt>
                <c:pt idx="964" formatCode="h:mm:ss">
                  <c:v>0.60503472222222221</c:v>
                </c:pt>
                <c:pt idx="965" formatCode="h:mm:ss">
                  <c:v>0.60520833333333335</c:v>
                </c:pt>
                <c:pt idx="966" formatCode="h:mm:ss">
                  <c:v>0.60538194444444449</c:v>
                </c:pt>
                <c:pt idx="967" formatCode="h:mm:ss">
                  <c:v>0.60555555555555551</c:v>
                </c:pt>
                <c:pt idx="968" formatCode="h:mm:ss">
                  <c:v>0.60572916666666665</c:v>
                </c:pt>
                <c:pt idx="969" formatCode="h:mm:ss">
                  <c:v>0.60590277777777779</c:v>
                </c:pt>
                <c:pt idx="970" formatCode="h:mm:ss">
                  <c:v>0.60607638888888893</c:v>
                </c:pt>
                <c:pt idx="971" formatCode="h:mm:ss">
                  <c:v>0.60624999999999996</c:v>
                </c:pt>
                <c:pt idx="972" formatCode="h:mm:ss">
                  <c:v>0.60642361111111109</c:v>
                </c:pt>
                <c:pt idx="973" formatCode="h:mm:ss">
                  <c:v>0.60659722222222223</c:v>
                </c:pt>
                <c:pt idx="974" formatCode="h:mm:ss">
                  <c:v>0.60677083333333337</c:v>
                </c:pt>
                <c:pt idx="975" formatCode="h:mm:ss">
                  <c:v>0.6069444444444444</c:v>
                </c:pt>
                <c:pt idx="976" formatCode="h:mm:ss">
                  <c:v>0.60711805555555554</c:v>
                </c:pt>
                <c:pt idx="977" formatCode="h:mm:ss">
                  <c:v>0.60729166666666667</c:v>
                </c:pt>
                <c:pt idx="978" formatCode="h:mm:ss">
                  <c:v>0.60746527777777781</c:v>
                </c:pt>
                <c:pt idx="979" formatCode="h:mm:ss">
                  <c:v>0.60763888888888884</c:v>
                </c:pt>
                <c:pt idx="980" formatCode="h:mm:ss">
                  <c:v>0.60781249999999998</c:v>
                </c:pt>
                <c:pt idx="981" formatCode="h:mm:ss">
                  <c:v>0.60798611111111112</c:v>
                </c:pt>
                <c:pt idx="982" formatCode="h:mm:ss">
                  <c:v>0.60815972222222225</c:v>
                </c:pt>
                <c:pt idx="983" formatCode="h:mm:ss">
                  <c:v>0.60833333333333328</c:v>
                </c:pt>
                <c:pt idx="984" formatCode="h:mm:ss">
                  <c:v>0.60850694444444442</c:v>
                </c:pt>
                <c:pt idx="985" formatCode="h:mm:ss">
                  <c:v>0.60868055555555556</c:v>
                </c:pt>
                <c:pt idx="986" formatCode="h:mm:ss">
                  <c:v>0.6088541666666667</c:v>
                </c:pt>
                <c:pt idx="987" formatCode="h:mm:ss">
                  <c:v>0.60902777777777772</c:v>
                </c:pt>
                <c:pt idx="988" formatCode="h:mm:ss">
                  <c:v>0.60920138888888886</c:v>
                </c:pt>
                <c:pt idx="989" formatCode="h:mm:ss">
                  <c:v>0.609375</c:v>
                </c:pt>
                <c:pt idx="990" formatCode="h:mm:ss">
                  <c:v>0.60954861111111114</c:v>
                </c:pt>
                <c:pt idx="991" formatCode="h:mm:ss">
                  <c:v>0.60972222222222228</c:v>
                </c:pt>
                <c:pt idx="992" formatCode="h:mm:ss">
                  <c:v>0.6098958333333333</c:v>
                </c:pt>
                <c:pt idx="993" formatCode="h:mm:ss">
                  <c:v>0.61006944444444444</c:v>
                </c:pt>
                <c:pt idx="994" formatCode="h:mm:ss">
                  <c:v>0.61024305555555558</c:v>
                </c:pt>
                <c:pt idx="995" formatCode="h:mm:ss">
                  <c:v>0.61041666666666672</c:v>
                </c:pt>
                <c:pt idx="996" formatCode="h:mm:ss">
                  <c:v>0.61059027777777775</c:v>
                </c:pt>
                <c:pt idx="997" formatCode="h:mm:ss">
                  <c:v>0.61076388888888888</c:v>
                </c:pt>
                <c:pt idx="998" formatCode="h:mm:ss">
                  <c:v>0.61093750000000002</c:v>
                </c:pt>
                <c:pt idx="999" formatCode="h:mm:ss">
                  <c:v>0.61111111111111116</c:v>
                </c:pt>
                <c:pt idx="1000" formatCode="h:mm:ss">
                  <c:v>0.61128472222222219</c:v>
                </c:pt>
                <c:pt idx="1001" formatCode="h:mm:ss">
                  <c:v>0.61145833333333333</c:v>
                </c:pt>
                <c:pt idx="1002" formatCode="h:mm:ss">
                  <c:v>0.61163194444444446</c:v>
                </c:pt>
                <c:pt idx="1003" formatCode="h:mm:ss">
                  <c:v>0.6118055555555556</c:v>
                </c:pt>
                <c:pt idx="1004" formatCode="h:mm:ss">
                  <c:v>0.61197916666666663</c:v>
                </c:pt>
                <c:pt idx="1005" formatCode="h:mm:ss">
                  <c:v>0.61215277777777777</c:v>
                </c:pt>
                <c:pt idx="1006" formatCode="h:mm:ss">
                  <c:v>0.61232638888888891</c:v>
                </c:pt>
                <c:pt idx="1007" formatCode="h:mm:ss">
                  <c:v>0.61250000000000004</c:v>
                </c:pt>
                <c:pt idx="1008" formatCode="h:mm:ss">
                  <c:v>0.61267361111111107</c:v>
                </c:pt>
                <c:pt idx="1009" formatCode="h:mm:ss">
                  <c:v>0.61284722222222221</c:v>
                </c:pt>
                <c:pt idx="1010" formatCode="h:mm:ss">
                  <c:v>0.61302083333333335</c:v>
                </c:pt>
                <c:pt idx="1011" formatCode="h:mm:ss">
                  <c:v>0.61319444444444449</c:v>
                </c:pt>
                <c:pt idx="1012" formatCode="h:mm:ss">
                  <c:v>0.61336805555555551</c:v>
                </c:pt>
                <c:pt idx="1013" formatCode="h:mm:ss">
                  <c:v>0.61354166666666665</c:v>
                </c:pt>
                <c:pt idx="1014" formatCode="h:mm:ss">
                  <c:v>0.61371527777777779</c:v>
                </c:pt>
                <c:pt idx="1015" formatCode="h:mm:ss">
                  <c:v>0.61388888888888893</c:v>
                </c:pt>
                <c:pt idx="1016" formatCode="h:mm:ss">
                  <c:v>0.61406249999999996</c:v>
                </c:pt>
                <c:pt idx="1017" formatCode="h:mm:ss">
                  <c:v>0.61423611111111109</c:v>
                </c:pt>
                <c:pt idx="1018" formatCode="h:mm:ss">
                  <c:v>0.61440972222222223</c:v>
                </c:pt>
                <c:pt idx="1019" formatCode="h:mm:ss">
                  <c:v>0.61458333333333337</c:v>
                </c:pt>
                <c:pt idx="1020" formatCode="h:mm:ss">
                  <c:v>0.6147569444444444</c:v>
                </c:pt>
                <c:pt idx="1021" formatCode="h:mm:ss">
                  <c:v>0.61493055555555554</c:v>
                </c:pt>
                <c:pt idx="1022" formatCode="h:mm:ss">
                  <c:v>0.61510416666666667</c:v>
                </c:pt>
                <c:pt idx="1023" formatCode="h:mm:ss">
                  <c:v>0.61527777777777781</c:v>
                </c:pt>
                <c:pt idx="1024" formatCode="h:mm:ss">
                  <c:v>0.61545138888888884</c:v>
                </c:pt>
                <c:pt idx="1025" formatCode="h:mm:ss">
                  <c:v>0.61562499999999998</c:v>
                </c:pt>
                <c:pt idx="1026" formatCode="h:mm:ss">
                  <c:v>0.61579861111111112</c:v>
                </c:pt>
                <c:pt idx="1027" formatCode="h:mm:ss">
                  <c:v>0.61597222222222225</c:v>
                </c:pt>
                <c:pt idx="1028" formatCode="h:mm:ss">
                  <c:v>0.61614583333333328</c:v>
                </c:pt>
                <c:pt idx="1029" formatCode="h:mm:ss">
                  <c:v>0.61631944444444442</c:v>
                </c:pt>
                <c:pt idx="1030" formatCode="h:mm:ss">
                  <c:v>0.61649305555555556</c:v>
                </c:pt>
                <c:pt idx="1031" formatCode="h:mm:ss">
                  <c:v>0.6166666666666667</c:v>
                </c:pt>
                <c:pt idx="1032" formatCode="h:mm:ss">
                  <c:v>0.61684027777777772</c:v>
                </c:pt>
                <c:pt idx="1033" formatCode="h:mm:ss">
                  <c:v>0.61701388888888886</c:v>
                </c:pt>
                <c:pt idx="1034" formatCode="h:mm:ss">
                  <c:v>0.6171875</c:v>
                </c:pt>
                <c:pt idx="1035" formatCode="h:mm:ss">
                  <c:v>0.61736111111111114</c:v>
                </c:pt>
                <c:pt idx="1036" formatCode="h:mm:ss">
                  <c:v>0.61753472222222228</c:v>
                </c:pt>
                <c:pt idx="1037" formatCode="h:mm:ss">
                  <c:v>0.6177083333333333</c:v>
                </c:pt>
                <c:pt idx="1038" formatCode="h:mm:ss">
                  <c:v>0.61788194444444444</c:v>
                </c:pt>
                <c:pt idx="1039" formatCode="h:mm:ss">
                  <c:v>0.61805555555555558</c:v>
                </c:pt>
                <c:pt idx="1040" formatCode="h:mm:ss">
                  <c:v>0.61822916666666672</c:v>
                </c:pt>
                <c:pt idx="1041" formatCode="h:mm:ss">
                  <c:v>0.61840277777777775</c:v>
                </c:pt>
                <c:pt idx="1042" formatCode="h:mm:ss">
                  <c:v>0.61857638888888888</c:v>
                </c:pt>
                <c:pt idx="1043" formatCode="h:mm:ss">
                  <c:v>0.61875000000000002</c:v>
                </c:pt>
                <c:pt idx="1044" formatCode="h:mm:ss">
                  <c:v>0.61892361111111116</c:v>
                </c:pt>
                <c:pt idx="1045" formatCode="h:mm:ss">
                  <c:v>0.61909722222222219</c:v>
                </c:pt>
                <c:pt idx="1046" formatCode="h:mm:ss">
                  <c:v>0.61927083333333333</c:v>
                </c:pt>
                <c:pt idx="1047" formatCode="h:mm:ss">
                  <c:v>0.61944444444444446</c:v>
                </c:pt>
                <c:pt idx="1048" formatCode="h:mm:ss">
                  <c:v>0.6196180555555556</c:v>
                </c:pt>
                <c:pt idx="1049" formatCode="h:mm:ss">
                  <c:v>0.61979166666666663</c:v>
                </c:pt>
                <c:pt idx="1050" formatCode="h:mm:ss">
                  <c:v>0.61996527777777777</c:v>
                </c:pt>
                <c:pt idx="1051" formatCode="h:mm:ss">
                  <c:v>0.62013888888888891</c:v>
                </c:pt>
                <c:pt idx="1052" formatCode="h:mm:ss">
                  <c:v>0.62031250000000004</c:v>
                </c:pt>
                <c:pt idx="1053" formatCode="h:mm:ss">
                  <c:v>0.62048611111111107</c:v>
                </c:pt>
                <c:pt idx="1054" formatCode="h:mm:ss">
                  <c:v>0.62065972222222221</c:v>
                </c:pt>
                <c:pt idx="1055" formatCode="h:mm:ss">
                  <c:v>0.62083333333333335</c:v>
                </c:pt>
                <c:pt idx="1056" formatCode="h:mm:ss">
                  <c:v>0.62100694444444449</c:v>
                </c:pt>
                <c:pt idx="1057" formatCode="h:mm:ss">
                  <c:v>0.62118055555555551</c:v>
                </c:pt>
                <c:pt idx="1058" formatCode="h:mm:ss">
                  <c:v>0.62135416666666665</c:v>
                </c:pt>
                <c:pt idx="1059" formatCode="h:mm:ss">
                  <c:v>0.62152777777777779</c:v>
                </c:pt>
                <c:pt idx="1060" formatCode="h:mm:ss">
                  <c:v>0.62170138888888893</c:v>
                </c:pt>
                <c:pt idx="1061" formatCode="h:mm:ss">
                  <c:v>0.62187499999999996</c:v>
                </c:pt>
                <c:pt idx="1062" formatCode="h:mm:ss">
                  <c:v>0.62204861111111109</c:v>
                </c:pt>
                <c:pt idx="1063" formatCode="h:mm:ss">
                  <c:v>0.62222222222222223</c:v>
                </c:pt>
                <c:pt idx="1064" formatCode="h:mm:ss">
                  <c:v>0.62239583333333337</c:v>
                </c:pt>
                <c:pt idx="1065" formatCode="h:mm:ss">
                  <c:v>0.6225694444444444</c:v>
                </c:pt>
                <c:pt idx="1066" formatCode="h:mm:ss">
                  <c:v>0.62274305555555554</c:v>
                </c:pt>
                <c:pt idx="1067" formatCode="h:mm:ss">
                  <c:v>0.62291666666666667</c:v>
                </c:pt>
                <c:pt idx="1068" formatCode="h:mm:ss">
                  <c:v>0.62309027777777781</c:v>
                </c:pt>
                <c:pt idx="1069" formatCode="h:mm:ss">
                  <c:v>0.62326388888888884</c:v>
                </c:pt>
                <c:pt idx="1070" formatCode="h:mm:ss">
                  <c:v>0.62343749999999998</c:v>
                </c:pt>
                <c:pt idx="1071" formatCode="h:mm:ss">
                  <c:v>0.62361111111111112</c:v>
                </c:pt>
                <c:pt idx="1072" formatCode="h:mm:ss">
                  <c:v>0.62378472222222225</c:v>
                </c:pt>
                <c:pt idx="1073" formatCode="h:mm:ss">
                  <c:v>0.62395833333333328</c:v>
                </c:pt>
                <c:pt idx="1074" formatCode="h:mm:ss">
                  <c:v>0.62413194444444442</c:v>
                </c:pt>
                <c:pt idx="1075" formatCode="h:mm:ss">
                  <c:v>0.62430555555555556</c:v>
                </c:pt>
                <c:pt idx="1076" formatCode="h:mm:ss">
                  <c:v>0.6244791666666667</c:v>
                </c:pt>
                <c:pt idx="1077" formatCode="h:mm:ss">
                  <c:v>0.62465277777777772</c:v>
                </c:pt>
                <c:pt idx="1078" formatCode="h:mm:ss">
                  <c:v>0.62482638888888886</c:v>
                </c:pt>
                <c:pt idx="1079" formatCode="h:mm:ss">
                  <c:v>0.625</c:v>
                </c:pt>
                <c:pt idx="1080" formatCode="h:mm:ss">
                  <c:v>0.62517361111111114</c:v>
                </c:pt>
                <c:pt idx="1081" formatCode="h:mm:ss">
                  <c:v>0.62534722222222228</c:v>
                </c:pt>
                <c:pt idx="1082" formatCode="h:mm:ss">
                  <c:v>0.6255208333333333</c:v>
                </c:pt>
                <c:pt idx="1083" formatCode="h:mm:ss">
                  <c:v>0.62569444444444444</c:v>
                </c:pt>
                <c:pt idx="1084" formatCode="h:mm:ss">
                  <c:v>0.62586805555555558</c:v>
                </c:pt>
                <c:pt idx="1085" formatCode="h:mm:ss">
                  <c:v>0.62604166666666672</c:v>
                </c:pt>
                <c:pt idx="1086" formatCode="h:mm:ss">
                  <c:v>0.62621527777777775</c:v>
                </c:pt>
                <c:pt idx="1087" formatCode="h:mm:ss">
                  <c:v>0.62638888888888888</c:v>
                </c:pt>
                <c:pt idx="1088" formatCode="h:mm:ss">
                  <c:v>0.62656250000000002</c:v>
                </c:pt>
                <c:pt idx="1089" formatCode="h:mm:ss">
                  <c:v>0.62673611111111116</c:v>
                </c:pt>
                <c:pt idx="1090" formatCode="h:mm:ss">
                  <c:v>0.62690972222222219</c:v>
                </c:pt>
                <c:pt idx="1091" formatCode="h:mm:ss">
                  <c:v>0.62708333333333333</c:v>
                </c:pt>
                <c:pt idx="1092" formatCode="h:mm:ss">
                  <c:v>0.62725694444444446</c:v>
                </c:pt>
                <c:pt idx="1093" formatCode="h:mm:ss">
                  <c:v>0.6274305555555556</c:v>
                </c:pt>
                <c:pt idx="1094" formatCode="h:mm:ss">
                  <c:v>0.62760416666666663</c:v>
                </c:pt>
                <c:pt idx="1095" formatCode="h:mm:ss">
                  <c:v>0.62777777777777777</c:v>
                </c:pt>
                <c:pt idx="1096" formatCode="h:mm:ss">
                  <c:v>0.62795138888888891</c:v>
                </c:pt>
                <c:pt idx="1097" formatCode="h:mm:ss">
                  <c:v>0.62812500000000004</c:v>
                </c:pt>
                <c:pt idx="1098" formatCode="h:mm:ss">
                  <c:v>0.62829861111111107</c:v>
                </c:pt>
                <c:pt idx="1099" formatCode="h:mm:ss">
                  <c:v>0.62847222222222221</c:v>
                </c:pt>
                <c:pt idx="1100" formatCode="h:mm:ss">
                  <c:v>0.62864583333333335</c:v>
                </c:pt>
                <c:pt idx="1101" formatCode="h:mm:ss">
                  <c:v>0.62881944444444449</c:v>
                </c:pt>
                <c:pt idx="1102" formatCode="h:mm:ss">
                  <c:v>0.62899305555555551</c:v>
                </c:pt>
                <c:pt idx="1103" formatCode="h:mm:ss">
                  <c:v>0.62916666666666665</c:v>
                </c:pt>
                <c:pt idx="1104" formatCode="h:mm:ss">
                  <c:v>0.62934027777777779</c:v>
                </c:pt>
                <c:pt idx="1105" formatCode="h:mm:ss">
                  <c:v>0.62951388888888893</c:v>
                </c:pt>
                <c:pt idx="1106" formatCode="h:mm:ss">
                  <c:v>0.62968749999999996</c:v>
                </c:pt>
                <c:pt idx="1107" formatCode="h:mm:ss">
                  <c:v>0.62986111111111109</c:v>
                </c:pt>
                <c:pt idx="1108" formatCode="h:mm:ss">
                  <c:v>0.63003472222222223</c:v>
                </c:pt>
                <c:pt idx="1109" formatCode="h:mm:ss">
                  <c:v>0.63020833333333337</c:v>
                </c:pt>
                <c:pt idx="1110" formatCode="h:mm:ss">
                  <c:v>0.6303819444444444</c:v>
                </c:pt>
                <c:pt idx="1111" formatCode="h:mm:ss">
                  <c:v>0.63055555555555554</c:v>
                </c:pt>
                <c:pt idx="1112" formatCode="h:mm:ss">
                  <c:v>0.63072916666666667</c:v>
                </c:pt>
                <c:pt idx="1113" formatCode="h:mm:ss">
                  <c:v>0.63090277777777781</c:v>
                </c:pt>
                <c:pt idx="1114" formatCode="h:mm:ss">
                  <c:v>0.63107638888888884</c:v>
                </c:pt>
                <c:pt idx="1115" formatCode="h:mm:ss">
                  <c:v>0.63124999999999998</c:v>
                </c:pt>
                <c:pt idx="1116" formatCode="h:mm:ss">
                  <c:v>0.63142361111111112</c:v>
                </c:pt>
                <c:pt idx="1117" formatCode="h:mm:ss">
                  <c:v>0.63159722222222225</c:v>
                </c:pt>
                <c:pt idx="1118" formatCode="h:mm:ss">
                  <c:v>0.63177083333333328</c:v>
                </c:pt>
                <c:pt idx="1119" formatCode="h:mm:ss">
                  <c:v>0.63194444444444442</c:v>
                </c:pt>
                <c:pt idx="1120" formatCode="h:mm:ss">
                  <c:v>0.63211805555555556</c:v>
                </c:pt>
                <c:pt idx="1121" formatCode="h:mm:ss">
                  <c:v>0.6322916666666667</c:v>
                </c:pt>
                <c:pt idx="1122" formatCode="h:mm:ss">
                  <c:v>0.63246527777777772</c:v>
                </c:pt>
                <c:pt idx="1123" formatCode="h:mm:ss">
                  <c:v>0.63263888888888886</c:v>
                </c:pt>
                <c:pt idx="1124" formatCode="h:mm:ss">
                  <c:v>0.6328125</c:v>
                </c:pt>
                <c:pt idx="1125" formatCode="h:mm:ss">
                  <c:v>0.63298611111111114</c:v>
                </c:pt>
                <c:pt idx="1126" formatCode="h:mm:ss">
                  <c:v>0.63315972222222228</c:v>
                </c:pt>
                <c:pt idx="1127" formatCode="h:mm:ss">
                  <c:v>0.6333333333333333</c:v>
                </c:pt>
                <c:pt idx="1128" formatCode="h:mm:ss">
                  <c:v>0.63350694444444444</c:v>
                </c:pt>
                <c:pt idx="1129" formatCode="h:mm:ss">
                  <c:v>0.63368055555555558</c:v>
                </c:pt>
                <c:pt idx="1130" formatCode="h:mm:ss">
                  <c:v>0.63385416666666672</c:v>
                </c:pt>
                <c:pt idx="1131" formatCode="h:mm:ss">
                  <c:v>0.63402777777777775</c:v>
                </c:pt>
                <c:pt idx="1132" formatCode="h:mm:ss">
                  <c:v>0.63420138888888888</c:v>
                </c:pt>
                <c:pt idx="1133" formatCode="h:mm:ss">
                  <c:v>0.63437500000000002</c:v>
                </c:pt>
                <c:pt idx="1134" formatCode="h:mm:ss">
                  <c:v>0.63454861111111116</c:v>
                </c:pt>
                <c:pt idx="1135" formatCode="h:mm:ss">
                  <c:v>0.63472222222222219</c:v>
                </c:pt>
                <c:pt idx="1136" formatCode="h:mm:ss">
                  <c:v>0.63489583333333333</c:v>
                </c:pt>
                <c:pt idx="1137" formatCode="h:mm:ss">
                  <c:v>0.63506944444444446</c:v>
                </c:pt>
                <c:pt idx="1138" formatCode="h:mm:ss">
                  <c:v>0.6352430555555556</c:v>
                </c:pt>
                <c:pt idx="1139" formatCode="h:mm:ss">
                  <c:v>0.63541666666666663</c:v>
                </c:pt>
                <c:pt idx="1140" formatCode="h:mm:ss">
                  <c:v>0.63559027777777777</c:v>
                </c:pt>
                <c:pt idx="1141" formatCode="h:mm:ss">
                  <c:v>0.63576388888888891</c:v>
                </c:pt>
                <c:pt idx="1142" formatCode="h:mm:ss">
                  <c:v>0.63593750000000004</c:v>
                </c:pt>
                <c:pt idx="1143" formatCode="h:mm:ss">
                  <c:v>0.63611111111111107</c:v>
                </c:pt>
                <c:pt idx="1144" formatCode="h:mm:ss">
                  <c:v>0.63628472222222221</c:v>
                </c:pt>
                <c:pt idx="1145" formatCode="h:mm:ss">
                  <c:v>0.63645833333333335</c:v>
                </c:pt>
                <c:pt idx="1146" formatCode="h:mm:ss">
                  <c:v>0.63663194444444449</c:v>
                </c:pt>
                <c:pt idx="1147" formatCode="h:mm:ss">
                  <c:v>0.63680555555555551</c:v>
                </c:pt>
                <c:pt idx="1148" formatCode="h:mm:ss">
                  <c:v>0.63697916666666665</c:v>
                </c:pt>
                <c:pt idx="1149" formatCode="h:mm:ss">
                  <c:v>0.63715277777777779</c:v>
                </c:pt>
                <c:pt idx="1150" formatCode="h:mm:ss">
                  <c:v>0.63732638888888893</c:v>
                </c:pt>
                <c:pt idx="1151" formatCode="h:mm:ss">
                  <c:v>0.63749999999999996</c:v>
                </c:pt>
                <c:pt idx="1152" formatCode="h:mm:ss">
                  <c:v>0.63767361111111109</c:v>
                </c:pt>
                <c:pt idx="1153" formatCode="h:mm:ss">
                  <c:v>0.63784722222222223</c:v>
                </c:pt>
                <c:pt idx="1154" formatCode="h:mm:ss">
                  <c:v>0.63802083333333337</c:v>
                </c:pt>
                <c:pt idx="1155" formatCode="h:mm:ss">
                  <c:v>0.6381944444444444</c:v>
                </c:pt>
                <c:pt idx="1156" formatCode="h:mm:ss">
                  <c:v>0.63836805555555554</c:v>
                </c:pt>
                <c:pt idx="1157" formatCode="h:mm:ss">
                  <c:v>0.63854166666666667</c:v>
                </c:pt>
                <c:pt idx="1158" formatCode="h:mm:ss">
                  <c:v>0.63871527777777781</c:v>
                </c:pt>
                <c:pt idx="1159" formatCode="h:mm:ss">
                  <c:v>0.63888888888888884</c:v>
                </c:pt>
                <c:pt idx="1160" formatCode="h:mm:ss">
                  <c:v>0.63906249999999998</c:v>
                </c:pt>
                <c:pt idx="1161" formatCode="h:mm:ss">
                  <c:v>0.63923611111111112</c:v>
                </c:pt>
                <c:pt idx="1162" formatCode="h:mm:ss">
                  <c:v>0.63940972222222225</c:v>
                </c:pt>
                <c:pt idx="1163" formatCode="h:mm:ss">
                  <c:v>0.63958333333333328</c:v>
                </c:pt>
                <c:pt idx="1164" formatCode="h:mm:ss">
                  <c:v>0.63975694444444442</c:v>
                </c:pt>
                <c:pt idx="1165" formatCode="h:mm:ss">
                  <c:v>0.63993055555555556</c:v>
                </c:pt>
                <c:pt idx="1166" formatCode="h:mm:ss">
                  <c:v>0.6401041666666667</c:v>
                </c:pt>
                <c:pt idx="1167" formatCode="h:mm:ss">
                  <c:v>0.64027777777777772</c:v>
                </c:pt>
                <c:pt idx="1168" formatCode="h:mm:ss">
                  <c:v>0.64045138888888886</c:v>
                </c:pt>
                <c:pt idx="1169" formatCode="h:mm:ss">
                  <c:v>0.640625</c:v>
                </c:pt>
                <c:pt idx="1170" formatCode="h:mm:ss">
                  <c:v>0.64079861111111114</c:v>
                </c:pt>
                <c:pt idx="1171" formatCode="h:mm:ss">
                  <c:v>0.64097222222222228</c:v>
                </c:pt>
                <c:pt idx="1172" formatCode="h:mm:ss">
                  <c:v>0.6411458333333333</c:v>
                </c:pt>
                <c:pt idx="1173" formatCode="h:mm:ss">
                  <c:v>0.64131944444444444</c:v>
                </c:pt>
                <c:pt idx="1174" formatCode="h:mm:ss">
                  <c:v>0.64149305555555558</c:v>
                </c:pt>
                <c:pt idx="1175" formatCode="h:mm:ss">
                  <c:v>0.64166666666666672</c:v>
                </c:pt>
                <c:pt idx="1176" formatCode="h:mm:ss">
                  <c:v>0.64184027777777775</c:v>
                </c:pt>
                <c:pt idx="1177" formatCode="h:mm:ss">
                  <c:v>0.64201388888888888</c:v>
                </c:pt>
                <c:pt idx="1178" formatCode="h:mm:ss">
                  <c:v>0.64218750000000002</c:v>
                </c:pt>
                <c:pt idx="1179" formatCode="h:mm:ss">
                  <c:v>0.64236111111111116</c:v>
                </c:pt>
                <c:pt idx="1180" formatCode="h:mm:ss">
                  <c:v>0.64253472222222219</c:v>
                </c:pt>
                <c:pt idx="1181" formatCode="h:mm:ss">
                  <c:v>0.64270833333333333</c:v>
                </c:pt>
                <c:pt idx="1182" formatCode="h:mm:ss">
                  <c:v>0.64288194444444446</c:v>
                </c:pt>
                <c:pt idx="1183" formatCode="h:mm:ss">
                  <c:v>0.6430555555555556</c:v>
                </c:pt>
                <c:pt idx="1184" formatCode="h:mm:ss">
                  <c:v>0.64322916666666663</c:v>
                </c:pt>
                <c:pt idx="1185" formatCode="h:mm:ss">
                  <c:v>0.64340277777777777</c:v>
                </c:pt>
                <c:pt idx="1186" formatCode="h:mm:ss">
                  <c:v>0.64357638888888891</c:v>
                </c:pt>
                <c:pt idx="1187" formatCode="h:mm:ss">
                  <c:v>0.64375000000000004</c:v>
                </c:pt>
                <c:pt idx="1188" formatCode="h:mm:ss">
                  <c:v>0.64392361111111107</c:v>
                </c:pt>
                <c:pt idx="1189" formatCode="h:mm:ss">
                  <c:v>0.64409722222222221</c:v>
                </c:pt>
                <c:pt idx="1190" formatCode="h:mm:ss">
                  <c:v>0.64427083333333335</c:v>
                </c:pt>
                <c:pt idx="1191" formatCode="h:mm:ss">
                  <c:v>0.64444444444444449</c:v>
                </c:pt>
                <c:pt idx="1192" formatCode="h:mm:ss">
                  <c:v>0.64461805555555551</c:v>
                </c:pt>
                <c:pt idx="1193" formatCode="h:mm:ss">
                  <c:v>0.64479166666666665</c:v>
                </c:pt>
                <c:pt idx="1194" formatCode="h:mm:ss">
                  <c:v>0.64496527777777779</c:v>
                </c:pt>
                <c:pt idx="1195" formatCode="h:mm:ss">
                  <c:v>0.64513888888888893</c:v>
                </c:pt>
                <c:pt idx="1196" formatCode="h:mm:ss">
                  <c:v>0.64531249999999996</c:v>
                </c:pt>
                <c:pt idx="1197" formatCode="h:mm:ss">
                  <c:v>0.64548611111111109</c:v>
                </c:pt>
                <c:pt idx="1198" formatCode="h:mm:ss">
                  <c:v>0.64565972222222223</c:v>
                </c:pt>
                <c:pt idx="1199" formatCode="h:mm:ss">
                  <c:v>0.64583333333333337</c:v>
                </c:pt>
                <c:pt idx="1200" formatCode="h:mm:ss">
                  <c:v>0.6460069444444444</c:v>
                </c:pt>
                <c:pt idx="1201" formatCode="h:mm:ss">
                  <c:v>0.64618055555555554</c:v>
                </c:pt>
                <c:pt idx="1202" formatCode="h:mm:ss">
                  <c:v>0.64635416666666667</c:v>
                </c:pt>
                <c:pt idx="1203" formatCode="h:mm:ss">
                  <c:v>0.64652777777777781</c:v>
                </c:pt>
                <c:pt idx="1204" formatCode="h:mm:ss">
                  <c:v>0.64670138888888884</c:v>
                </c:pt>
                <c:pt idx="1205" formatCode="h:mm:ss">
                  <c:v>0.64687499999999998</c:v>
                </c:pt>
                <c:pt idx="1206" formatCode="h:mm:ss">
                  <c:v>0.64704861111111112</c:v>
                </c:pt>
                <c:pt idx="1207" formatCode="h:mm:ss">
                  <c:v>0.64722222222222225</c:v>
                </c:pt>
                <c:pt idx="1208" formatCode="h:mm:ss">
                  <c:v>0.64739583333333328</c:v>
                </c:pt>
                <c:pt idx="1209" formatCode="h:mm:ss">
                  <c:v>0.64756944444444442</c:v>
                </c:pt>
                <c:pt idx="1210" formatCode="h:mm:ss">
                  <c:v>0.64774305555555556</c:v>
                </c:pt>
                <c:pt idx="1211" formatCode="h:mm:ss">
                  <c:v>0.6479166666666667</c:v>
                </c:pt>
                <c:pt idx="1212" formatCode="h:mm:ss">
                  <c:v>0.64809027777777772</c:v>
                </c:pt>
                <c:pt idx="1213" formatCode="h:mm:ss">
                  <c:v>0.64826388888888886</c:v>
                </c:pt>
                <c:pt idx="1214" formatCode="h:mm:ss">
                  <c:v>0.6484375</c:v>
                </c:pt>
                <c:pt idx="1215" formatCode="h:mm:ss">
                  <c:v>0.64861111111111114</c:v>
                </c:pt>
                <c:pt idx="1216" formatCode="h:mm:ss">
                  <c:v>0.64878472222222228</c:v>
                </c:pt>
                <c:pt idx="1217" formatCode="h:mm:ss">
                  <c:v>0.6489583333333333</c:v>
                </c:pt>
                <c:pt idx="1218" formatCode="h:mm:ss">
                  <c:v>0.64913194444444444</c:v>
                </c:pt>
                <c:pt idx="1219" formatCode="h:mm:ss">
                  <c:v>0.64930555555555558</c:v>
                </c:pt>
                <c:pt idx="1220" formatCode="h:mm:ss">
                  <c:v>0.64947916666666672</c:v>
                </c:pt>
                <c:pt idx="1221" formatCode="h:mm:ss">
                  <c:v>0.64965277777777775</c:v>
                </c:pt>
                <c:pt idx="1222" formatCode="h:mm:ss">
                  <c:v>0.64982638888888888</c:v>
                </c:pt>
                <c:pt idx="1223" formatCode="h:mm:ss">
                  <c:v>0.65</c:v>
                </c:pt>
                <c:pt idx="1224" formatCode="h:mm:ss">
                  <c:v>0.65017361111111116</c:v>
                </c:pt>
                <c:pt idx="1225" formatCode="h:mm:ss">
                  <c:v>0.65034722222222219</c:v>
                </c:pt>
                <c:pt idx="1226" formatCode="h:mm:ss">
                  <c:v>0.65052083333333333</c:v>
                </c:pt>
                <c:pt idx="1227" formatCode="h:mm:ss">
                  <c:v>0.65069444444444446</c:v>
                </c:pt>
                <c:pt idx="1228" formatCode="h:mm:ss">
                  <c:v>0.6508680555555556</c:v>
                </c:pt>
                <c:pt idx="1229" formatCode="h:mm:ss">
                  <c:v>0.65104166666666663</c:v>
                </c:pt>
                <c:pt idx="1230" formatCode="h:mm:ss">
                  <c:v>0.65121527777777777</c:v>
                </c:pt>
                <c:pt idx="1231" formatCode="h:mm:ss">
                  <c:v>0.65138888888888891</c:v>
                </c:pt>
                <c:pt idx="1232" formatCode="h:mm:ss">
                  <c:v>0.65156250000000004</c:v>
                </c:pt>
                <c:pt idx="1233" formatCode="h:mm:ss">
                  <c:v>0.65173611111111107</c:v>
                </c:pt>
                <c:pt idx="1234" formatCode="h:mm:ss">
                  <c:v>0.65190972222222221</c:v>
                </c:pt>
                <c:pt idx="1235" formatCode="h:mm:ss">
                  <c:v>0.65208333333333335</c:v>
                </c:pt>
                <c:pt idx="1236" formatCode="h:mm:ss">
                  <c:v>0.65225694444444449</c:v>
                </c:pt>
                <c:pt idx="1237" formatCode="h:mm:ss">
                  <c:v>0.65243055555555551</c:v>
                </c:pt>
                <c:pt idx="1238" formatCode="h:mm:ss">
                  <c:v>0.65260416666666665</c:v>
                </c:pt>
                <c:pt idx="1239" formatCode="h:mm:ss">
                  <c:v>0.65277777777777779</c:v>
                </c:pt>
                <c:pt idx="1240" formatCode="h:mm:ss">
                  <c:v>0.65295138888888893</c:v>
                </c:pt>
                <c:pt idx="1241" formatCode="h:mm:ss">
                  <c:v>0.65312499999999996</c:v>
                </c:pt>
                <c:pt idx="1242" formatCode="h:mm:ss">
                  <c:v>0.65329861111111109</c:v>
                </c:pt>
                <c:pt idx="1243" formatCode="h:mm:ss">
                  <c:v>0.65347222222222223</c:v>
                </c:pt>
                <c:pt idx="1244" formatCode="h:mm:ss">
                  <c:v>0.65364583333333337</c:v>
                </c:pt>
                <c:pt idx="1245" formatCode="h:mm:ss">
                  <c:v>0.6538194444444444</c:v>
                </c:pt>
                <c:pt idx="1246" formatCode="h:mm:ss">
                  <c:v>0.65399305555555554</c:v>
                </c:pt>
                <c:pt idx="1247" formatCode="h:mm:ss">
                  <c:v>0.65416666666666667</c:v>
                </c:pt>
                <c:pt idx="1248" formatCode="h:mm:ss">
                  <c:v>0.65434027777777781</c:v>
                </c:pt>
                <c:pt idx="1249" formatCode="h:mm:ss">
                  <c:v>0.65451388888888884</c:v>
                </c:pt>
                <c:pt idx="1250" formatCode="h:mm:ss">
                  <c:v>0.65468749999999998</c:v>
                </c:pt>
                <c:pt idx="1251" formatCode="h:mm:ss">
                  <c:v>0.65486111111111112</c:v>
                </c:pt>
                <c:pt idx="1252" formatCode="h:mm:ss">
                  <c:v>0.65503472222222225</c:v>
                </c:pt>
                <c:pt idx="1253" formatCode="h:mm:ss">
                  <c:v>0.65520833333333328</c:v>
                </c:pt>
                <c:pt idx="1254" formatCode="h:mm:ss">
                  <c:v>0.65538194444444442</c:v>
                </c:pt>
                <c:pt idx="1255" formatCode="h:mm:ss">
                  <c:v>0.65555555555555556</c:v>
                </c:pt>
                <c:pt idx="1256" formatCode="h:mm:ss">
                  <c:v>0.6557291666666667</c:v>
                </c:pt>
                <c:pt idx="1257" formatCode="h:mm:ss">
                  <c:v>0.65590277777777772</c:v>
                </c:pt>
                <c:pt idx="1258" formatCode="h:mm:ss">
                  <c:v>0.65607638888888886</c:v>
                </c:pt>
                <c:pt idx="1259" formatCode="h:mm:ss">
                  <c:v>0.65625</c:v>
                </c:pt>
                <c:pt idx="1260" formatCode="h:mm:ss">
                  <c:v>0.65642361111111114</c:v>
                </c:pt>
                <c:pt idx="1261" formatCode="h:mm:ss">
                  <c:v>0.65659722222222228</c:v>
                </c:pt>
                <c:pt idx="1262" formatCode="h:mm:ss">
                  <c:v>0.6567708333333333</c:v>
                </c:pt>
                <c:pt idx="1263" formatCode="h:mm:ss">
                  <c:v>0.65694444444444444</c:v>
                </c:pt>
                <c:pt idx="1264" formatCode="h:mm:ss">
                  <c:v>0.65711805555555558</c:v>
                </c:pt>
                <c:pt idx="1265" formatCode="h:mm:ss">
                  <c:v>0.65729166666666672</c:v>
                </c:pt>
                <c:pt idx="1266" formatCode="h:mm:ss">
                  <c:v>0.65746527777777775</c:v>
                </c:pt>
                <c:pt idx="1267" formatCode="h:mm:ss">
                  <c:v>0.65763888888888888</c:v>
                </c:pt>
                <c:pt idx="1268" formatCode="h:mm:ss">
                  <c:v>0.65781250000000002</c:v>
                </c:pt>
                <c:pt idx="1269" formatCode="h:mm:ss">
                  <c:v>0.65798611111111116</c:v>
                </c:pt>
                <c:pt idx="1270" formatCode="h:mm:ss">
                  <c:v>0.65815972222222219</c:v>
                </c:pt>
                <c:pt idx="1271" formatCode="h:mm:ss">
                  <c:v>0.65833333333333333</c:v>
                </c:pt>
                <c:pt idx="1272" formatCode="h:mm:ss">
                  <c:v>0.65850694444444446</c:v>
                </c:pt>
                <c:pt idx="1273" formatCode="h:mm:ss">
                  <c:v>0.6586805555555556</c:v>
                </c:pt>
                <c:pt idx="1274" formatCode="h:mm:ss">
                  <c:v>0.65885416666666663</c:v>
                </c:pt>
                <c:pt idx="1275" formatCode="h:mm:ss">
                  <c:v>0.65902777777777777</c:v>
                </c:pt>
                <c:pt idx="1276" formatCode="h:mm:ss">
                  <c:v>0.65920138888888891</c:v>
                </c:pt>
                <c:pt idx="1277" formatCode="h:mm:ss">
                  <c:v>0.65937500000000004</c:v>
                </c:pt>
                <c:pt idx="1278" formatCode="h:mm:ss">
                  <c:v>0.65954861111111107</c:v>
                </c:pt>
                <c:pt idx="1279" formatCode="h:mm:ss">
                  <c:v>0.65972222222222221</c:v>
                </c:pt>
                <c:pt idx="1280" formatCode="h:mm:ss">
                  <c:v>0.65989583333333335</c:v>
                </c:pt>
                <c:pt idx="1281" formatCode="h:mm:ss">
                  <c:v>0.66006944444444449</c:v>
                </c:pt>
                <c:pt idx="1282" formatCode="h:mm:ss">
                  <c:v>0.66024305555555551</c:v>
                </c:pt>
                <c:pt idx="1283" formatCode="h:mm:ss">
                  <c:v>0.66041666666666665</c:v>
                </c:pt>
                <c:pt idx="1284" formatCode="h:mm:ss">
                  <c:v>0.66059027777777779</c:v>
                </c:pt>
                <c:pt idx="1285" formatCode="h:mm:ss">
                  <c:v>0.66076388888888893</c:v>
                </c:pt>
                <c:pt idx="1286" formatCode="h:mm:ss">
                  <c:v>0.66093749999999996</c:v>
                </c:pt>
                <c:pt idx="1287" formatCode="h:mm:ss">
                  <c:v>0.66111111111111109</c:v>
                </c:pt>
                <c:pt idx="1288" formatCode="h:mm:ss">
                  <c:v>0.66128472222222223</c:v>
                </c:pt>
                <c:pt idx="1289" formatCode="h:mm:ss">
                  <c:v>0.66145833333333337</c:v>
                </c:pt>
                <c:pt idx="1290" formatCode="h:mm:ss">
                  <c:v>0.6616319444444444</c:v>
                </c:pt>
                <c:pt idx="1291" formatCode="h:mm:ss">
                  <c:v>0.66180555555555554</c:v>
                </c:pt>
                <c:pt idx="1292" formatCode="h:mm:ss">
                  <c:v>0.66197916666666667</c:v>
                </c:pt>
                <c:pt idx="1293" formatCode="h:mm:ss">
                  <c:v>0.66215277777777781</c:v>
                </c:pt>
                <c:pt idx="1294" formatCode="h:mm:ss">
                  <c:v>0.66232638888888884</c:v>
                </c:pt>
                <c:pt idx="1295" formatCode="h:mm:ss">
                  <c:v>0.66249999999999998</c:v>
                </c:pt>
                <c:pt idx="1296" formatCode="h:mm:ss">
                  <c:v>0.66267361111111112</c:v>
                </c:pt>
                <c:pt idx="1297" formatCode="h:mm:ss">
                  <c:v>0.66284722222222225</c:v>
                </c:pt>
                <c:pt idx="1298" formatCode="h:mm:ss">
                  <c:v>0.66302083333333328</c:v>
                </c:pt>
                <c:pt idx="1299" formatCode="h:mm:ss">
                  <c:v>0.66319444444444442</c:v>
                </c:pt>
                <c:pt idx="1300" formatCode="h:mm:ss">
                  <c:v>0.66336805555555556</c:v>
                </c:pt>
                <c:pt idx="1301" formatCode="h:mm:ss">
                  <c:v>0.6635416666666667</c:v>
                </c:pt>
                <c:pt idx="1302" formatCode="h:mm:ss">
                  <c:v>0.66371527777777772</c:v>
                </c:pt>
                <c:pt idx="1303" formatCode="h:mm:ss">
                  <c:v>0.66388888888888886</c:v>
                </c:pt>
                <c:pt idx="1304" formatCode="h:mm:ss">
                  <c:v>0.6640625</c:v>
                </c:pt>
                <c:pt idx="1305" formatCode="h:mm:ss">
                  <c:v>0.66423611111111114</c:v>
                </c:pt>
                <c:pt idx="1306" formatCode="h:mm:ss">
                  <c:v>0.66440972222222228</c:v>
                </c:pt>
                <c:pt idx="1307" formatCode="h:mm:ss">
                  <c:v>0.6645833333333333</c:v>
                </c:pt>
                <c:pt idx="1308" formatCode="h:mm:ss">
                  <c:v>0.66475694444444444</c:v>
                </c:pt>
                <c:pt idx="1309" formatCode="h:mm:ss">
                  <c:v>0.66493055555555558</c:v>
                </c:pt>
                <c:pt idx="1310" formatCode="h:mm:ss">
                  <c:v>0.66510416666666672</c:v>
                </c:pt>
                <c:pt idx="1311" formatCode="h:mm:ss">
                  <c:v>0.66527777777777775</c:v>
                </c:pt>
                <c:pt idx="1312" formatCode="h:mm:ss">
                  <c:v>0.66545138888888888</c:v>
                </c:pt>
                <c:pt idx="1313" formatCode="h:mm:ss">
                  <c:v>0.66562500000000002</c:v>
                </c:pt>
                <c:pt idx="1314" formatCode="h:mm:ss">
                  <c:v>0.66579861111111116</c:v>
                </c:pt>
                <c:pt idx="1315" formatCode="h:mm:ss">
                  <c:v>0.66597222222222219</c:v>
                </c:pt>
                <c:pt idx="1316" formatCode="h:mm:ss">
                  <c:v>0.66614583333333333</c:v>
                </c:pt>
                <c:pt idx="1317" formatCode="h:mm:ss">
                  <c:v>0.66631944444444446</c:v>
                </c:pt>
                <c:pt idx="1318" formatCode="h:mm:ss">
                  <c:v>0.6664930555555556</c:v>
                </c:pt>
                <c:pt idx="1319" formatCode="h:mm:ss">
                  <c:v>0.66666666666666663</c:v>
                </c:pt>
                <c:pt idx="1320" formatCode="h:mm:ss">
                  <c:v>0.66684027777777777</c:v>
                </c:pt>
                <c:pt idx="1321" formatCode="h:mm:ss">
                  <c:v>0.66701388888888891</c:v>
                </c:pt>
                <c:pt idx="1322" formatCode="h:mm:ss">
                  <c:v>0.66718750000000004</c:v>
                </c:pt>
                <c:pt idx="1323" formatCode="h:mm:ss">
                  <c:v>0.66736111111111107</c:v>
                </c:pt>
                <c:pt idx="1324" formatCode="h:mm:ss">
                  <c:v>0.66753472222222221</c:v>
                </c:pt>
                <c:pt idx="1325" formatCode="h:mm:ss">
                  <c:v>0.66770833333333335</c:v>
                </c:pt>
                <c:pt idx="1326" formatCode="h:mm:ss">
                  <c:v>0.66788194444444449</c:v>
                </c:pt>
                <c:pt idx="1327" formatCode="h:mm:ss">
                  <c:v>0.66805555555555551</c:v>
                </c:pt>
                <c:pt idx="1328" formatCode="h:mm:ss">
                  <c:v>0.66822916666666665</c:v>
                </c:pt>
                <c:pt idx="1329" formatCode="h:mm:ss">
                  <c:v>0.66840277777777779</c:v>
                </c:pt>
                <c:pt idx="1330" formatCode="h:mm:ss">
                  <c:v>0.66857638888888893</c:v>
                </c:pt>
                <c:pt idx="1331" formatCode="h:mm:ss">
                  <c:v>0.66874999999999996</c:v>
                </c:pt>
                <c:pt idx="1332" formatCode="h:mm:ss">
                  <c:v>0.66892361111111109</c:v>
                </c:pt>
                <c:pt idx="1333" formatCode="h:mm:ss">
                  <c:v>0.66909722222222223</c:v>
                </c:pt>
                <c:pt idx="1334" formatCode="h:mm:ss">
                  <c:v>0.66927083333333337</c:v>
                </c:pt>
                <c:pt idx="1335" formatCode="h:mm:ss">
                  <c:v>0.6694444444444444</c:v>
                </c:pt>
                <c:pt idx="1336" formatCode="h:mm:ss">
                  <c:v>0.66961805555555554</c:v>
                </c:pt>
                <c:pt idx="1337" formatCode="h:mm:ss">
                  <c:v>0.66979166666666667</c:v>
                </c:pt>
                <c:pt idx="1338" formatCode="h:mm:ss">
                  <c:v>0.66996527777777781</c:v>
                </c:pt>
                <c:pt idx="1339" formatCode="h:mm:ss">
                  <c:v>0.67013888888888884</c:v>
                </c:pt>
                <c:pt idx="1340" formatCode="h:mm:ss">
                  <c:v>0.67031249999999998</c:v>
                </c:pt>
                <c:pt idx="1341" formatCode="h:mm:ss">
                  <c:v>0.67048611111111112</c:v>
                </c:pt>
                <c:pt idx="1342" formatCode="h:mm:ss">
                  <c:v>0.67065972222222225</c:v>
                </c:pt>
                <c:pt idx="1343" formatCode="h:mm:ss">
                  <c:v>0.67083333333333328</c:v>
                </c:pt>
                <c:pt idx="1344" formatCode="h:mm:ss">
                  <c:v>0.67100694444444442</c:v>
                </c:pt>
                <c:pt idx="1345" formatCode="h:mm:ss">
                  <c:v>0.67118055555555556</c:v>
                </c:pt>
                <c:pt idx="1346" formatCode="h:mm:ss">
                  <c:v>0.6713541666666667</c:v>
                </c:pt>
                <c:pt idx="1347" formatCode="h:mm:ss">
                  <c:v>0.67152777777777772</c:v>
                </c:pt>
                <c:pt idx="1348" formatCode="h:mm:ss">
                  <c:v>0.67170138888888886</c:v>
                </c:pt>
                <c:pt idx="1349" formatCode="h:mm:ss">
                  <c:v>0.671875</c:v>
                </c:pt>
                <c:pt idx="1350" formatCode="h:mm:ss">
                  <c:v>0.67204861111111114</c:v>
                </c:pt>
                <c:pt idx="1351" formatCode="h:mm:ss">
                  <c:v>0.67222222222222228</c:v>
                </c:pt>
                <c:pt idx="1352" formatCode="h:mm:ss">
                  <c:v>0.6723958333333333</c:v>
                </c:pt>
                <c:pt idx="1353" formatCode="h:mm:ss">
                  <c:v>0.67256944444444444</c:v>
                </c:pt>
                <c:pt idx="1354" formatCode="h:mm:ss">
                  <c:v>0.67274305555555558</c:v>
                </c:pt>
                <c:pt idx="1355" formatCode="h:mm:ss">
                  <c:v>0.67291666666666672</c:v>
                </c:pt>
                <c:pt idx="1356" formatCode="h:mm:ss">
                  <c:v>0.67309027777777775</c:v>
                </c:pt>
                <c:pt idx="1357" formatCode="h:mm:ss">
                  <c:v>0.67326388888888888</c:v>
                </c:pt>
                <c:pt idx="1358" formatCode="h:mm:ss">
                  <c:v>0.67343750000000002</c:v>
                </c:pt>
                <c:pt idx="1359" formatCode="h:mm:ss">
                  <c:v>0.67361111111111116</c:v>
                </c:pt>
                <c:pt idx="1360" formatCode="h:mm:ss">
                  <c:v>0.67378472222222219</c:v>
                </c:pt>
                <c:pt idx="1361" formatCode="h:mm:ss">
                  <c:v>0.67395833333333333</c:v>
                </c:pt>
                <c:pt idx="1362" formatCode="h:mm:ss">
                  <c:v>0.67413194444444446</c:v>
                </c:pt>
                <c:pt idx="1363" formatCode="h:mm:ss">
                  <c:v>0.6743055555555556</c:v>
                </c:pt>
                <c:pt idx="1364" formatCode="h:mm:ss">
                  <c:v>0.67447916666666663</c:v>
                </c:pt>
                <c:pt idx="1365" formatCode="h:mm:ss">
                  <c:v>0.67465277777777777</c:v>
                </c:pt>
                <c:pt idx="1366" formatCode="h:mm:ss">
                  <c:v>0.67482638888888891</c:v>
                </c:pt>
                <c:pt idx="1367" formatCode="h:mm:ss">
                  <c:v>0.67500000000000004</c:v>
                </c:pt>
                <c:pt idx="1368" formatCode="h:mm:ss">
                  <c:v>0.67517361111111107</c:v>
                </c:pt>
                <c:pt idx="1369" formatCode="h:mm:ss">
                  <c:v>0.67534722222222221</c:v>
                </c:pt>
                <c:pt idx="1370" formatCode="h:mm:ss">
                  <c:v>0.67552083333333335</c:v>
                </c:pt>
                <c:pt idx="1371" formatCode="h:mm:ss">
                  <c:v>0.67569444444444449</c:v>
                </c:pt>
                <c:pt idx="1372" formatCode="h:mm:ss">
                  <c:v>0.67586805555555551</c:v>
                </c:pt>
                <c:pt idx="1373" formatCode="h:mm:ss">
                  <c:v>0.67604166666666665</c:v>
                </c:pt>
                <c:pt idx="1374" formatCode="h:mm:ss">
                  <c:v>0.67621527777777779</c:v>
                </c:pt>
                <c:pt idx="1375" formatCode="h:mm:ss">
                  <c:v>0.67638888888888893</c:v>
                </c:pt>
                <c:pt idx="1376" formatCode="h:mm:ss">
                  <c:v>0.67656249999999996</c:v>
                </c:pt>
                <c:pt idx="1377" formatCode="h:mm:ss">
                  <c:v>0.67673611111111109</c:v>
                </c:pt>
                <c:pt idx="1378" formatCode="h:mm:ss">
                  <c:v>0.67690972222222223</c:v>
                </c:pt>
                <c:pt idx="1379" formatCode="h:mm:ss">
                  <c:v>0.67708333333333337</c:v>
                </c:pt>
                <c:pt idx="1380" formatCode="h:mm:ss">
                  <c:v>0.6772569444444444</c:v>
                </c:pt>
                <c:pt idx="1381" formatCode="h:mm:ss">
                  <c:v>0.67743055555555554</c:v>
                </c:pt>
                <c:pt idx="1382" formatCode="h:mm:ss">
                  <c:v>0.67760416666666667</c:v>
                </c:pt>
                <c:pt idx="1383" formatCode="h:mm:ss">
                  <c:v>0.67777777777777781</c:v>
                </c:pt>
                <c:pt idx="1384" formatCode="h:mm:ss">
                  <c:v>0.67795138888888884</c:v>
                </c:pt>
                <c:pt idx="1385" formatCode="h:mm:ss">
                  <c:v>0.67812499999999998</c:v>
                </c:pt>
                <c:pt idx="1386" formatCode="h:mm:ss">
                  <c:v>0.67829861111111112</c:v>
                </c:pt>
                <c:pt idx="1387" formatCode="h:mm:ss">
                  <c:v>0.67847222222222225</c:v>
                </c:pt>
                <c:pt idx="1388" formatCode="h:mm:ss">
                  <c:v>0.67864583333333328</c:v>
                </c:pt>
                <c:pt idx="1389" formatCode="h:mm:ss">
                  <c:v>0.67881944444444442</c:v>
                </c:pt>
                <c:pt idx="1390" formatCode="h:mm:ss">
                  <c:v>0.67899305555555556</c:v>
                </c:pt>
                <c:pt idx="1391" formatCode="h:mm:ss">
                  <c:v>0.6791666666666667</c:v>
                </c:pt>
                <c:pt idx="1392" formatCode="h:mm:ss">
                  <c:v>0.67934027777777772</c:v>
                </c:pt>
                <c:pt idx="1393" formatCode="h:mm:ss">
                  <c:v>0.67951388888888886</c:v>
                </c:pt>
                <c:pt idx="1394" formatCode="h:mm:ss">
                  <c:v>0.6796875</c:v>
                </c:pt>
                <c:pt idx="1395" formatCode="h:mm:ss">
                  <c:v>0.67986111111111114</c:v>
                </c:pt>
                <c:pt idx="1396" formatCode="h:mm:ss">
                  <c:v>0.68003472222222228</c:v>
                </c:pt>
                <c:pt idx="1397" formatCode="h:mm:ss">
                  <c:v>0.6802083333333333</c:v>
                </c:pt>
                <c:pt idx="1398" formatCode="h:mm:ss">
                  <c:v>0.68038194444444444</c:v>
                </c:pt>
                <c:pt idx="1399" formatCode="h:mm:ss">
                  <c:v>0.68055555555555558</c:v>
                </c:pt>
                <c:pt idx="1400" formatCode="h:mm:ss">
                  <c:v>0.68072916666666672</c:v>
                </c:pt>
                <c:pt idx="1401" formatCode="h:mm:ss">
                  <c:v>0.68090277777777775</c:v>
                </c:pt>
                <c:pt idx="1402" formatCode="h:mm:ss">
                  <c:v>0.68107638888888888</c:v>
                </c:pt>
                <c:pt idx="1403" formatCode="h:mm:ss">
                  <c:v>0.68125000000000002</c:v>
                </c:pt>
                <c:pt idx="1404" formatCode="h:mm:ss">
                  <c:v>0.68142361111111116</c:v>
                </c:pt>
                <c:pt idx="1405" formatCode="h:mm:ss">
                  <c:v>0.68159722222222219</c:v>
                </c:pt>
                <c:pt idx="1406" formatCode="h:mm:ss">
                  <c:v>0.68177083333333333</c:v>
                </c:pt>
                <c:pt idx="1407" formatCode="h:mm:ss">
                  <c:v>0.68194444444444446</c:v>
                </c:pt>
                <c:pt idx="1408" formatCode="h:mm:ss">
                  <c:v>0.6821180555555556</c:v>
                </c:pt>
                <c:pt idx="1409" formatCode="h:mm:ss">
                  <c:v>0.68229166666666663</c:v>
                </c:pt>
                <c:pt idx="1410" formatCode="h:mm:ss">
                  <c:v>0.68246527777777777</c:v>
                </c:pt>
                <c:pt idx="1411" formatCode="h:mm:ss">
                  <c:v>0.68263888888888891</c:v>
                </c:pt>
                <c:pt idx="1412" formatCode="h:mm:ss">
                  <c:v>0.68281250000000004</c:v>
                </c:pt>
                <c:pt idx="1413" formatCode="h:mm:ss">
                  <c:v>0.68298611111111107</c:v>
                </c:pt>
                <c:pt idx="1414" formatCode="h:mm:ss">
                  <c:v>0.68315972222222221</c:v>
                </c:pt>
                <c:pt idx="1415" formatCode="h:mm:ss">
                  <c:v>0.68333333333333335</c:v>
                </c:pt>
                <c:pt idx="1416" formatCode="h:mm:ss">
                  <c:v>0.68350694444444449</c:v>
                </c:pt>
                <c:pt idx="1417" formatCode="h:mm:ss">
                  <c:v>0.68368055555555551</c:v>
                </c:pt>
                <c:pt idx="1418" formatCode="h:mm:ss">
                  <c:v>0.68385416666666665</c:v>
                </c:pt>
                <c:pt idx="1419" formatCode="h:mm:ss">
                  <c:v>0.68402777777777779</c:v>
                </c:pt>
                <c:pt idx="1420" formatCode="h:mm:ss">
                  <c:v>0.68420138888888893</c:v>
                </c:pt>
                <c:pt idx="1421" formatCode="h:mm:ss">
                  <c:v>0.68437499999999996</c:v>
                </c:pt>
                <c:pt idx="1422" formatCode="h:mm:ss">
                  <c:v>0.68454861111111109</c:v>
                </c:pt>
                <c:pt idx="1423" formatCode="h:mm:ss">
                  <c:v>0.68472222222222223</c:v>
                </c:pt>
                <c:pt idx="1424" formatCode="h:mm:ss">
                  <c:v>0.68489583333333337</c:v>
                </c:pt>
                <c:pt idx="1425" formatCode="h:mm:ss">
                  <c:v>0.6850694444444444</c:v>
                </c:pt>
                <c:pt idx="1426" formatCode="h:mm:ss">
                  <c:v>0.68524305555555554</c:v>
                </c:pt>
                <c:pt idx="1427" formatCode="h:mm:ss">
                  <c:v>0.68541666666666667</c:v>
                </c:pt>
                <c:pt idx="1428" formatCode="h:mm:ss">
                  <c:v>0.68559027777777781</c:v>
                </c:pt>
                <c:pt idx="1429" formatCode="h:mm:ss">
                  <c:v>0.68576388888888884</c:v>
                </c:pt>
                <c:pt idx="1430" formatCode="h:mm:ss">
                  <c:v>0.68593749999999998</c:v>
                </c:pt>
                <c:pt idx="1431" formatCode="h:mm:ss">
                  <c:v>0.68611111111111112</c:v>
                </c:pt>
                <c:pt idx="1432" formatCode="h:mm:ss">
                  <c:v>0.68628472222222225</c:v>
                </c:pt>
                <c:pt idx="1433" formatCode="h:mm:ss">
                  <c:v>0.68645833333333328</c:v>
                </c:pt>
                <c:pt idx="1434" formatCode="h:mm:ss">
                  <c:v>0.68663194444444442</c:v>
                </c:pt>
                <c:pt idx="1435" formatCode="h:mm:ss">
                  <c:v>0.68680555555555556</c:v>
                </c:pt>
                <c:pt idx="1436" formatCode="h:mm:ss">
                  <c:v>0.6869791666666667</c:v>
                </c:pt>
                <c:pt idx="1437" formatCode="h:mm:ss">
                  <c:v>0.68715277777777772</c:v>
                </c:pt>
                <c:pt idx="1438" formatCode="h:mm:ss">
                  <c:v>0.68732638888888886</c:v>
                </c:pt>
                <c:pt idx="1439" formatCode="h:mm:ss">
                  <c:v>0.6875</c:v>
                </c:pt>
                <c:pt idx="1440" formatCode="h:mm:ss">
                  <c:v>0.68767361111111114</c:v>
                </c:pt>
                <c:pt idx="1441" formatCode="h:mm:ss">
                  <c:v>0.68784722222222228</c:v>
                </c:pt>
                <c:pt idx="1442" formatCode="h:mm:ss">
                  <c:v>0.6880208333333333</c:v>
                </c:pt>
                <c:pt idx="1443" formatCode="h:mm:ss">
                  <c:v>0.68819444444444444</c:v>
                </c:pt>
                <c:pt idx="1444" formatCode="h:mm:ss">
                  <c:v>0.68836805555555558</c:v>
                </c:pt>
                <c:pt idx="1445" formatCode="h:mm:ss">
                  <c:v>0.68854166666666672</c:v>
                </c:pt>
                <c:pt idx="1446" formatCode="h:mm:ss">
                  <c:v>0.68871527777777775</c:v>
                </c:pt>
                <c:pt idx="1447" formatCode="h:mm:ss">
                  <c:v>0.68888888888888888</c:v>
                </c:pt>
                <c:pt idx="1448" formatCode="h:mm:ss">
                  <c:v>0.68906250000000002</c:v>
                </c:pt>
                <c:pt idx="1449" formatCode="h:mm:ss">
                  <c:v>0.68923611111111116</c:v>
                </c:pt>
                <c:pt idx="1450" formatCode="h:mm:ss">
                  <c:v>0.68940972222222219</c:v>
                </c:pt>
                <c:pt idx="1451" formatCode="h:mm:ss">
                  <c:v>0.68958333333333333</c:v>
                </c:pt>
                <c:pt idx="1452" formatCode="h:mm:ss">
                  <c:v>0.68975694444444446</c:v>
                </c:pt>
                <c:pt idx="1453" formatCode="h:mm:ss">
                  <c:v>0.6899305555555556</c:v>
                </c:pt>
                <c:pt idx="1454" formatCode="h:mm:ss">
                  <c:v>0.69010416666666663</c:v>
                </c:pt>
                <c:pt idx="1455" formatCode="h:mm:ss">
                  <c:v>0.69027777777777777</c:v>
                </c:pt>
                <c:pt idx="1456" formatCode="h:mm:ss">
                  <c:v>0.69045138888888891</c:v>
                </c:pt>
                <c:pt idx="1457" formatCode="h:mm:ss">
                  <c:v>0.69062500000000004</c:v>
                </c:pt>
                <c:pt idx="1458" formatCode="h:mm:ss">
                  <c:v>0.69079861111111107</c:v>
                </c:pt>
                <c:pt idx="1459" formatCode="h:mm:ss">
                  <c:v>0.69097222222222221</c:v>
                </c:pt>
                <c:pt idx="1460" formatCode="h:mm:ss">
                  <c:v>0.69114583333333335</c:v>
                </c:pt>
                <c:pt idx="1461" formatCode="h:mm:ss">
                  <c:v>0.69131944444444449</c:v>
                </c:pt>
                <c:pt idx="1462" formatCode="h:mm:ss">
                  <c:v>0.69149305555555551</c:v>
                </c:pt>
                <c:pt idx="1463" formatCode="h:mm:ss">
                  <c:v>0.69166666666666665</c:v>
                </c:pt>
                <c:pt idx="1464" formatCode="h:mm:ss">
                  <c:v>0.69184027777777779</c:v>
                </c:pt>
                <c:pt idx="1465" formatCode="h:mm:ss">
                  <c:v>0.69201388888888893</c:v>
                </c:pt>
                <c:pt idx="1466" formatCode="h:mm:ss">
                  <c:v>0.69218749999999996</c:v>
                </c:pt>
                <c:pt idx="1467" formatCode="h:mm:ss">
                  <c:v>0.69236111111111109</c:v>
                </c:pt>
                <c:pt idx="1468" formatCode="h:mm:ss">
                  <c:v>0.69253472222222223</c:v>
                </c:pt>
                <c:pt idx="1469" formatCode="h:mm:ss">
                  <c:v>0.69270833333333337</c:v>
                </c:pt>
                <c:pt idx="1470" formatCode="h:mm:ss">
                  <c:v>0.6928819444444444</c:v>
                </c:pt>
              </c:numCache>
            </c:numRef>
          </c:xVal>
          <c:yVal>
            <c:numRef>
              <c:f>'Monitor 1'!$C$10:$C$1480</c:f>
              <c:numCache>
                <c:formatCode>General</c:formatCode>
                <c:ptCount val="147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0</c:v>
                </c:pt>
                <c:pt idx="1398">
                  <c:v>0</c:v>
                </c:pt>
                <c:pt idx="1399">
                  <c:v>0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0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0</c:v>
                </c:pt>
                <c:pt idx="1409">
                  <c:v>0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0</c:v>
                </c:pt>
                <c:pt idx="1414">
                  <c:v>0</c:v>
                </c:pt>
                <c:pt idx="1415">
                  <c:v>0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0</c:v>
                </c:pt>
                <c:pt idx="1426">
                  <c:v>0</c:v>
                </c:pt>
                <c:pt idx="1427">
                  <c:v>0</c:v>
                </c:pt>
                <c:pt idx="1428">
                  <c:v>0</c:v>
                </c:pt>
                <c:pt idx="1429">
                  <c:v>0</c:v>
                </c:pt>
                <c:pt idx="1430">
                  <c:v>0</c:v>
                </c:pt>
                <c:pt idx="1431">
                  <c:v>0</c:v>
                </c:pt>
                <c:pt idx="1432">
                  <c:v>0</c:v>
                </c:pt>
                <c:pt idx="1433">
                  <c:v>0</c:v>
                </c:pt>
                <c:pt idx="1434">
                  <c:v>0</c:v>
                </c:pt>
                <c:pt idx="1435">
                  <c:v>0</c:v>
                </c:pt>
                <c:pt idx="1436">
                  <c:v>0</c:v>
                </c:pt>
                <c:pt idx="1437">
                  <c:v>0</c:v>
                </c:pt>
                <c:pt idx="1438">
                  <c:v>0</c:v>
                </c:pt>
                <c:pt idx="1439">
                  <c:v>0</c:v>
                </c:pt>
                <c:pt idx="1440">
                  <c:v>0</c:v>
                </c:pt>
                <c:pt idx="1441">
                  <c:v>0</c:v>
                </c:pt>
                <c:pt idx="1442">
                  <c:v>0</c:v>
                </c:pt>
                <c:pt idx="1443">
                  <c:v>0</c:v>
                </c:pt>
                <c:pt idx="1444">
                  <c:v>0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0</c:v>
                </c:pt>
                <c:pt idx="1450">
                  <c:v>0</c:v>
                </c:pt>
                <c:pt idx="1451">
                  <c:v>0</c:v>
                </c:pt>
                <c:pt idx="1452">
                  <c:v>0</c:v>
                </c:pt>
                <c:pt idx="1453">
                  <c:v>0</c:v>
                </c:pt>
                <c:pt idx="1454">
                  <c:v>0</c:v>
                </c:pt>
                <c:pt idx="1455">
                  <c:v>0</c:v>
                </c:pt>
                <c:pt idx="1456">
                  <c:v>0</c:v>
                </c:pt>
                <c:pt idx="1457">
                  <c:v>0</c:v>
                </c:pt>
                <c:pt idx="1458">
                  <c:v>0</c:v>
                </c:pt>
                <c:pt idx="1459">
                  <c:v>0</c:v>
                </c:pt>
                <c:pt idx="1460">
                  <c:v>0</c:v>
                </c:pt>
                <c:pt idx="1461">
                  <c:v>0</c:v>
                </c:pt>
                <c:pt idx="1462">
                  <c:v>0</c:v>
                </c:pt>
                <c:pt idx="1463">
                  <c:v>0</c:v>
                </c:pt>
                <c:pt idx="1464">
                  <c:v>0</c:v>
                </c:pt>
                <c:pt idx="1465">
                  <c:v>0</c:v>
                </c:pt>
                <c:pt idx="1466">
                  <c:v>0</c:v>
                </c:pt>
                <c:pt idx="1467">
                  <c:v>0</c:v>
                </c:pt>
                <c:pt idx="1468">
                  <c:v>0</c:v>
                </c:pt>
                <c:pt idx="1469">
                  <c:v>0</c:v>
                </c:pt>
                <c:pt idx="147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A86-4638-A9E1-02D09133811F}"/>
            </c:ext>
          </c:extLst>
        </c:ser>
        <c:ser>
          <c:idx val="2"/>
          <c:order val="2"/>
          <c:tx>
            <c:strRef>
              <c:f>'Monitor 1'!$D$9</c:f>
              <c:strCache>
                <c:ptCount val="1"/>
                <c:pt idx="0">
                  <c:v>NO₂ Reading (PPM)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'Monitor 1'!$A$10:$A$1480</c:f>
              <c:numCache>
                <c:formatCode>h:mm;@</c:formatCode>
                <c:ptCount val="1471"/>
                <c:pt idx="0">
                  <c:v>0.42465277777777777</c:v>
                </c:pt>
                <c:pt idx="1">
                  <c:v>0.42482638888888891</c:v>
                </c:pt>
                <c:pt idx="2">
                  <c:v>0.42499999999999999</c:v>
                </c:pt>
                <c:pt idx="3">
                  <c:v>0.42517361111111113</c:v>
                </c:pt>
                <c:pt idx="4">
                  <c:v>0.42534722222222221</c:v>
                </c:pt>
                <c:pt idx="5">
                  <c:v>0.42552083333333335</c:v>
                </c:pt>
                <c:pt idx="6">
                  <c:v>0.42569444444444443</c:v>
                </c:pt>
                <c:pt idx="7">
                  <c:v>0.42586805555555557</c:v>
                </c:pt>
                <c:pt idx="8">
                  <c:v>0.42604166666666665</c:v>
                </c:pt>
                <c:pt idx="9">
                  <c:v>0.42621527777777779</c:v>
                </c:pt>
                <c:pt idx="10">
                  <c:v>0.42638888888888887</c:v>
                </c:pt>
                <c:pt idx="11">
                  <c:v>0.42656250000000001</c:v>
                </c:pt>
                <c:pt idx="12">
                  <c:v>0.42673611111111109</c:v>
                </c:pt>
                <c:pt idx="13">
                  <c:v>0.42690972222222223</c:v>
                </c:pt>
                <c:pt idx="14">
                  <c:v>0.42708333333333331</c:v>
                </c:pt>
                <c:pt idx="15">
                  <c:v>0.42725694444444445</c:v>
                </c:pt>
                <c:pt idx="16">
                  <c:v>0.42743055555555554</c:v>
                </c:pt>
                <c:pt idx="17">
                  <c:v>0.42760416666666667</c:v>
                </c:pt>
                <c:pt idx="18">
                  <c:v>0.42777777777777776</c:v>
                </c:pt>
                <c:pt idx="19">
                  <c:v>0.4279513888888889</c:v>
                </c:pt>
                <c:pt idx="20">
                  <c:v>0.42812499999999998</c:v>
                </c:pt>
                <c:pt idx="21">
                  <c:v>0.42829861111111112</c:v>
                </c:pt>
                <c:pt idx="22">
                  <c:v>0.4284722222222222</c:v>
                </c:pt>
                <c:pt idx="23">
                  <c:v>0.42864583333333334</c:v>
                </c:pt>
                <c:pt idx="24">
                  <c:v>0.42881944444444442</c:v>
                </c:pt>
                <c:pt idx="25">
                  <c:v>0.42899305555555556</c:v>
                </c:pt>
                <c:pt idx="26">
                  <c:v>0.42916666666666664</c:v>
                </c:pt>
                <c:pt idx="27">
                  <c:v>0.42934027777777778</c:v>
                </c:pt>
                <c:pt idx="28">
                  <c:v>0.42951388888888886</c:v>
                </c:pt>
                <c:pt idx="29">
                  <c:v>0.4296875</c:v>
                </c:pt>
                <c:pt idx="30">
                  <c:v>0.42986111111111114</c:v>
                </c:pt>
                <c:pt idx="31">
                  <c:v>0.44305555555555554</c:v>
                </c:pt>
                <c:pt idx="32">
                  <c:v>0.44322916666666667</c:v>
                </c:pt>
                <c:pt idx="33">
                  <c:v>0.44340277777777776</c:v>
                </c:pt>
                <c:pt idx="34">
                  <c:v>0.4435763888888889</c:v>
                </c:pt>
                <c:pt idx="35">
                  <c:v>0.44374999999999998</c:v>
                </c:pt>
                <c:pt idx="36">
                  <c:v>0.44392361111111112</c:v>
                </c:pt>
                <c:pt idx="37">
                  <c:v>0.4440972222222222</c:v>
                </c:pt>
                <c:pt idx="38">
                  <c:v>0.44427083333333334</c:v>
                </c:pt>
                <c:pt idx="39">
                  <c:v>0.44444444444444442</c:v>
                </c:pt>
                <c:pt idx="40">
                  <c:v>0.44461805555555556</c:v>
                </c:pt>
                <c:pt idx="41">
                  <c:v>0.44479166666666664</c:v>
                </c:pt>
                <c:pt idx="42">
                  <c:v>0.44496527777777778</c:v>
                </c:pt>
                <c:pt idx="43">
                  <c:v>0.44513888888888886</c:v>
                </c:pt>
                <c:pt idx="44">
                  <c:v>0.4453125</c:v>
                </c:pt>
                <c:pt idx="45">
                  <c:v>0.44548611111111114</c:v>
                </c:pt>
                <c:pt idx="46">
                  <c:v>0.44565972222222222</c:v>
                </c:pt>
                <c:pt idx="47">
                  <c:v>0.44583333333333336</c:v>
                </c:pt>
                <c:pt idx="48">
                  <c:v>0.44600694444444444</c:v>
                </c:pt>
                <c:pt idx="49">
                  <c:v>0.44618055555555558</c:v>
                </c:pt>
                <c:pt idx="50">
                  <c:v>0.44635416666666666</c:v>
                </c:pt>
                <c:pt idx="51">
                  <c:v>0.4465277777777778</c:v>
                </c:pt>
                <c:pt idx="52">
                  <c:v>0.44670138888888888</c:v>
                </c:pt>
                <c:pt idx="53">
                  <c:v>0.44687500000000002</c:v>
                </c:pt>
                <c:pt idx="54">
                  <c:v>0.4470486111111111</c:v>
                </c:pt>
                <c:pt idx="55">
                  <c:v>0.44722222222222224</c:v>
                </c:pt>
                <c:pt idx="56">
                  <c:v>0.44739583333333333</c:v>
                </c:pt>
                <c:pt idx="57">
                  <c:v>0.44756944444444446</c:v>
                </c:pt>
                <c:pt idx="58">
                  <c:v>0.44774305555555555</c:v>
                </c:pt>
                <c:pt idx="59">
                  <c:v>0.44791666666666669</c:v>
                </c:pt>
                <c:pt idx="60">
                  <c:v>0.44809027777777777</c:v>
                </c:pt>
                <c:pt idx="61">
                  <c:v>0.44826388888888891</c:v>
                </c:pt>
                <c:pt idx="62">
                  <c:v>0.44843749999999999</c:v>
                </c:pt>
                <c:pt idx="63">
                  <c:v>0.44861111111111113</c:v>
                </c:pt>
                <c:pt idx="64">
                  <c:v>0.44878472222222221</c:v>
                </c:pt>
                <c:pt idx="65">
                  <c:v>0.44895833333333335</c:v>
                </c:pt>
                <c:pt idx="66">
                  <c:v>0.44913194444444443</c:v>
                </c:pt>
                <c:pt idx="67">
                  <c:v>0.44930555555555557</c:v>
                </c:pt>
                <c:pt idx="68">
                  <c:v>0.44947916666666665</c:v>
                </c:pt>
                <c:pt idx="69">
                  <c:v>0.44965277777777779</c:v>
                </c:pt>
                <c:pt idx="70">
                  <c:v>0.44982638888888887</c:v>
                </c:pt>
                <c:pt idx="71">
                  <c:v>0.45</c:v>
                </c:pt>
                <c:pt idx="72">
                  <c:v>0.45017361111111109</c:v>
                </c:pt>
                <c:pt idx="73">
                  <c:v>0.45034722222222223</c:v>
                </c:pt>
                <c:pt idx="74">
                  <c:v>0.45052083333333331</c:v>
                </c:pt>
                <c:pt idx="75">
                  <c:v>0.45069444444444445</c:v>
                </c:pt>
                <c:pt idx="76">
                  <c:v>0.45086805555555554</c:v>
                </c:pt>
                <c:pt idx="77">
                  <c:v>0.45104166666666667</c:v>
                </c:pt>
                <c:pt idx="78">
                  <c:v>0.45121527777777776</c:v>
                </c:pt>
                <c:pt idx="79">
                  <c:v>0.4513888888888889</c:v>
                </c:pt>
                <c:pt idx="80">
                  <c:v>0.45156249999999998</c:v>
                </c:pt>
                <c:pt idx="81">
                  <c:v>0.45173611111111112</c:v>
                </c:pt>
                <c:pt idx="82">
                  <c:v>0.4519097222222222</c:v>
                </c:pt>
                <c:pt idx="83">
                  <c:v>0.45208333333333334</c:v>
                </c:pt>
                <c:pt idx="84">
                  <c:v>0.45225694444444442</c:v>
                </c:pt>
                <c:pt idx="85">
                  <c:v>0.45243055555555556</c:v>
                </c:pt>
                <c:pt idx="86">
                  <c:v>0.45260416666666664</c:v>
                </c:pt>
                <c:pt idx="87">
                  <c:v>0.45277777777777778</c:v>
                </c:pt>
                <c:pt idx="88">
                  <c:v>0.45295138888888886</c:v>
                </c:pt>
                <c:pt idx="89">
                  <c:v>0.453125</c:v>
                </c:pt>
                <c:pt idx="90">
                  <c:v>0.45329861111111114</c:v>
                </c:pt>
                <c:pt idx="91">
                  <c:v>0.45347222222222222</c:v>
                </c:pt>
                <c:pt idx="92">
                  <c:v>0.45364583333333336</c:v>
                </c:pt>
                <c:pt idx="93">
                  <c:v>0.45381944444444444</c:v>
                </c:pt>
                <c:pt idx="94">
                  <c:v>0.45399305555555558</c:v>
                </c:pt>
                <c:pt idx="95">
                  <c:v>0.45416666666666666</c:v>
                </c:pt>
                <c:pt idx="96">
                  <c:v>0.4543402777777778</c:v>
                </c:pt>
                <c:pt idx="97">
                  <c:v>0.45451388888888888</c:v>
                </c:pt>
                <c:pt idx="98">
                  <c:v>0.45468750000000002</c:v>
                </c:pt>
                <c:pt idx="99">
                  <c:v>0.4548611111111111</c:v>
                </c:pt>
                <c:pt idx="100">
                  <c:v>0.45503472222222224</c:v>
                </c:pt>
                <c:pt idx="101">
                  <c:v>0.45520833333333333</c:v>
                </c:pt>
                <c:pt idx="102">
                  <c:v>0.45538194444444446</c:v>
                </c:pt>
                <c:pt idx="103">
                  <c:v>0.45555555555555555</c:v>
                </c:pt>
                <c:pt idx="104">
                  <c:v>0.45572916666666669</c:v>
                </c:pt>
                <c:pt idx="105">
                  <c:v>0.45590277777777777</c:v>
                </c:pt>
                <c:pt idx="106">
                  <c:v>0.45607638888888891</c:v>
                </c:pt>
                <c:pt idx="107">
                  <c:v>0.45624999999999999</c:v>
                </c:pt>
                <c:pt idx="108">
                  <c:v>0.45642361111111113</c:v>
                </c:pt>
                <c:pt idx="109">
                  <c:v>0.45659722222222221</c:v>
                </c:pt>
                <c:pt idx="110">
                  <c:v>0.45677083333333335</c:v>
                </c:pt>
                <c:pt idx="111">
                  <c:v>0.45694444444444443</c:v>
                </c:pt>
                <c:pt idx="112">
                  <c:v>0.45711805555555557</c:v>
                </c:pt>
                <c:pt idx="113">
                  <c:v>0.45729166666666665</c:v>
                </c:pt>
                <c:pt idx="114">
                  <c:v>0.45746527777777779</c:v>
                </c:pt>
                <c:pt idx="115">
                  <c:v>0.45763888888888887</c:v>
                </c:pt>
                <c:pt idx="116">
                  <c:v>0.45781250000000001</c:v>
                </c:pt>
                <c:pt idx="117">
                  <c:v>0.45798611111111109</c:v>
                </c:pt>
                <c:pt idx="118">
                  <c:v>0.45815972222222223</c:v>
                </c:pt>
                <c:pt idx="119">
                  <c:v>0.45833333333333331</c:v>
                </c:pt>
                <c:pt idx="120">
                  <c:v>0.45850694444444445</c:v>
                </c:pt>
                <c:pt idx="121">
                  <c:v>0.45868055555555554</c:v>
                </c:pt>
                <c:pt idx="122">
                  <c:v>0.45885416666666667</c:v>
                </c:pt>
                <c:pt idx="123">
                  <c:v>0.45902777777777776</c:v>
                </c:pt>
                <c:pt idx="124">
                  <c:v>0.4592013888888889</c:v>
                </c:pt>
                <c:pt idx="125">
                  <c:v>0.45937499999999998</c:v>
                </c:pt>
                <c:pt idx="126">
                  <c:v>0.45954861111111112</c:v>
                </c:pt>
                <c:pt idx="127">
                  <c:v>0.4597222222222222</c:v>
                </c:pt>
                <c:pt idx="128">
                  <c:v>0.45989583333333334</c:v>
                </c:pt>
                <c:pt idx="129">
                  <c:v>0.46006944444444442</c:v>
                </c:pt>
                <c:pt idx="130">
                  <c:v>0.46024305555555556</c:v>
                </c:pt>
                <c:pt idx="131">
                  <c:v>0.46041666666666664</c:v>
                </c:pt>
                <c:pt idx="132">
                  <c:v>0.46059027777777778</c:v>
                </c:pt>
                <c:pt idx="133">
                  <c:v>0.46076388888888886</c:v>
                </c:pt>
                <c:pt idx="134">
                  <c:v>0.4609375</c:v>
                </c:pt>
                <c:pt idx="135">
                  <c:v>0.46111111111111114</c:v>
                </c:pt>
                <c:pt idx="136">
                  <c:v>0.46128472222222222</c:v>
                </c:pt>
                <c:pt idx="137">
                  <c:v>0.46145833333333336</c:v>
                </c:pt>
                <c:pt idx="138">
                  <c:v>0.46163194444444444</c:v>
                </c:pt>
                <c:pt idx="139">
                  <c:v>0.46180555555555558</c:v>
                </c:pt>
                <c:pt idx="140">
                  <c:v>0.46197916666666666</c:v>
                </c:pt>
                <c:pt idx="141">
                  <c:v>0.4621527777777778</c:v>
                </c:pt>
                <c:pt idx="142">
                  <c:v>0.46232638888888888</c:v>
                </c:pt>
                <c:pt idx="143">
                  <c:v>0.46250000000000002</c:v>
                </c:pt>
                <c:pt idx="144">
                  <c:v>0.4626736111111111</c:v>
                </c:pt>
                <c:pt idx="145">
                  <c:v>0.46284722222222224</c:v>
                </c:pt>
                <c:pt idx="146">
                  <c:v>0.46302083333333333</c:v>
                </c:pt>
                <c:pt idx="147">
                  <c:v>0.46319444444444446</c:v>
                </c:pt>
                <c:pt idx="148">
                  <c:v>0.46336805555555555</c:v>
                </c:pt>
                <c:pt idx="149">
                  <c:v>0.46354166666666669</c:v>
                </c:pt>
                <c:pt idx="150">
                  <c:v>0.46371527777777777</c:v>
                </c:pt>
                <c:pt idx="151">
                  <c:v>0.46388888888888891</c:v>
                </c:pt>
                <c:pt idx="152">
                  <c:v>0.46406249999999999</c:v>
                </c:pt>
                <c:pt idx="153">
                  <c:v>0.46423611111111113</c:v>
                </c:pt>
                <c:pt idx="154">
                  <c:v>0.46440972222222221</c:v>
                </c:pt>
                <c:pt idx="155">
                  <c:v>0.46458333333333335</c:v>
                </c:pt>
                <c:pt idx="156">
                  <c:v>0.46475694444444443</c:v>
                </c:pt>
                <c:pt idx="157">
                  <c:v>0.46493055555555557</c:v>
                </c:pt>
                <c:pt idx="158">
                  <c:v>0.46510416666666665</c:v>
                </c:pt>
                <c:pt idx="159">
                  <c:v>0.46527777777777779</c:v>
                </c:pt>
                <c:pt idx="160">
                  <c:v>0.46545138888888887</c:v>
                </c:pt>
                <c:pt idx="161">
                  <c:v>0.46562500000000001</c:v>
                </c:pt>
                <c:pt idx="162">
                  <c:v>0.46579861111111109</c:v>
                </c:pt>
                <c:pt idx="163">
                  <c:v>0.46597222222222223</c:v>
                </c:pt>
                <c:pt idx="164">
                  <c:v>0.46614583333333331</c:v>
                </c:pt>
                <c:pt idx="165">
                  <c:v>0.46631944444444445</c:v>
                </c:pt>
                <c:pt idx="166">
                  <c:v>0.46649305555555554</c:v>
                </c:pt>
                <c:pt idx="167">
                  <c:v>0.46666666666666667</c:v>
                </c:pt>
                <c:pt idx="168" formatCode="h:mm:ss">
                  <c:v>0.46684027777777776</c:v>
                </c:pt>
                <c:pt idx="169" formatCode="h:mm:ss">
                  <c:v>0.4670138888888889</c:v>
                </c:pt>
                <c:pt idx="170" formatCode="h:mm:ss">
                  <c:v>0.46718749999999998</c:v>
                </c:pt>
                <c:pt idx="171" formatCode="h:mm:ss">
                  <c:v>0.46736111111111112</c:v>
                </c:pt>
                <c:pt idx="172" formatCode="h:mm:ss">
                  <c:v>0.4675347222222222</c:v>
                </c:pt>
                <c:pt idx="173" formatCode="h:mm:ss">
                  <c:v>0.46770833333333334</c:v>
                </c:pt>
                <c:pt idx="174" formatCode="h:mm:ss">
                  <c:v>0.46788194444444442</c:v>
                </c:pt>
                <c:pt idx="175" formatCode="h:mm:ss">
                  <c:v>0.46805555555555556</c:v>
                </c:pt>
                <c:pt idx="176" formatCode="h:mm:ss">
                  <c:v>0.46822916666666664</c:v>
                </c:pt>
                <c:pt idx="177" formatCode="h:mm:ss">
                  <c:v>0.46840277777777778</c:v>
                </c:pt>
                <c:pt idx="178" formatCode="h:mm:ss">
                  <c:v>0.46857638888888886</c:v>
                </c:pt>
                <c:pt idx="179" formatCode="h:mm:ss">
                  <c:v>0.46875</c:v>
                </c:pt>
                <c:pt idx="180" formatCode="h:mm:ss">
                  <c:v>0.46892361111111114</c:v>
                </c:pt>
                <c:pt idx="181" formatCode="h:mm:ss">
                  <c:v>0.46909722222222222</c:v>
                </c:pt>
                <c:pt idx="182" formatCode="h:mm:ss">
                  <c:v>0.46927083333333336</c:v>
                </c:pt>
                <c:pt idx="183" formatCode="h:mm:ss">
                  <c:v>0.46944444444444444</c:v>
                </c:pt>
                <c:pt idx="184" formatCode="h:mm:ss">
                  <c:v>0.46961805555555558</c:v>
                </c:pt>
                <c:pt idx="185" formatCode="h:mm:ss">
                  <c:v>0.46979166666666666</c:v>
                </c:pt>
                <c:pt idx="186" formatCode="h:mm:ss">
                  <c:v>0.4699652777777778</c:v>
                </c:pt>
                <c:pt idx="187" formatCode="h:mm:ss">
                  <c:v>0.47013888888888888</c:v>
                </c:pt>
                <c:pt idx="188" formatCode="h:mm:ss">
                  <c:v>0.47031250000000002</c:v>
                </c:pt>
                <c:pt idx="189" formatCode="h:mm:ss">
                  <c:v>0.4704861111111111</c:v>
                </c:pt>
                <c:pt idx="190" formatCode="h:mm:ss">
                  <c:v>0.47065972222222224</c:v>
                </c:pt>
                <c:pt idx="191" formatCode="h:mm:ss">
                  <c:v>0.47083333333333333</c:v>
                </c:pt>
                <c:pt idx="192" formatCode="h:mm:ss">
                  <c:v>0.47100694444444446</c:v>
                </c:pt>
                <c:pt idx="193" formatCode="h:mm:ss">
                  <c:v>0.47118055555555555</c:v>
                </c:pt>
                <c:pt idx="194" formatCode="h:mm:ss">
                  <c:v>0.47135416666666669</c:v>
                </c:pt>
                <c:pt idx="195" formatCode="h:mm:ss">
                  <c:v>0.47152777777777777</c:v>
                </c:pt>
                <c:pt idx="196" formatCode="h:mm:ss">
                  <c:v>0.47170138888888891</c:v>
                </c:pt>
                <c:pt idx="197" formatCode="h:mm:ss">
                  <c:v>0.47187499999999999</c:v>
                </c:pt>
                <c:pt idx="198" formatCode="h:mm:ss">
                  <c:v>0.47204861111111113</c:v>
                </c:pt>
                <c:pt idx="199" formatCode="h:mm:ss">
                  <c:v>0.47222222222222221</c:v>
                </c:pt>
                <c:pt idx="200" formatCode="h:mm:ss">
                  <c:v>0.47239583333333335</c:v>
                </c:pt>
                <c:pt idx="201" formatCode="h:mm:ss">
                  <c:v>0.47256944444444443</c:v>
                </c:pt>
                <c:pt idx="202" formatCode="h:mm:ss">
                  <c:v>0.47274305555555557</c:v>
                </c:pt>
                <c:pt idx="203" formatCode="h:mm:ss">
                  <c:v>0.47291666666666665</c:v>
                </c:pt>
                <c:pt idx="204" formatCode="h:mm:ss">
                  <c:v>0.47309027777777779</c:v>
                </c:pt>
                <c:pt idx="205" formatCode="h:mm:ss">
                  <c:v>0.47326388888888887</c:v>
                </c:pt>
                <c:pt idx="206" formatCode="h:mm:ss">
                  <c:v>0.47343750000000001</c:v>
                </c:pt>
                <c:pt idx="207" formatCode="h:mm:ss">
                  <c:v>0.47361111111111109</c:v>
                </c:pt>
                <c:pt idx="208" formatCode="h:mm:ss">
                  <c:v>0.47378472222222223</c:v>
                </c:pt>
                <c:pt idx="209" formatCode="h:mm:ss">
                  <c:v>0.47395833333333331</c:v>
                </c:pt>
                <c:pt idx="210" formatCode="h:mm:ss">
                  <c:v>0.47413194444444445</c:v>
                </c:pt>
                <c:pt idx="211" formatCode="h:mm:ss">
                  <c:v>0.47430555555555554</c:v>
                </c:pt>
                <c:pt idx="212" formatCode="h:mm:ss">
                  <c:v>0.47447916666666667</c:v>
                </c:pt>
                <c:pt idx="213" formatCode="h:mm:ss">
                  <c:v>0.47465277777777776</c:v>
                </c:pt>
                <c:pt idx="214" formatCode="h:mm:ss">
                  <c:v>0.4748263888888889</c:v>
                </c:pt>
                <c:pt idx="215" formatCode="h:mm:ss">
                  <c:v>0.47499999999999998</c:v>
                </c:pt>
                <c:pt idx="216" formatCode="h:mm:ss">
                  <c:v>0.47517361111111112</c:v>
                </c:pt>
                <c:pt idx="217" formatCode="h:mm:ss">
                  <c:v>0.4753472222222222</c:v>
                </c:pt>
                <c:pt idx="218" formatCode="h:mm:ss">
                  <c:v>0.47552083333333334</c:v>
                </c:pt>
                <c:pt idx="219" formatCode="h:mm:ss">
                  <c:v>0.47569444444444442</c:v>
                </c:pt>
                <c:pt idx="220" formatCode="h:mm:ss">
                  <c:v>0.47586805555555556</c:v>
                </c:pt>
                <c:pt idx="221" formatCode="h:mm:ss">
                  <c:v>0.47604166666666664</c:v>
                </c:pt>
                <c:pt idx="222" formatCode="h:mm:ss">
                  <c:v>0.47621527777777778</c:v>
                </c:pt>
                <c:pt idx="223" formatCode="h:mm:ss">
                  <c:v>0.47638888888888886</c:v>
                </c:pt>
                <c:pt idx="224" formatCode="h:mm:ss">
                  <c:v>0.4765625</c:v>
                </c:pt>
                <c:pt idx="225" formatCode="h:mm:ss">
                  <c:v>0.47673611111111114</c:v>
                </c:pt>
                <c:pt idx="226" formatCode="h:mm:ss">
                  <c:v>0.47690972222222222</c:v>
                </c:pt>
                <c:pt idx="227" formatCode="h:mm:ss">
                  <c:v>0.47708333333333336</c:v>
                </c:pt>
                <c:pt idx="228" formatCode="h:mm:ss">
                  <c:v>0.47725694444444444</c:v>
                </c:pt>
                <c:pt idx="229" formatCode="h:mm:ss">
                  <c:v>0.47743055555555558</c:v>
                </c:pt>
                <c:pt idx="230" formatCode="h:mm:ss">
                  <c:v>0.47760416666666666</c:v>
                </c:pt>
                <c:pt idx="231" formatCode="h:mm:ss">
                  <c:v>0.4777777777777778</c:v>
                </c:pt>
                <c:pt idx="232" formatCode="h:mm:ss">
                  <c:v>0.47795138888888888</c:v>
                </c:pt>
                <c:pt idx="233" formatCode="h:mm:ss">
                  <c:v>0.47812500000000002</c:v>
                </c:pt>
                <c:pt idx="234" formatCode="h:mm:ss">
                  <c:v>0.4782986111111111</c:v>
                </c:pt>
                <c:pt idx="235" formatCode="h:mm:ss">
                  <c:v>0.47847222222222224</c:v>
                </c:pt>
                <c:pt idx="236" formatCode="h:mm:ss">
                  <c:v>0.47864583333333333</c:v>
                </c:pt>
                <c:pt idx="237" formatCode="h:mm:ss">
                  <c:v>0.47881944444444446</c:v>
                </c:pt>
                <c:pt idx="238" formatCode="h:mm:ss">
                  <c:v>0.47899305555555555</c:v>
                </c:pt>
                <c:pt idx="239" formatCode="h:mm:ss">
                  <c:v>0.47916666666666669</c:v>
                </c:pt>
                <c:pt idx="240" formatCode="h:mm:ss">
                  <c:v>0.47934027777777777</c:v>
                </c:pt>
                <c:pt idx="241" formatCode="h:mm:ss">
                  <c:v>0.47951388888888891</c:v>
                </c:pt>
                <c:pt idx="242" formatCode="h:mm:ss">
                  <c:v>0.47968749999999999</c:v>
                </c:pt>
                <c:pt idx="243" formatCode="h:mm:ss">
                  <c:v>0.47986111111111113</c:v>
                </c:pt>
                <c:pt idx="244" formatCode="h:mm:ss">
                  <c:v>0.48003472222222221</c:v>
                </c:pt>
                <c:pt idx="245" formatCode="h:mm:ss">
                  <c:v>0.48020833333333335</c:v>
                </c:pt>
                <c:pt idx="246" formatCode="h:mm:ss">
                  <c:v>0.48038194444444443</c:v>
                </c:pt>
                <c:pt idx="247" formatCode="h:mm:ss">
                  <c:v>0.48055555555555557</c:v>
                </c:pt>
                <c:pt idx="248" formatCode="h:mm:ss">
                  <c:v>0.48072916666666665</c:v>
                </c:pt>
                <c:pt idx="249" formatCode="h:mm:ss">
                  <c:v>0.48090277777777779</c:v>
                </c:pt>
                <c:pt idx="250" formatCode="h:mm:ss">
                  <c:v>0.48107638888888887</c:v>
                </c:pt>
                <c:pt idx="251" formatCode="h:mm:ss">
                  <c:v>0.48125000000000001</c:v>
                </c:pt>
                <c:pt idx="252" formatCode="h:mm:ss">
                  <c:v>0.48142361111111109</c:v>
                </c:pt>
                <c:pt idx="253" formatCode="h:mm:ss">
                  <c:v>0.48159722222222223</c:v>
                </c:pt>
                <c:pt idx="254" formatCode="h:mm:ss">
                  <c:v>0.48177083333333331</c:v>
                </c:pt>
                <c:pt idx="255" formatCode="h:mm:ss">
                  <c:v>0.48194444444444445</c:v>
                </c:pt>
                <c:pt idx="256" formatCode="h:mm:ss">
                  <c:v>0.48211805555555554</c:v>
                </c:pt>
                <c:pt idx="257" formatCode="h:mm:ss">
                  <c:v>0.48229166666666667</c:v>
                </c:pt>
                <c:pt idx="258" formatCode="h:mm:ss">
                  <c:v>0.48246527777777776</c:v>
                </c:pt>
                <c:pt idx="259" formatCode="h:mm:ss">
                  <c:v>0.4826388888888889</c:v>
                </c:pt>
                <c:pt idx="260" formatCode="h:mm:ss">
                  <c:v>0.48281249999999998</c:v>
                </c:pt>
                <c:pt idx="261" formatCode="h:mm:ss">
                  <c:v>0.48298611111111112</c:v>
                </c:pt>
                <c:pt idx="262" formatCode="h:mm:ss">
                  <c:v>0.4831597222222222</c:v>
                </c:pt>
                <c:pt idx="263" formatCode="h:mm:ss">
                  <c:v>0.48333333333333334</c:v>
                </c:pt>
                <c:pt idx="264" formatCode="h:mm:ss">
                  <c:v>0.48350694444444442</c:v>
                </c:pt>
                <c:pt idx="265" formatCode="h:mm:ss">
                  <c:v>0.48368055555555556</c:v>
                </c:pt>
                <c:pt idx="266" formatCode="h:mm:ss">
                  <c:v>0.48385416666666664</c:v>
                </c:pt>
                <c:pt idx="267" formatCode="h:mm:ss">
                  <c:v>0.48402777777777778</c:v>
                </c:pt>
                <c:pt idx="268" formatCode="h:mm:ss">
                  <c:v>0.48420138888888886</c:v>
                </c:pt>
                <c:pt idx="269" formatCode="h:mm:ss">
                  <c:v>0.484375</c:v>
                </c:pt>
                <c:pt idx="270" formatCode="h:mm:ss">
                  <c:v>0.48454861111111114</c:v>
                </c:pt>
                <c:pt idx="271" formatCode="h:mm:ss">
                  <c:v>0.48472222222222222</c:v>
                </c:pt>
                <c:pt idx="272" formatCode="h:mm:ss">
                  <c:v>0.48489583333333336</c:v>
                </c:pt>
                <c:pt idx="273" formatCode="h:mm:ss">
                  <c:v>0.48506944444444444</c:v>
                </c:pt>
                <c:pt idx="274" formatCode="h:mm:ss">
                  <c:v>0.48524305555555558</c:v>
                </c:pt>
                <c:pt idx="275" formatCode="h:mm:ss">
                  <c:v>0.48541666666666666</c:v>
                </c:pt>
                <c:pt idx="276" formatCode="h:mm:ss">
                  <c:v>0.4855902777777778</c:v>
                </c:pt>
                <c:pt idx="277" formatCode="h:mm:ss">
                  <c:v>0.48576388888888888</c:v>
                </c:pt>
                <c:pt idx="278" formatCode="h:mm:ss">
                  <c:v>0.48593750000000002</c:v>
                </c:pt>
                <c:pt idx="279" formatCode="h:mm:ss">
                  <c:v>0.4861111111111111</c:v>
                </c:pt>
                <c:pt idx="280" formatCode="h:mm:ss">
                  <c:v>0.48628472222222224</c:v>
                </c:pt>
                <c:pt idx="281" formatCode="h:mm:ss">
                  <c:v>0.48645833333333333</c:v>
                </c:pt>
                <c:pt idx="282" formatCode="h:mm:ss">
                  <c:v>0.48663194444444446</c:v>
                </c:pt>
                <c:pt idx="283" formatCode="h:mm:ss">
                  <c:v>0.48680555555555555</c:v>
                </c:pt>
                <c:pt idx="284" formatCode="h:mm:ss">
                  <c:v>0.48697916666666669</c:v>
                </c:pt>
                <c:pt idx="285" formatCode="h:mm:ss">
                  <c:v>0.48715277777777777</c:v>
                </c:pt>
                <c:pt idx="286" formatCode="h:mm:ss">
                  <c:v>0.48732638888888891</c:v>
                </c:pt>
                <c:pt idx="287" formatCode="h:mm:ss">
                  <c:v>0.48749999999999999</c:v>
                </c:pt>
                <c:pt idx="288" formatCode="h:mm:ss">
                  <c:v>0.48767361111111113</c:v>
                </c:pt>
                <c:pt idx="289" formatCode="h:mm:ss">
                  <c:v>0.48784722222222221</c:v>
                </c:pt>
                <c:pt idx="290" formatCode="h:mm:ss">
                  <c:v>0.48802083333333335</c:v>
                </c:pt>
                <c:pt idx="291" formatCode="h:mm:ss">
                  <c:v>0.48819444444444443</c:v>
                </c:pt>
                <c:pt idx="292" formatCode="h:mm:ss">
                  <c:v>0.48836805555555557</c:v>
                </c:pt>
                <c:pt idx="293" formatCode="h:mm:ss">
                  <c:v>0.48854166666666665</c:v>
                </c:pt>
                <c:pt idx="294" formatCode="h:mm:ss">
                  <c:v>0.48871527777777779</c:v>
                </c:pt>
                <c:pt idx="295" formatCode="h:mm:ss">
                  <c:v>0.48888888888888887</c:v>
                </c:pt>
                <c:pt idx="296" formatCode="h:mm:ss">
                  <c:v>0.48906250000000001</c:v>
                </c:pt>
                <c:pt idx="297" formatCode="h:mm:ss">
                  <c:v>0.48923611111111109</c:v>
                </c:pt>
                <c:pt idx="298" formatCode="h:mm:ss">
                  <c:v>0.48940972222222223</c:v>
                </c:pt>
                <c:pt idx="299" formatCode="h:mm:ss">
                  <c:v>0.48958333333333331</c:v>
                </c:pt>
                <c:pt idx="300" formatCode="h:mm:ss">
                  <c:v>0.48975694444444445</c:v>
                </c:pt>
                <c:pt idx="301" formatCode="h:mm:ss">
                  <c:v>0.48993055555555554</c:v>
                </c:pt>
                <c:pt idx="302" formatCode="h:mm:ss">
                  <c:v>0.49010416666666667</c:v>
                </c:pt>
                <c:pt idx="303" formatCode="h:mm:ss">
                  <c:v>0.49027777777777776</c:v>
                </c:pt>
                <c:pt idx="304" formatCode="h:mm:ss">
                  <c:v>0.4904513888888889</c:v>
                </c:pt>
                <c:pt idx="305" formatCode="h:mm:ss">
                  <c:v>0.49062499999999998</c:v>
                </c:pt>
                <c:pt idx="306" formatCode="h:mm:ss">
                  <c:v>0.49079861111111112</c:v>
                </c:pt>
                <c:pt idx="307" formatCode="h:mm:ss">
                  <c:v>0.4909722222222222</c:v>
                </c:pt>
                <c:pt idx="308" formatCode="h:mm:ss">
                  <c:v>0.49114583333333334</c:v>
                </c:pt>
                <c:pt idx="309" formatCode="h:mm:ss">
                  <c:v>0.49131944444444442</c:v>
                </c:pt>
                <c:pt idx="310" formatCode="h:mm:ss">
                  <c:v>0.49149305555555556</c:v>
                </c:pt>
                <c:pt idx="311" formatCode="h:mm:ss">
                  <c:v>0.49166666666666664</c:v>
                </c:pt>
                <c:pt idx="312" formatCode="h:mm:ss">
                  <c:v>0.49184027777777778</c:v>
                </c:pt>
                <c:pt idx="313" formatCode="h:mm:ss">
                  <c:v>0.49201388888888886</c:v>
                </c:pt>
                <c:pt idx="314" formatCode="h:mm:ss">
                  <c:v>0.4921875</c:v>
                </c:pt>
                <c:pt idx="315" formatCode="h:mm:ss">
                  <c:v>0.49236111111111114</c:v>
                </c:pt>
                <c:pt idx="316" formatCode="h:mm:ss">
                  <c:v>0.49253472222222222</c:v>
                </c:pt>
                <c:pt idx="317" formatCode="h:mm:ss">
                  <c:v>0.49270833333333336</c:v>
                </c:pt>
                <c:pt idx="318" formatCode="h:mm:ss">
                  <c:v>0.49288194444444444</c:v>
                </c:pt>
                <c:pt idx="319" formatCode="h:mm:ss">
                  <c:v>0.49305555555555558</c:v>
                </c:pt>
                <c:pt idx="320" formatCode="h:mm:ss">
                  <c:v>0.49322916666666666</c:v>
                </c:pt>
                <c:pt idx="321" formatCode="h:mm:ss">
                  <c:v>0.4934027777777778</c:v>
                </c:pt>
                <c:pt idx="322" formatCode="h:mm:ss">
                  <c:v>0.49357638888888888</c:v>
                </c:pt>
                <c:pt idx="323" formatCode="h:mm:ss">
                  <c:v>0.49375000000000002</c:v>
                </c:pt>
                <c:pt idx="324" formatCode="h:mm:ss">
                  <c:v>0.4939236111111111</c:v>
                </c:pt>
                <c:pt idx="325" formatCode="h:mm:ss">
                  <c:v>0.49409722222222224</c:v>
                </c:pt>
                <c:pt idx="326" formatCode="h:mm:ss">
                  <c:v>0.49427083333333333</c:v>
                </c:pt>
                <c:pt idx="327" formatCode="h:mm:ss">
                  <c:v>0.49444444444444446</c:v>
                </c:pt>
                <c:pt idx="328" formatCode="h:mm:ss">
                  <c:v>0.49461805555555555</c:v>
                </c:pt>
                <c:pt idx="329" formatCode="h:mm:ss">
                  <c:v>0.49479166666666669</c:v>
                </c:pt>
                <c:pt idx="330" formatCode="h:mm:ss">
                  <c:v>0.49496527777777777</c:v>
                </c:pt>
                <c:pt idx="331" formatCode="h:mm:ss">
                  <c:v>0.49513888888888891</c:v>
                </c:pt>
                <c:pt idx="332" formatCode="h:mm:ss">
                  <c:v>0.49531249999999999</c:v>
                </c:pt>
                <c:pt idx="333" formatCode="h:mm:ss">
                  <c:v>0.49548611111111113</c:v>
                </c:pt>
                <c:pt idx="334" formatCode="h:mm:ss">
                  <c:v>0.49565972222222221</c:v>
                </c:pt>
                <c:pt idx="335" formatCode="h:mm:ss">
                  <c:v>0.49583333333333335</c:v>
                </c:pt>
                <c:pt idx="336" formatCode="h:mm:ss">
                  <c:v>0.49600694444444443</c:v>
                </c:pt>
                <c:pt idx="337" formatCode="h:mm:ss">
                  <c:v>0.49618055555555557</c:v>
                </c:pt>
                <c:pt idx="338" formatCode="h:mm:ss">
                  <c:v>0.49635416666666665</c:v>
                </c:pt>
                <c:pt idx="339" formatCode="h:mm:ss">
                  <c:v>0.49652777777777779</c:v>
                </c:pt>
                <c:pt idx="340" formatCode="h:mm:ss">
                  <c:v>0.49670138888888887</c:v>
                </c:pt>
                <c:pt idx="341" formatCode="h:mm:ss">
                  <c:v>0.49687500000000001</c:v>
                </c:pt>
                <c:pt idx="342" formatCode="h:mm:ss">
                  <c:v>0.49704861111111109</c:v>
                </c:pt>
                <c:pt idx="343" formatCode="h:mm:ss">
                  <c:v>0.49722222222222223</c:v>
                </c:pt>
                <c:pt idx="344" formatCode="h:mm:ss">
                  <c:v>0.49739583333333331</c:v>
                </c:pt>
                <c:pt idx="345" formatCode="h:mm:ss">
                  <c:v>0.49756944444444445</c:v>
                </c:pt>
                <c:pt idx="346" formatCode="h:mm:ss">
                  <c:v>0.49774305555555554</c:v>
                </c:pt>
                <c:pt idx="347" formatCode="h:mm:ss">
                  <c:v>0.49791666666666667</c:v>
                </c:pt>
                <c:pt idx="348" formatCode="h:mm:ss">
                  <c:v>0.49809027777777776</c:v>
                </c:pt>
                <c:pt idx="349" formatCode="h:mm:ss">
                  <c:v>0.4982638888888889</c:v>
                </c:pt>
                <c:pt idx="350" formatCode="h:mm:ss">
                  <c:v>0.49843749999999998</c:v>
                </c:pt>
                <c:pt idx="351" formatCode="h:mm:ss">
                  <c:v>0.49861111111111112</c:v>
                </c:pt>
                <c:pt idx="352" formatCode="h:mm:ss">
                  <c:v>0.4987847222222222</c:v>
                </c:pt>
                <c:pt idx="353" formatCode="h:mm:ss">
                  <c:v>0.49895833333333334</c:v>
                </c:pt>
                <c:pt idx="354" formatCode="h:mm:ss">
                  <c:v>0.49913194444444442</c:v>
                </c:pt>
                <c:pt idx="355" formatCode="h:mm:ss">
                  <c:v>0.49930555555555556</c:v>
                </c:pt>
                <c:pt idx="356" formatCode="h:mm:ss">
                  <c:v>0.49947916666666664</c:v>
                </c:pt>
                <c:pt idx="357" formatCode="h:mm:ss">
                  <c:v>0.49965277777777778</c:v>
                </c:pt>
                <c:pt idx="358" formatCode="h:mm:ss">
                  <c:v>0.49982638888888886</c:v>
                </c:pt>
                <c:pt idx="359" formatCode="h:mm:ss">
                  <c:v>0.5</c:v>
                </c:pt>
                <c:pt idx="360" formatCode="h:mm:ss">
                  <c:v>0.50017361111111114</c:v>
                </c:pt>
                <c:pt idx="361" formatCode="h:mm:ss">
                  <c:v>0.50034722222222228</c:v>
                </c:pt>
                <c:pt idx="362" formatCode="h:mm:ss">
                  <c:v>0.5005208333333333</c:v>
                </c:pt>
                <c:pt idx="363" formatCode="h:mm:ss">
                  <c:v>0.50069444444444444</c:v>
                </c:pt>
                <c:pt idx="364" formatCode="h:mm:ss">
                  <c:v>0.50086805555555558</c:v>
                </c:pt>
                <c:pt idx="365" formatCode="h:mm:ss">
                  <c:v>0.50104166666666672</c:v>
                </c:pt>
                <c:pt idx="366" formatCode="h:mm:ss">
                  <c:v>0.50121527777777775</c:v>
                </c:pt>
                <c:pt idx="367" formatCode="h:mm:ss">
                  <c:v>0.50138888888888888</c:v>
                </c:pt>
                <c:pt idx="368" formatCode="h:mm:ss">
                  <c:v>0.50156250000000002</c:v>
                </c:pt>
                <c:pt idx="369" formatCode="h:mm:ss">
                  <c:v>0.50173611111111116</c:v>
                </c:pt>
                <c:pt idx="370" formatCode="h:mm:ss">
                  <c:v>0.50190972222222219</c:v>
                </c:pt>
                <c:pt idx="371" formatCode="h:mm:ss">
                  <c:v>0.50208333333333333</c:v>
                </c:pt>
                <c:pt idx="372" formatCode="h:mm:ss">
                  <c:v>0.50225694444444446</c:v>
                </c:pt>
                <c:pt idx="373" formatCode="h:mm:ss">
                  <c:v>0.5024305555555556</c:v>
                </c:pt>
                <c:pt idx="374" formatCode="h:mm:ss">
                  <c:v>0.50260416666666663</c:v>
                </c:pt>
                <c:pt idx="375" formatCode="h:mm:ss">
                  <c:v>0.50277777777777777</c:v>
                </c:pt>
                <c:pt idx="376" formatCode="h:mm:ss">
                  <c:v>0.50295138888888891</c:v>
                </c:pt>
                <c:pt idx="377" formatCode="h:mm:ss">
                  <c:v>0.50312500000000004</c:v>
                </c:pt>
                <c:pt idx="378" formatCode="h:mm:ss">
                  <c:v>0.50329861111111107</c:v>
                </c:pt>
                <c:pt idx="379" formatCode="h:mm:ss">
                  <c:v>0.50347222222222221</c:v>
                </c:pt>
                <c:pt idx="380" formatCode="h:mm:ss">
                  <c:v>0.50364583333333335</c:v>
                </c:pt>
                <c:pt idx="381" formatCode="h:mm:ss">
                  <c:v>0.50381944444444449</c:v>
                </c:pt>
                <c:pt idx="382" formatCode="h:mm:ss">
                  <c:v>0.50399305555555551</c:v>
                </c:pt>
                <c:pt idx="383" formatCode="h:mm:ss">
                  <c:v>0.50416666666666665</c:v>
                </c:pt>
                <c:pt idx="384" formatCode="h:mm:ss">
                  <c:v>0.50434027777777779</c:v>
                </c:pt>
                <c:pt idx="385" formatCode="h:mm:ss">
                  <c:v>0.50451388888888893</c:v>
                </c:pt>
                <c:pt idx="386" formatCode="h:mm:ss">
                  <c:v>0.50468749999999996</c:v>
                </c:pt>
                <c:pt idx="387" formatCode="h:mm:ss">
                  <c:v>0.50486111111111109</c:v>
                </c:pt>
                <c:pt idx="388" formatCode="h:mm:ss">
                  <c:v>0.50503472222222223</c:v>
                </c:pt>
                <c:pt idx="389" formatCode="h:mm:ss">
                  <c:v>0.50520833333333337</c:v>
                </c:pt>
                <c:pt idx="390" formatCode="h:mm:ss">
                  <c:v>0.5053819444444444</c:v>
                </c:pt>
                <c:pt idx="391" formatCode="h:mm:ss">
                  <c:v>0.50555555555555554</c:v>
                </c:pt>
                <c:pt idx="392" formatCode="h:mm:ss">
                  <c:v>0.50572916666666667</c:v>
                </c:pt>
                <c:pt idx="393" formatCode="h:mm:ss">
                  <c:v>0.50590277777777781</c:v>
                </c:pt>
                <c:pt idx="394" formatCode="h:mm:ss">
                  <c:v>0.50607638888888884</c:v>
                </c:pt>
                <c:pt idx="395" formatCode="h:mm:ss">
                  <c:v>0.50624999999999998</c:v>
                </c:pt>
                <c:pt idx="396" formatCode="h:mm:ss">
                  <c:v>0.50642361111111112</c:v>
                </c:pt>
                <c:pt idx="397" formatCode="h:mm:ss">
                  <c:v>0.50659722222222225</c:v>
                </c:pt>
                <c:pt idx="398" formatCode="h:mm:ss">
                  <c:v>0.50677083333333328</c:v>
                </c:pt>
                <c:pt idx="399" formatCode="h:mm:ss">
                  <c:v>0.50694444444444442</c:v>
                </c:pt>
                <c:pt idx="400" formatCode="h:mm:ss">
                  <c:v>0.50711805555555556</c:v>
                </c:pt>
                <c:pt idx="401" formatCode="h:mm:ss">
                  <c:v>0.5072916666666667</c:v>
                </c:pt>
                <c:pt idx="402" formatCode="h:mm:ss">
                  <c:v>0.50746527777777772</c:v>
                </c:pt>
                <c:pt idx="403" formatCode="h:mm:ss">
                  <c:v>0.50763888888888886</c:v>
                </c:pt>
                <c:pt idx="404" formatCode="h:mm:ss">
                  <c:v>0.5078125</c:v>
                </c:pt>
                <c:pt idx="405" formatCode="h:mm:ss">
                  <c:v>0.50798611111111114</c:v>
                </c:pt>
                <c:pt idx="406" formatCode="h:mm:ss">
                  <c:v>0.50815972222222228</c:v>
                </c:pt>
                <c:pt idx="407" formatCode="h:mm:ss">
                  <c:v>0.5083333333333333</c:v>
                </c:pt>
                <c:pt idx="408" formatCode="h:mm:ss">
                  <c:v>0.50850694444444444</c:v>
                </c:pt>
                <c:pt idx="409" formatCode="h:mm:ss">
                  <c:v>0.50868055555555558</c:v>
                </c:pt>
                <c:pt idx="410" formatCode="h:mm:ss">
                  <c:v>0.50885416666666672</c:v>
                </c:pt>
                <c:pt idx="411" formatCode="h:mm:ss">
                  <c:v>0.50902777777777775</c:v>
                </c:pt>
                <c:pt idx="412" formatCode="h:mm:ss">
                  <c:v>0.50920138888888888</c:v>
                </c:pt>
                <c:pt idx="413" formatCode="h:mm:ss">
                  <c:v>0.50937500000000002</c:v>
                </c:pt>
                <c:pt idx="414" formatCode="h:mm:ss">
                  <c:v>0.50954861111111116</c:v>
                </c:pt>
                <c:pt idx="415" formatCode="h:mm:ss">
                  <c:v>0.50972222222222219</c:v>
                </c:pt>
                <c:pt idx="416" formatCode="h:mm:ss">
                  <c:v>0.50989583333333333</c:v>
                </c:pt>
                <c:pt idx="417" formatCode="h:mm:ss">
                  <c:v>0.51006944444444446</c:v>
                </c:pt>
                <c:pt idx="418" formatCode="h:mm:ss">
                  <c:v>0.5102430555555556</c:v>
                </c:pt>
                <c:pt idx="419" formatCode="h:mm:ss">
                  <c:v>0.51041666666666663</c:v>
                </c:pt>
                <c:pt idx="420" formatCode="h:mm:ss">
                  <c:v>0.51059027777777777</c:v>
                </c:pt>
                <c:pt idx="421" formatCode="h:mm:ss">
                  <c:v>0.51076388888888891</c:v>
                </c:pt>
                <c:pt idx="422" formatCode="h:mm:ss">
                  <c:v>0.51093750000000004</c:v>
                </c:pt>
                <c:pt idx="423" formatCode="h:mm:ss">
                  <c:v>0.51111111111111107</c:v>
                </c:pt>
                <c:pt idx="424" formatCode="h:mm:ss">
                  <c:v>0.51128472222222221</c:v>
                </c:pt>
                <c:pt idx="425" formatCode="h:mm:ss">
                  <c:v>0.51145833333333335</c:v>
                </c:pt>
                <c:pt idx="426" formatCode="h:mm:ss">
                  <c:v>0.51163194444444449</c:v>
                </c:pt>
                <c:pt idx="427" formatCode="h:mm:ss">
                  <c:v>0.51180555555555551</c:v>
                </c:pt>
                <c:pt idx="428" formatCode="h:mm:ss">
                  <c:v>0.51197916666666665</c:v>
                </c:pt>
                <c:pt idx="429" formatCode="h:mm:ss">
                  <c:v>0.51215277777777779</c:v>
                </c:pt>
                <c:pt idx="430" formatCode="h:mm:ss">
                  <c:v>0.51232638888888893</c:v>
                </c:pt>
                <c:pt idx="431" formatCode="h:mm:ss">
                  <c:v>0.51249999999999996</c:v>
                </c:pt>
                <c:pt idx="432" formatCode="h:mm:ss">
                  <c:v>0.51267361111111109</c:v>
                </c:pt>
                <c:pt idx="433" formatCode="h:mm:ss">
                  <c:v>0.51284722222222223</c:v>
                </c:pt>
                <c:pt idx="434" formatCode="h:mm:ss">
                  <c:v>0.51302083333333337</c:v>
                </c:pt>
                <c:pt idx="435" formatCode="h:mm:ss">
                  <c:v>0.5131944444444444</c:v>
                </c:pt>
                <c:pt idx="436" formatCode="h:mm:ss">
                  <c:v>0.51336805555555554</c:v>
                </c:pt>
                <c:pt idx="437" formatCode="h:mm:ss">
                  <c:v>0.51354166666666667</c:v>
                </c:pt>
                <c:pt idx="438" formatCode="h:mm:ss">
                  <c:v>0.51371527777777781</c:v>
                </c:pt>
                <c:pt idx="439" formatCode="h:mm:ss">
                  <c:v>0.51388888888888884</c:v>
                </c:pt>
                <c:pt idx="440" formatCode="h:mm:ss">
                  <c:v>0.51406249999999998</c:v>
                </c:pt>
                <c:pt idx="441" formatCode="h:mm:ss">
                  <c:v>0.51423611111111112</c:v>
                </c:pt>
                <c:pt idx="442" formatCode="h:mm:ss">
                  <c:v>0.51440972222222225</c:v>
                </c:pt>
                <c:pt idx="443" formatCode="h:mm:ss">
                  <c:v>0.51458333333333328</c:v>
                </c:pt>
                <c:pt idx="444" formatCode="h:mm:ss">
                  <c:v>0.51475694444444442</c:v>
                </c:pt>
                <c:pt idx="445" formatCode="h:mm:ss">
                  <c:v>0.51493055555555556</c:v>
                </c:pt>
                <c:pt idx="446" formatCode="h:mm:ss">
                  <c:v>0.5151041666666667</c:v>
                </c:pt>
                <c:pt idx="447" formatCode="h:mm:ss">
                  <c:v>0.51527777777777772</c:v>
                </c:pt>
                <c:pt idx="448" formatCode="h:mm:ss">
                  <c:v>0.51545138888888886</c:v>
                </c:pt>
                <c:pt idx="449" formatCode="h:mm:ss">
                  <c:v>0.515625</c:v>
                </c:pt>
                <c:pt idx="450" formatCode="h:mm:ss">
                  <c:v>0.51579861111111114</c:v>
                </c:pt>
                <c:pt idx="451" formatCode="h:mm:ss">
                  <c:v>0.51597222222222228</c:v>
                </c:pt>
                <c:pt idx="452" formatCode="h:mm:ss">
                  <c:v>0.5161458333333333</c:v>
                </c:pt>
                <c:pt idx="453" formatCode="h:mm:ss">
                  <c:v>0.51631944444444444</c:v>
                </c:pt>
                <c:pt idx="454" formatCode="h:mm:ss">
                  <c:v>0.51649305555555558</c:v>
                </c:pt>
                <c:pt idx="455" formatCode="h:mm:ss">
                  <c:v>0.51666666666666672</c:v>
                </c:pt>
                <c:pt idx="456" formatCode="h:mm:ss">
                  <c:v>0.51684027777777775</c:v>
                </c:pt>
                <c:pt idx="457" formatCode="h:mm:ss">
                  <c:v>0.51701388888888888</c:v>
                </c:pt>
                <c:pt idx="458" formatCode="h:mm:ss">
                  <c:v>0.51718750000000002</c:v>
                </c:pt>
                <c:pt idx="459" formatCode="h:mm:ss">
                  <c:v>0.51736111111111116</c:v>
                </c:pt>
                <c:pt idx="460" formatCode="h:mm:ss">
                  <c:v>0.51753472222222219</c:v>
                </c:pt>
                <c:pt idx="461" formatCode="h:mm:ss">
                  <c:v>0.51770833333333333</c:v>
                </c:pt>
                <c:pt idx="462" formatCode="h:mm:ss">
                  <c:v>0.51788194444444446</c:v>
                </c:pt>
                <c:pt idx="463" formatCode="h:mm:ss">
                  <c:v>0.5180555555555556</c:v>
                </c:pt>
                <c:pt idx="464" formatCode="h:mm:ss">
                  <c:v>0.51822916666666663</c:v>
                </c:pt>
                <c:pt idx="465" formatCode="h:mm:ss">
                  <c:v>0.51840277777777777</c:v>
                </c:pt>
                <c:pt idx="466" formatCode="h:mm:ss">
                  <c:v>0.51857638888888891</c:v>
                </c:pt>
                <c:pt idx="467" formatCode="h:mm:ss">
                  <c:v>0.51875000000000004</c:v>
                </c:pt>
                <c:pt idx="468" formatCode="h:mm:ss">
                  <c:v>0.51892361111111107</c:v>
                </c:pt>
                <c:pt idx="469" formatCode="h:mm:ss">
                  <c:v>0.51909722222222221</c:v>
                </c:pt>
                <c:pt idx="470" formatCode="h:mm:ss">
                  <c:v>0.51927083333333335</c:v>
                </c:pt>
                <c:pt idx="471" formatCode="h:mm:ss">
                  <c:v>0.51944444444444449</c:v>
                </c:pt>
                <c:pt idx="472" formatCode="h:mm:ss">
                  <c:v>0.51961805555555551</c:v>
                </c:pt>
                <c:pt idx="473" formatCode="h:mm:ss">
                  <c:v>0.51979166666666665</c:v>
                </c:pt>
                <c:pt idx="474" formatCode="h:mm:ss">
                  <c:v>0.51996527777777779</c:v>
                </c:pt>
                <c:pt idx="475" formatCode="h:mm:ss">
                  <c:v>0.52013888888888893</c:v>
                </c:pt>
                <c:pt idx="476" formatCode="h:mm:ss">
                  <c:v>0.52031249999999996</c:v>
                </c:pt>
                <c:pt idx="477" formatCode="h:mm:ss">
                  <c:v>0.52048611111111109</c:v>
                </c:pt>
                <c:pt idx="478" formatCode="h:mm:ss">
                  <c:v>0.52065972222222223</c:v>
                </c:pt>
                <c:pt idx="479" formatCode="h:mm:ss">
                  <c:v>0.52083333333333337</c:v>
                </c:pt>
                <c:pt idx="480" formatCode="h:mm:ss">
                  <c:v>0.5210069444444444</c:v>
                </c:pt>
                <c:pt idx="481" formatCode="h:mm:ss">
                  <c:v>0.52118055555555554</c:v>
                </c:pt>
                <c:pt idx="482" formatCode="h:mm:ss">
                  <c:v>0.52135416666666667</c:v>
                </c:pt>
                <c:pt idx="483" formatCode="h:mm:ss">
                  <c:v>0.52152777777777781</c:v>
                </c:pt>
                <c:pt idx="484" formatCode="h:mm:ss">
                  <c:v>0.52170138888888884</c:v>
                </c:pt>
                <c:pt idx="485" formatCode="h:mm:ss">
                  <c:v>0.52187499999999998</c:v>
                </c:pt>
                <c:pt idx="486" formatCode="h:mm:ss">
                  <c:v>0.52204861111111112</c:v>
                </c:pt>
                <c:pt idx="487" formatCode="h:mm:ss">
                  <c:v>0.52222222222222225</c:v>
                </c:pt>
                <c:pt idx="488" formatCode="h:mm:ss">
                  <c:v>0.52239583333333328</c:v>
                </c:pt>
                <c:pt idx="489" formatCode="h:mm:ss">
                  <c:v>0.52256944444444442</c:v>
                </c:pt>
                <c:pt idx="490" formatCode="h:mm:ss">
                  <c:v>0.52274305555555556</c:v>
                </c:pt>
                <c:pt idx="491" formatCode="h:mm:ss">
                  <c:v>0.5229166666666667</c:v>
                </c:pt>
                <c:pt idx="492" formatCode="h:mm:ss">
                  <c:v>0.52309027777777772</c:v>
                </c:pt>
                <c:pt idx="493" formatCode="h:mm:ss">
                  <c:v>0.52326388888888886</c:v>
                </c:pt>
                <c:pt idx="494" formatCode="h:mm:ss">
                  <c:v>0.5234375</c:v>
                </c:pt>
                <c:pt idx="495" formatCode="h:mm:ss">
                  <c:v>0.52361111111111114</c:v>
                </c:pt>
                <c:pt idx="496" formatCode="h:mm:ss">
                  <c:v>0.52378472222222228</c:v>
                </c:pt>
                <c:pt idx="497" formatCode="h:mm:ss">
                  <c:v>0.5239583333333333</c:v>
                </c:pt>
                <c:pt idx="498" formatCode="h:mm:ss">
                  <c:v>0.52413194444444444</c:v>
                </c:pt>
                <c:pt idx="499" formatCode="h:mm:ss">
                  <c:v>0.52430555555555558</c:v>
                </c:pt>
                <c:pt idx="500" formatCode="h:mm:ss">
                  <c:v>0.52447916666666672</c:v>
                </c:pt>
                <c:pt idx="501" formatCode="h:mm:ss">
                  <c:v>0.52465277777777775</c:v>
                </c:pt>
                <c:pt idx="502" formatCode="h:mm:ss">
                  <c:v>0.52482638888888888</c:v>
                </c:pt>
                <c:pt idx="503" formatCode="h:mm:ss">
                  <c:v>0.52500000000000002</c:v>
                </c:pt>
                <c:pt idx="504" formatCode="h:mm:ss">
                  <c:v>0.52517361111111116</c:v>
                </c:pt>
                <c:pt idx="505" formatCode="h:mm:ss">
                  <c:v>0.52534722222222219</c:v>
                </c:pt>
                <c:pt idx="506" formatCode="h:mm:ss">
                  <c:v>0.52552083333333333</c:v>
                </c:pt>
                <c:pt idx="507" formatCode="h:mm:ss">
                  <c:v>0.52569444444444446</c:v>
                </c:pt>
                <c:pt idx="508" formatCode="h:mm:ss">
                  <c:v>0.5258680555555556</c:v>
                </c:pt>
                <c:pt idx="509" formatCode="h:mm:ss">
                  <c:v>0.52604166666666663</c:v>
                </c:pt>
                <c:pt idx="510" formatCode="h:mm:ss">
                  <c:v>0.52621527777777777</c:v>
                </c:pt>
                <c:pt idx="511" formatCode="h:mm:ss">
                  <c:v>0.52638888888888891</c:v>
                </c:pt>
                <c:pt idx="512" formatCode="h:mm:ss">
                  <c:v>0.52656250000000004</c:v>
                </c:pt>
                <c:pt idx="513" formatCode="h:mm:ss">
                  <c:v>0.52673611111111107</c:v>
                </c:pt>
                <c:pt idx="514" formatCode="h:mm:ss">
                  <c:v>0.52690972222222221</c:v>
                </c:pt>
                <c:pt idx="515" formatCode="h:mm:ss">
                  <c:v>0.52708333333333335</c:v>
                </c:pt>
                <c:pt idx="516" formatCode="h:mm:ss">
                  <c:v>0.52725694444444449</c:v>
                </c:pt>
                <c:pt idx="517" formatCode="h:mm:ss">
                  <c:v>0.52743055555555551</c:v>
                </c:pt>
                <c:pt idx="518" formatCode="h:mm:ss">
                  <c:v>0.52760416666666665</c:v>
                </c:pt>
                <c:pt idx="519" formatCode="h:mm:ss">
                  <c:v>0.52777777777777779</c:v>
                </c:pt>
                <c:pt idx="520" formatCode="h:mm:ss">
                  <c:v>0.52795138888888893</c:v>
                </c:pt>
                <c:pt idx="521" formatCode="h:mm:ss">
                  <c:v>0.52812499999999996</c:v>
                </c:pt>
                <c:pt idx="522" formatCode="h:mm:ss">
                  <c:v>0.52829861111111109</c:v>
                </c:pt>
                <c:pt idx="523" formatCode="h:mm:ss">
                  <c:v>0.52847222222222223</c:v>
                </c:pt>
                <c:pt idx="524" formatCode="h:mm:ss">
                  <c:v>0.52864583333333337</c:v>
                </c:pt>
                <c:pt idx="525" formatCode="h:mm:ss">
                  <c:v>0.5288194444444444</c:v>
                </c:pt>
                <c:pt idx="526" formatCode="h:mm:ss">
                  <c:v>0.52899305555555554</c:v>
                </c:pt>
                <c:pt idx="527" formatCode="h:mm:ss">
                  <c:v>0.52916666666666667</c:v>
                </c:pt>
                <c:pt idx="528" formatCode="h:mm:ss">
                  <c:v>0.52934027777777781</c:v>
                </c:pt>
                <c:pt idx="529" formatCode="h:mm:ss">
                  <c:v>0.52951388888888884</c:v>
                </c:pt>
                <c:pt idx="530" formatCode="h:mm:ss">
                  <c:v>0.52968749999999998</c:v>
                </c:pt>
                <c:pt idx="531" formatCode="h:mm:ss">
                  <c:v>0.52986111111111112</c:v>
                </c:pt>
                <c:pt idx="532" formatCode="h:mm:ss">
                  <c:v>0.53003472222222225</c:v>
                </c:pt>
                <c:pt idx="533" formatCode="h:mm:ss">
                  <c:v>0.53020833333333328</c:v>
                </c:pt>
                <c:pt idx="534" formatCode="h:mm:ss">
                  <c:v>0.53038194444444442</c:v>
                </c:pt>
                <c:pt idx="535" formatCode="h:mm:ss">
                  <c:v>0.53055555555555556</c:v>
                </c:pt>
                <c:pt idx="536" formatCode="h:mm:ss">
                  <c:v>0.5307291666666667</c:v>
                </c:pt>
                <c:pt idx="537" formatCode="h:mm:ss">
                  <c:v>0.53090277777777772</c:v>
                </c:pt>
                <c:pt idx="538" formatCode="h:mm:ss">
                  <c:v>0.53107638888888886</c:v>
                </c:pt>
                <c:pt idx="539" formatCode="h:mm:ss">
                  <c:v>0.53125</c:v>
                </c:pt>
                <c:pt idx="540" formatCode="h:mm:ss">
                  <c:v>0.53142361111111114</c:v>
                </c:pt>
                <c:pt idx="541" formatCode="h:mm:ss">
                  <c:v>0.53159722222222228</c:v>
                </c:pt>
                <c:pt idx="542" formatCode="h:mm:ss">
                  <c:v>0.5317708333333333</c:v>
                </c:pt>
                <c:pt idx="543" formatCode="h:mm:ss">
                  <c:v>0.53194444444444444</c:v>
                </c:pt>
                <c:pt idx="544" formatCode="h:mm:ss">
                  <c:v>0.53211805555555558</c:v>
                </c:pt>
                <c:pt idx="545" formatCode="h:mm:ss">
                  <c:v>0.53229166666666672</c:v>
                </c:pt>
                <c:pt idx="546" formatCode="h:mm:ss">
                  <c:v>0.53246527777777775</c:v>
                </c:pt>
                <c:pt idx="547" formatCode="h:mm:ss">
                  <c:v>0.53263888888888888</c:v>
                </c:pt>
                <c:pt idx="548" formatCode="h:mm:ss">
                  <c:v>0.53281250000000002</c:v>
                </c:pt>
                <c:pt idx="549" formatCode="h:mm:ss">
                  <c:v>0.53298611111111116</c:v>
                </c:pt>
                <c:pt idx="550" formatCode="h:mm:ss">
                  <c:v>0.53315972222222219</c:v>
                </c:pt>
                <c:pt idx="551" formatCode="h:mm:ss">
                  <c:v>0.53333333333333333</c:v>
                </c:pt>
                <c:pt idx="552" formatCode="h:mm:ss">
                  <c:v>0.53350694444444446</c:v>
                </c:pt>
                <c:pt idx="553" formatCode="h:mm:ss">
                  <c:v>0.5336805555555556</c:v>
                </c:pt>
                <c:pt idx="554" formatCode="h:mm:ss">
                  <c:v>0.53385416666666663</c:v>
                </c:pt>
                <c:pt idx="555" formatCode="h:mm:ss">
                  <c:v>0.53402777777777777</c:v>
                </c:pt>
                <c:pt idx="556" formatCode="h:mm:ss">
                  <c:v>0.53420138888888891</c:v>
                </c:pt>
                <c:pt idx="557" formatCode="h:mm:ss">
                  <c:v>0.53437500000000004</c:v>
                </c:pt>
                <c:pt idx="558" formatCode="h:mm:ss">
                  <c:v>0.53454861111111107</c:v>
                </c:pt>
                <c:pt idx="559" formatCode="h:mm:ss">
                  <c:v>0.53472222222222221</c:v>
                </c:pt>
                <c:pt idx="560" formatCode="h:mm:ss">
                  <c:v>0.53489583333333335</c:v>
                </c:pt>
                <c:pt idx="561" formatCode="h:mm:ss">
                  <c:v>0.53506944444444449</c:v>
                </c:pt>
                <c:pt idx="562" formatCode="h:mm:ss">
                  <c:v>0.53524305555555551</c:v>
                </c:pt>
                <c:pt idx="563" formatCode="h:mm:ss">
                  <c:v>0.53541666666666665</c:v>
                </c:pt>
                <c:pt idx="564" formatCode="h:mm:ss">
                  <c:v>0.53559027777777779</c:v>
                </c:pt>
                <c:pt idx="565" formatCode="h:mm:ss">
                  <c:v>0.53576388888888893</c:v>
                </c:pt>
                <c:pt idx="566" formatCode="h:mm:ss">
                  <c:v>0.53593749999999996</c:v>
                </c:pt>
                <c:pt idx="567" formatCode="h:mm:ss">
                  <c:v>0.53611111111111109</c:v>
                </c:pt>
                <c:pt idx="568" formatCode="h:mm:ss">
                  <c:v>0.53628472222222223</c:v>
                </c:pt>
                <c:pt idx="569" formatCode="h:mm:ss">
                  <c:v>0.53645833333333337</c:v>
                </c:pt>
                <c:pt idx="570" formatCode="h:mm:ss">
                  <c:v>0.5366319444444444</c:v>
                </c:pt>
                <c:pt idx="571" formatCode="h:mm:ss">
                  <c:v>0.53680555555555554</c:v>
                </c:pt>
                <c:pt idx="572" formatCode="h:mm:ss">
                  <c:v>0.53697916666666667</c:v>
                </c:pt>
                <c:pt idx="573" formatCode="h:mm:ss">
                  <c:v>0.53715277777777781</c:v>
                </c:pt>
                <c:pt idx="574" formatCode="h:mm:ss">
                  <c:v>0.53732638888888884</c:v>
                </c:pt>
                <c:pt idx="575" formatCode="h:mm:ss">
                  <c:v>0.53749999999999998</c:v>
                </c:pt>
                <c:pt idx="576" formatCode="h:mm:ss">
                  <c:v>0.53767361111111112</c:v>
                </c:pt>
                <c:pt idx="577" formatCode="h:mm:ss">
                  <c:v>0.53784722222222225</c:v>
                </c:pt>
                <c:pt idx="578" formatCode="h:mm:ss">
                  <c:v>0.53802083333333328</c:v>
                </c:pt>
                <c:pt idx="579" formatCode="h:mm:ss">
                  <c:v>0.53819444444444442</c:v>
                </c:pt>
                <c:pt idx="580" formatCode="h:mm:ss">
                  <c:v>0.53836805555555556</c:v>
                </c:pt>
                <c:pt idx="581" formatCode="h:mm:ss">
                  <c:v>0.5385416666666667</c:v>
                </c:pt>
                <c:pt idx="582" formatCode="h:mm:ss">
                  <c:v>0.53871527777777772</c:v>
                </c:pt>
                <c:pt idx="583" formatCode="h:mm:ss">
                  <c:v>0.53888888888888886</c:v>
                </c:pt>
                <c:pt idx="584" formatCode="h:mm:ss">
                  <c:v>0.5390625</c:v>
                </c:pt>
                <c:pt idx="585" formatCode="h:mm:ss">
                  <c:v>0.53923611111111114</c:v>
                </c:pt>
                <c:pt idx="586" formatCode="h:mm:ss">
                  <c:v>0.53940972222222228</c:v>
                </c:pt>
                <c:pt idx="587" formatCode="h:mm:ss">
                  <c:v>0.5395833333333333</c:v>
                </c:pt>
                <c:pt idx="588" formatCode="h:mm:ss">
                  <c:v>0.53975694444444444</c:v>
                </c:pt>
                <c:pt idx="589" formatCode="h:mm:ss">
                  <c:v>0.53993055555555558</c:v>
                </c:pt>
                <c:pt idx="590" formatCode="h:mm:ss">
                  <c:v>0.54010416666666672</c:v>
                </c:pt>
                <c:pt idx="591" formatCode="h:mm:ss">
                  <c:v>0.54027777777777775</c:v>
                </c:pt>
                <c:pt idx="592" formatCode="h:mm:ss">
                  <c:v>0.54045138888888888</c:v>
                </c:pt>
                <c:pt idx="593" formatCode="h:mm:ss">
                  <c:v>0.54062500000000002</c:v>
                </c:pt>
                <c:pt idx="594" formatCode="h:mm:ss">
                  <c:v>0.54079861111111116</c:v>
                </c:pt>
                <c:pt idx="595" formatCode="h:mm:ss">
                  <c:v>0.54097222222222219</c:v>
                </c:pt>
                <c:pt idx="596" formatCode="h:mm:ss">
                  <c:v>0.54114583333333333</c:v>
                </c:pt>
                <c:pt idx="597" formatCode="h:mm:ss">
                  <c:v>0.54131944444444446</c:v>
                </c:pt>
                <c:pt idx="598" formatCode="h:mm:ss">
                  <c:v>0.5414930555555556</c:v>
                </c:pt>
                <c:pt idx="599" formatCode="h:mm:ss">
                  <c:v>0.54166666666666663</c:v>
                </c:pt>
                <c:pt idx="600" formatCode="h:mm:ss">
                  <c:v>0.54184027777777777</c:v>
                </c:pt>
                <c:pt idx="601" formatCode="h:mm:ss">
                  <c:v>0.54201388888888891</c:v>
                </c:pt>
                <c:pt idx="602" formatCode="h:mm:ss">
                  <c:v>0.54218750000000004</c:v>
                </c:pt>
                <c:pt idx="603" formatCode="h:mm:ss">
                  <c:v>0.54236111111111107</c:v>
                </c:pt>
                <c:pt idx="604" formatCode="h:mm:ss">
                  <c:v>0.54253472222222221</c:v>
                </c:pt>
                <c:pt idx="605" formatCode="h:mm:ss">
                  <c:v>0.54270833333333335</c:v>
                </c:pt>
                <c:pt idx="606" formatCode="h:mm:ss">
                  <c:v>0.54288194444444449</c:v>
                </c:pt>
                <c:pt idx="607" formatCode="h:mm:ss">
                  <c:v>0.54305555555555551</c:v>
                </c:pt>
                <c:pt idx="608" formatCode="h:mm:ss">
                  <c:v>0.54322916666666665</c:v>
                </c:pt>
                <c:pt idx="609" formatCode="h:mm:ss">
                  <c:v>0.54340277777777779</c:v>
                </c:pt>
                <c:pt idx="610" formatCode="h:mm:ss">
                  <c:v>0.54357638888888893</c:v>
                </c:pt>
                <c:pt idx="611" formatCode="h:mm:ss">
                  <c:v>0.54374999999999996</c:v>
                </c:pt>
                <c:pt idx="612" formatCode="h:mm:ss">
                  <c:v>0.54392361111111109</c:v>
                </c:pt>
                <c:pt idx="613" formatCode="h:mm:ss">
                  <c:v>0.54409722222222223</c:v>
                </c:pt>
                <c:pt idx="614" formatCode="h:mm:ss">
                  <c:v>0.54427083333333337</c:v>
                </c:pt>
                <c:pt idx="615" formatCode="h:mm:ss">
                  <c:v>0.5444444444444444</c:v>
                </c:pt>
                <c:pt idx="616" formatCode="h:mm:ss">
                  <c:v>0.54461805555555554</c:v>
                </c:pt>
                <c:pt idx="617" formatCode="h:mm:ss">
                  <c:v>0.54479166666666667</c:v>
                </c:pt>
                <c:pt idx="618" formatCode="h:mm:ss">
                  <c:v>0.54496527777777781</c:v>
                </c:pt>
                <c:pt idx="619" formatCode="h:mm:ss">
                  <c:v>0.54513888888888884</c:v>
                </c:pt>
                <c:pt idx="620" formatCode="h:mm:ss">
                  <c:v>0.54531249999999998</c:v>
                </c:pt>
                <c:pt idx="621" formatCode="h:mm:ss">
                  <c:v>0.54548611111111112</c:v>
                </c:pt>
                <c:pt idx="622" formatCode="h:mm:ss">
                  <c:v>0.54565972222222225</c:v>
                </c:pt>
                <c:pt idx="623" formatCode="h:mm:ss">
                  <c:v>0.54583333333333328</c:v>
                </c:pt>
                <c:pt idx="624" formatCode="h:mm:ss">
                  <c:v>0.54600694444444442</c:v>
                </c:pt>
                <c:pt idx="625" formatCode="h:mm:ss">
                  <c:v>0.54618055555555556</c:v>
                </c:pt>
                <c:pt idx="626" formatCode="h:mm:ss">
                  <c:v>0.5463541666666667</c:v>
                </c:pt>
                <c:pt idx="627" formatCode="h:mm:ss">
                  <c:v>0.54652777777777772</c:v>
                </c:pt>
                <c:pt idx="628" formatCode="h:mm:ss">
                  <c:v>0.54670138888888886</c:v>
                </c:pt>
                <c:pt idx="629" formatCode="h:mm:ss">
                  <c:v>0.546875</c:v>
                </c:pt>
                <c:pt idx="630" formatCode="h:mm:ss">
                  <c:v>0.54704861111111114</c:v>
                </c:pt>
                <c:pt idx="631" formatCode="h:mm:ss">
                  <c:v>0.54722222222222228</c:v>
                </c:pt>
                <c:pt idx="632" formatCode="h:mm:ss">
                  <c:v>0.5473958333333333</c:v>
                </c:pt>
                <c:pt idx="633" formatCode="h:mm:ss">
                  <c:v>0.54756944444444444</c:v>
                </c:pt>
                <c:pt idx="634" formatCode="h:mm:ss">
                  <c:v>0.54774305555555558</c:v>
                </c:pt>
                <c:pt idx="635" formatCode="h:mm:ss">
                  <c:v>0.54791666666666672</c:v>
                </c:pt>
                <c:pt idx="636" formatCode="h:mm:ss">
                  <c:v>0.54809027777777775</c:v>
                </c:pt>
                <c:pt idx="637" formatCode="h:mm:ss">
                  <c:v>0.54826388888888888</c:v>
                </c:pt>
                <c:pt idx="638" formatCode="h:mm:ss">
                  <c:v>0.54843750000000002</c:v>
                </c:pt>
                <c:pt idx="639" formatCode="h:mm:ss">
                  <c:v>0.54861111111111116</c:v>
                </c:pt>
                <c:pt idx="640" formatCode="h:mm:ss">
                  <c:v>0.54878472222222219</c:v>
                </c:pt>
                <c:pt idx="641" formatCode="h:mm:ss">
                  <c:v>0.54895833333333333</c:v>
                </c:pt>
                <c:pt idx="642" formatCode="h:mm:ss">
                  <c:v>0.54913194444444446</c:v>
                </c:pt>
                <c:pt idx="643" formatCode="h:mm:ss">
                  <c:v>0.5493055555555556</c:v>
                </c:pt>
                <c:pt idx="644" formatCode="h:mm:ss">
                  <c:v>0.54947916666666663</c:v>
                </c:pt>
                <c:pt idx="645" formatCode="h:mm:ss">
                  <c:v>0.54965277777777777</c:v>
                </c:pt>
                <c:pt idx="646" formatCode="h:mm:ss">
                  <c:v>0.54982638888888891</c:v>
                </c:pt>
                <c:pt idx="647" formatCode="h:mm:ss">
                  <c:v>0.55000000000000004</c:v>
                </c:pt>
                <c:pt idx="648" formatCode="h:mm:ss">
                  <c:v>0.55017361111111107</c:v>
                </c:pt>
                <c:pt idx="649" formatCode="h:mm:ss">
                  <c:v>0.55034722222222221</c:v>
                </c:pt>
                <c:pt idx="650" formatCode="h:mm:ss">
                  <c:v>0.55052083333333335</c:v>
                </c:pt>
                <c:pt idx="651" formatCode="h:mm:ss">
                  <c:v>0.55069444444444449</c:v>
                </c:pt>
                <c:pt idx="652" formatCode="h:mm:ss">
                  <c:v>0.55086805555555551</c:v>
                </c:pt>
                <c:pt idx="653" formatCode="h:mm:ss">
                  <c:v>0.55104166666666665</c:v>
                </c:pt>
                <c:pt idx="654" formatCode="h:mm:ss">
                  <c:v>0.55121527777777779</c:v>
                </c:pt>
                <c:pt idx="655" formatCode="h:mm:ss">
                  <c:v>0.55138888888888893</c:v>
                </c:pt>
                <c:pt idx="656" formatCode="h:mm:ss">
                  <c:v>0.55156249999999996</c:v>
                </c:pt>
                <c:pt idx="657" formatCode="h:mm:ss">
                  <c:v>0.55173611111111109</c:v>
                </c:pt>
                <c:pt idx="658" formatCode="h:mm:ss">
                  <c:v>0.55190972222222223</c:v>
                </c:pt>
                <c:pt idx="659" formatCode="h:mm:ss">
                  <c:v>0.55208333333333337</c:v>
                </c:pt>
                <c:pt idx="660" formatCode="h:mm:ss">
                  <c:v>0.5522569444444444</c:v>
                </c:pt>
                <c:pt idx="661" formatCode="h:mm:ss">
                  <c:v>0.55243055555555554</c:v>
                </c:pt>
                <c:pt idx="662" formatCode="h:mm:ss">
                  <c:v>0.55260416666666667</c:v>
                </c:pt>
                <c:pt idx="663" formatCode="h:mm:ss">
                  <c:v>0.55277777777777781</c:v>
                </c:pt>
                <c:pt idx="664" formatCode="h:mm:ss">
                  <c:v>0.55295138888888884</c:v>
                </c:pt>
                <c:pt idx="665" formatCode="h:mm:ss">
                  <c:v>0.55312499999999998</c:v>
                </c:pt>
                <c:pt idx="666" formatCode="h:mm:ss">
                  <c:v>0.55329861111111112</c:v>
                </c:pt>
                <c:pt idx="667" formatCode="h:mm:ss">
                  <c:v>0.55347222222222225</c:v>
                </c:pt>
                <c:pt idx="668" formatCode="h:mm:ss">
                  <c:v>0.55364583333333328</c:v>
                </c:pt>
                <c:pt idx="669" formatCode="h:mm:ss">
                  <c:v>0.55381944444444442</c:v>
                </c:pt>
                <c:pt idx="670" formatCode="h:mm:ss">
                  <c:v>0.55399305555555556</c:v>
                </c:pt>
                <c:pt idx="671" formatCode="h:mm:ss">
                  <c:v>0.5541666666666667</c:v>
                </c:pt>
                <c:pt idx="672" formatCode="h:mm:ss">
                  <c:v>0.55434027777777772</c:v>
                </c:pt>
                <c:pt idx="673" formatCode="h:mm:ss">
                  <c:v>0.55451388888888886</c:v>
                </c:pt>
                <c:pt idx="674" formatCode="h:mm:ss">
                  <c:v>0.5546875</c:v>
                </c:pt>
                <c:pt idx="675" formatCode="h:mm:ss">
                  <c:v>0.55486111111111114</c:v>
                </c:pt>
                <c:pt idx="676" formatCode="h:mm:ss">
                  <c:v>0.55503472222222228</c:v>
                </c:pt>
                <c:pt idx="677" formatCode="h:mm:ss">
                  <c:v>0.5552083333333333</c:v>
                </c:pt>
                <c:pt idx="678" formatCode="h:mm:ss">
                  <c:v>0.55538194444444444</c:v>
                </c:pt>
                <c:pt idx="679" formatCode="h:mm:ss">
                  <c:v>0.55555555555555558</c:v>
                </c:pt>
                <c:pt idx="680" formatCode="h:mm:ss">
                  <c:v>0.55572916666666672</c:v>
                </c:pt>
                <c:pt idx="681" formatCode="h:mm:ss">
                  <c:v>0.55590277777777775</c:v>
                </c:pt>
                <c:pt idx="682" formatCode="h:mm:ss">
                  <c:v>0.55607638888888888</c:v>
                </c:pt>
                <c:pt idx="683" formatCode="h:mm:ss">
                  <c:v>0.55625000000000002</c:v>
                </c:pt>
                <c:pt idx="684" formatCode="h:mm:ss">
                  <c:v>0.55642361111111116</c:v>
                </c:pt>
                <c:pt idx="685" formatCode="h:mm:ss">
                  <c:v>0.55659722222222219</c:v>
                </c:pt>
                <c:pt idx="686" formatCode="h:mm:ss">
                  <c:v>0.55677083333333333</c:v>
                </c:pt>
                <c:pt idx="687" formatCode="h:mm:ss">
                  <c:v>0.55694444444444446</c:v>
                </c:pt>
                <c:pt idx="688" formatCode="h:mm:ss">
                  <c:v>0.5571180555555556</c:v>
                </c:pt>
                <c:pt idx="689" formatCode="h:mm:ss">
                  <c:v>0.55729166666666663</c:v>
                </c:pt>
                <c:pt idx="690" formatCode="h:mm:ss">
                  <c:v>0.55746527777777777</c:v>
                </c:pt>
                <c:pt idx="691" formatCode="h:mm:ss">
                  <c:v>0.55763888888888891</c:v>
                </c:pt>
                <c:pt idx="692" formatCode="h:mm:ss">
                  <c:v>0.55781250000000004</c:v>
                </c:pt>
                <c:pt idx="693" formatCode="h:mm:ss">
                  <c:v>0.55798611111111107</c:v>
                </c:pt>
                <c:pt idx="694" formatCode="h:mm:ss">
                  <c:v>0.55815972222222221</c:v>
                </c:pt>
                <c:pt idx="695" formatCode="h:mm:ss">
                  <c:v>0.55833333333333335</c:v>
                </c:pt>
                <c:pt idx="696" formatCode="h:mm:ss">
                  <c:v>0.55850694444444449</c:v>
                </c:pt>
                <c:pt idx="697" formatCode="h:mm:ss">
                  <c:v>0.55868055555555551</c:v>
                </c:pt>
                <c:pt idx="698" formatCode="h:mm:ss">
                  <c:v>0.55885416666666665</c:v>
                </c:pt>
                <c:pt idx="699" formatCode="h:mm:ss">
                  <c:v>0.55902777777777779</c:v>
                </c:pt>
                <c:pt idx="700" formatCode="h:mm:ss">
                  <c:v>0.55920138888888893</c:v>
                </c:pt>
                <c:pt idx="701" formatCode="h:mm:ss">
                  <c:v>0.55937499999999996</c:v>
                </c:pt>
                <c:pt idx="702" formatCode="h:mm:ss">
                  <c:v>0.55954861111111109</c:v>
                </c:pt>
                <c:pt idx="703" formatCode="h:mm:ss">
                  <c:v>0.55972222222222223</c:v>
                </c:pt>
                <c:pt idx="704" formatCode="h:mm:ss">
                  <c:v>0.55989583333333337</c:v>
                </c:pt>
                <c:pt idx="705" formatCode="h:mm:ss">
                  <c:v>0.5600694444444444</c:v>
                </c:pt>
                <c:pt idx="706" formatCode="h:mm:ss">
                  <c:v>0.56024305555555554</c:v>
                </c:pt>
                <c:pt idx="707" formatCode="h:mm:ss">
                  <c:v>0.56041666666666667</c:v>
                </c:pt>
                <c:pt idx="708" formatCode="h:mm:ss">
                  <c:v>0.56059027777777781</c:v>
                </c:pt>
                <c:pt idx="709" formatCode="h:mm:ss">
                  <c:v>0.56076388888888884</c:v>
                </c:pt>
                <c:pt idx="710" formatCode="h:mm:ss">
                  <c:v>0.56093749999999998</c:v>
                </c:pt>
                <c:pt idx="711" formatCode="h:mm:ss">
                  <c:v>0.56111111111111112</c:v>
                </c:pt>
                <c:pt idx="712" formatCode="h:mm:ss">
                  <c:v>0.56128472222222225</c:v>
                </c:pt>
                <c:pt idx="713" formatCode="h:mm:ss">
                  <c:v>0.56145833333333328</c:v>
                </c:pt>
                <c:pt idx="714" formatCode="h:mm:ss">
                  <c:v>0.56163194444444442</c:v>
                </c:pt>
                <c:pt idx="715" formatCode="h:mm:ss">
                  <c:v>0.56180555555555556</c:v>
                </c:pt>
                <c:pt idx="716" formatCode="h:mm:ss">
                  <c:v>0.5619791666666667</c:v>
                </c:pt>
                <c:pt idx="717" formatCode="h:mm:ss">
                  <c:v>0.56215277777777772</c:v>
                </c:pt>
                <c:pt idx="718" formatCode="h:mm:ss">
                  <c:v>0.56232638888888886</c:v>
                </c:pt>
                <c:pt idx="719" formatCode="h:mm:ss">
                  <c:v>0.5625</c:v>
                </c:pt>
                <c:pt idx="720" formatCode="h:mm:ss">
                  <c:v>0.56267361111111114</c:v>
                </c:pt>
                <c:pt idx="721" formatCode="h:mm:ss">
                  <c:v>0.56284722222222228</c:v>
                </c:pt>
                <c:pt idx="722" formatCode="h:mm:ss">
                  <c:v>0.5630208333333333</c:v>
                </c:pt>
                <c:pt idx="723" formatCode="h:mm:ss">
                  <c:v>0.56319444444444444</c:v>
                </c:pt>
                <c:pt idx="724" formatCode="h:mm:ss">
                  <c:v>0.56336805555555558</c:v>
                </c:pt>
                <c:pt idx="725" formatCode="h:mm:ss">
                  <c:v>0.56354166666666672</c:v>
                </c:pt>
                <c:pt idx="726" formatCode="h:mm:ss">
                  <c:v>0.56371527777777775</c:v>
                </c:pt>
                <c:pt idx="727" formatCode="h:mm:ss">
                  <c:v>0.56388888888888888</c:v>
                </c:pt>
                <c:pt idx="728" formatCode="h:mm:ss">
                  <c:v>0.56406250000000002</c:v>
                </c:pt>
                <c:pt idx="729" formatCode="h:mm:ss">
                  <c:v>0.56423611111111116</c:v>
                </c:pt>
                <c:pt idx="730" formatCode="h:mm:ss">
                  <c:v>0.56440972222222219</c:v>
                </c:pt>
                <c:pt idx="731" formatCode="h:mm:ss">
                  <c:v>0.56458333333333333</c:v>
                </c:pt>
                <c:pt idx="732" formatCode="h:mm:ss">
                  <c:v>0.56475694444444446</c:v>
                </c:pt>
                <c:pt idx="733" formatCode="h:mm:ss">
                  <c:v>0.5649305555555556</c:v>
                </c:pt>
                <c:pt idx="734" formatCode="h:mm:ss">
                  <c:v>0.56510416666666663</c:v>
                </c:pt>
                <c:pt idx="735" formatCode="h:mm:ss">
                  <c:v>0.56527777777777777</c:v>
                </c:pt>
                <c:pt idx="736" formatCode="h:mm:ss">
                  <c:v>0.56545138888888891</c:v>
                </c:pt>
                <c:pt idx="737" formatCode="h:mm:ss">
                  <c:v>0.56562500000000004</c:v>
                </c:pt>
                <c:pt idx="738" formatCode="h:mm:ss">
                  <c:v>0.56579861111111107</c:v>
                </c:pt>
                <c:pt idx="739" formatCode="h:mm:ss">
                  <c:v>0.56597222222222221</c:v>
                </c:pt>
                <c:pt idx="740" formatCode="h:mm:ss">
                  <c:v>0.56614583333333335</c:v>
                </c:pt>
                <c:pt idx="741" formatCode="h:mm:ss">
                  <c:v>0.56631944444444449</c:v>
                </c:pt>
                <c:pt idx="742" formatCode="h:mm:ss">
                  <c:v>0.56649305555555551</c:v>
                </c:pt>
                <c:pt idx="743" formatCode="h:mm:ss">
                  <c:v>0.56666666666666665</c:v>
                </c:pt>
                <c:pt idx="744" formatCode="h:mm:ss">
                  <c:v>0.56684027777777779</c:v>
                </c:pt>
                <c:pt idx="745" formatCode="h:mm:ss">
                  <c:v>0.56701388888888893</c:v>
                </c:pt>
                <c:pt idx="746" formatCode="h:mm:ss">
                  <c:v>0.56718749999999996</c:v>
                </c:pt>
                <c:pt idx="747" formatCode="h:mm:ss">
                  <c:v>0.56736111111111109</c:v>
                </c:pt>
                <c:pt idx="748" formatCode="h:mm:ss">
                  <c:v>0.56753472222222223</c:v>
                </c:pt>
                <c:pt idx="749" formatCode="h:mm:ss">
                  <c:v>0.56770833333333337</c:v>
                </c:pt>
                <c:pt idx="750" formatCode="h:mm:ss">
                  <c:v>0.5678819444444444</c:v>
                </c:pt>
                <c:pt idx="751" formatCode="h:mm:ss">
                  <c:v>0.56805555555555554</c:v>
                </c:pt>
                <c:pt idx="752" formatCode="h:mm:ss">
                  <c:v>0.56822916666666667</c:v>
                </c:pt>
                <c:pt idx="753" formatCode="h:mm:ss">
                  <c:v>0.56840277777777781</c:v>
                </c:pt>
                <c:pt idx="754" formatCode="h:mm:ss">
                  <c:v>0.56857638888888884</c:v>
                </c:pt>
                <c:pt idx="755" formatCode="h:mm:ss">
                  <c:v>0.56874999999999998</c:v>
                </c:pt>
                <c:pt idx="756" formatCode="h:mm:ss">
                  <c:v>0.56892361111111112</c:v>
                </c:pt>
                <c:pt idx="757" formatCode="h:mm:ss">
                  <c:v>0.56909722222222225</c:v>
                </c:pt>
                <c:pt idx="758" formatCode="h:mm:ss">
                  <c:v>0.56927083333333328</c:v>
                </c:pt>
                <c:pt idx="759" formatCode="h:mm:ss">
                  <c:v>0.56944444444444442</c:v>
                </c:pt>
                <c:pt idx="760" formatCode="h:mm:ss">
                  <c:v>0.56961805555555556</c:v>
                </c:pt>
                <c:pt idx="761" formatCode="h:mm:ss">
                  <c:v>0.5697916666666667</c:v>
                </c:pt>
                <c:pt idx="762" formatCode="h:mm:ss">
                  <c:v>0.56996527777777772</c:v>
                </c:pt>
                <c:pt idx="763" formatCode="h:mm:ss">
                  <c:v>0.57013888888888886</c:v>
                </c:pt>
                <c:pt idx="764" formatCode="h:mm:ss">
                  <c:v>0.5703125</c:v>
                </c:pt>
                <c:pt idx="765" formatCode="h:mm:ss">
                  <c:v>0.57048611111111114</c:v>
                </c:pt>
                <c:pt idx="766" formatCode="h:mm:ss">
                  <c:v>0.57065972222222228</c:v>
                </c:pt>
                <c:pt idx="767" formatCode="h:mm:ss">
                  <c:v>0.5708333333333333</c:v>
                </c:pt>
                <c:pt idx="768" formatCode="h:mm:ss">
                  <c:v>0.57100694444444444</c:v>
                </c:pt>
                <c:pt idx="769" formatCode="h:mm:ss">
                  <c:v>0.57118055555555558</c:v>
                </c:pt>
                <c:pt idx="770" formatCode="h:mm:ss">
                  <c:v>0.57135416666666672</c:v>
                </c:pt>
                <c:pt idx="771" formatCode="h:mm:ss">
                  <c:v>0.57152777777777775</c:v>
                </c:pt>
                <c:pt idx="772" formatCode="h:mm:ss">
                  <c:v>0.57170138888888888</c:v>
                </c:pt>
                <c:pt idx="773" formatCode="h:mm:ss">
                  <c:v>0.57187500000000002</c:v>
                </c:pt>
                <c:pt idx="774" formatCode="h:mm:ss">
                  <c:v>0.57204861111111116</c:v>
                </c:pt>
                <c:pt idx="775" formatCode="h:mm:ss">
                  <c:v>0.57222222222222219</c:v>
                </c:pt>
                <c:pt idx="776" formatCode="h:mm:ss">
                  <c:v>0.57239583333333333</c:v>
                </c:pt>
                <c:pt idx="777" formatCode="h:mm:ss">
                  <c:v>0.57256944444444446</c:v>
                </c:pt>
                <c:pt idx="778" formatCode="h:mm:ss">
                  <c:v>0.5727430555555556</c:v>
                </c:pt>
                <c:pt idx="779" formatCode="h:mm:ss">
                  <c:v>0.57291666666666663</c:v>
                </c:pt>
                <c:pt idx="780" formatCode="h:mm:ss">
                  <c:v>0.57309027777777777</c:v>
                </c:pt>
                <c:pt idx="781" formatCode="h:mm:ss">
                  <c:v>0.57326388888888891</c:v>
                </c:pt>
                <c:pt idx="782" formatCode="h:mm:ss">
                  <c:v>0.57343750000000004</c:v>
                </c:pt>
                <c:pt idx="783" formatCode="h:mm:ss">
                  <c:v>0.57361111111111107</c:v>
                </c:pt>
                <c:pt idx="784" formatCode="h:mm:ss">
                  <c:v>0.57378472222222221</c:v>
                </c:pt>
                <c:pt idx="785" formatCode="h:mm:ss">
                  <c:v>0.57395833333333335</c:v>
                </c:pt>
                <c:pt idx="786" formatCode="h:mm:ss">
                  <c:v>0.57413194444444449</c:v>
                </c:pt>
                <c:pt idx="787" formatCode="h:mm:ss">
                  <c:v>0.57430555555555551</c:v>
                </c:pt>
                <c:pt idx="788" formatCode="h:mm:ss">
                  <c:v>0.57447916666666665</c:v>
                </c:pt>
                <c:pt idx="789" formatCode="h:mm:ss">
                  <c:v>0.57465277777777779</c:v>
                </c:pt>
                <c:pt idx="790" formatCode="h:mm:ss">
                  <c:v>0.57482638888888893</c:v>
                </c:pt>
                <c:pt idx="791" formatCode="h:mm:ss">
                  <c:v>0.57499999999999996</c:v>
                </c:pt>
                <c:pt idx="792" formatCode="h:mm:ss">
                  <c:v>0.57517361111111109</c:v>
                </c:pt>
                <c:pt idx="793" formatCode="h:mm:ss">
                  <c:v>0.57534722222222223</c:v>
                </c:pt>
                <c:pt idx="794" formatCode="h:mm:ss">
                  <c:v>0.57552083333333337</c:v>
                </c:pt>
                <c:pt idx="795" formatCode="h:mm:ss">
                  <c:v>0.5756944444444444</c:v>
                </c:pt>
                <c:pt idx="796" formatCode="h:mm:ss">
                  <c:v>0.57586805555555554</c:v>
                </c:pt>
                <c:pt idx="797" formatCode="h:mm:ss">
                  <c:v>0.57604166666666667</c:v>
                </c:pt>
                <c:pt idx="798" formatCode="h:mm:ss">
                  <c:v>0.57621527777777781</c:v>
                </c:pt>
                <c:pt idx="799" formatCode="h:mm:ss">
                  <c:v>0.57638888888888884</c:v>
                </c:pt>
                <c:pt idx="800" formatCode="h:mm:ss">
                  <c:v>0.57656249999999998</c:v>
                </c:pt>
                <c:pt idx="801" formatCode="h:mm:ss">
                  <c:v>0.57673611111111112</c:v>
                </c:pt>
                <c:pt idx="802" formatCode="h:mm:ss">
                  <c:v>0.57690972222222225</c:v>
                </c:pt>
                <c:pt idx="803" formatCode="h:mm:ss">
                  <c:v>0.57708333333333328</c:v>
                </c:pt>
                <c:pt idx="804" formatCode="h:mm:ss">
                  <c:v>0.57725694444444442</c:v>
                </c:pt>
                <c:pt idx="805" formatCode="h:mm:ss">
                  <c:v>0.57743055555555556</c:v>
                </c:pt>
                <c:pt idx="806" formatCode="h:mm:ss">
                  <c:v>0.5776041666666667</c:v>
                </c:pt>
                <c:pt idx="807" formatCode="h:mm:ss">
                  <c:v>0.57777777777777772</c:v>
                </c:pt>
                <c:pt idx="808" formatCode="h:mm:ss">
                  <c:v>0.57795138888888886</c:v>
                </c:pt>
                <c:pt idx="809" formatCode="h:mm:ss">
                  <c:v>0.578125</c:v>
                </c:pt>
                <c:pt idx="810" formatCode="h:mm:ss">
                  <c:v>0.57829861111111114</c:v>
                </c:pt>
                <c:pt idx="811" formatCode="h:mm:ss">
                  <c:v>0.57847222222222228</c:v>
                </c:pt>
                <c:pt idx="812" formatCode="h:mm:ss">
                  <c:v>0.5786458333333333</c:v>
                </c:pt>
                <c:pt idx="813" formatCode="h:mm:ss">
                  <c:v>0.57881944444444444</c:v>
                </c:pt>
                <c:pt idx="814" formatCode="h:mm:ss">
                  <c:v>0.57899305555555558</c:v>
                </c:pt>
                <c:pt idx="815" formatCode="h:mm:ss">
                  <c:v>0.57916666666666672</c:v>
                </c:pt>
                <c:pt idx="816" formatCode="h:mm:ss">
                  <c:v>0.57934027777777775</c:v>
                </c:pt>
                <c:pt idx="817" formatCode="h:mm:ss">
                  <c:v>0.57951388888888888</c:v>
                </c:pt>
                <c:pt idx="818" formatCode="h:mm:ss">
                  <c:v>0.57968750000000002</c:v>
                </c:pt>
                <c:pt idx="819" formatCode="h:mm:ss">
                  <c:v>0.57986111111111116</c:v>
                </c:pt>
                <c:pt idx="820" formatCode="h:mm:ss">
                  <c:v>0.58003472222222219</c:v>
                </c:pt>
                <c:pt idx="821" formatCode="h:mm:ss">
                  <c:v>0.58020833333333333</c:v>
                </c:pt>
                <c:pt idx="822" formatCode="h:mm:ss">
                  <c:v>0.58038194444444446</c:v>
                </c:pt>
                <c:pt idx="823" formatCode="h:mm:ss">
                  <c:v>0.5805555555555556</c:v>
                </c:pt>
                <c:pt idx="824" formatCode="h:mm:ss">
                  <c:v>0.58072916666666663</c:v>
                </c:pt>
                <c:pt idx="825" formatCode="h:mm:ss">
                  <c:v>0.58090277777777777</c:v>
                </c:pt>
                <c:pt idx="826" formatCode="h:mm:ss">
                  <c:v>0.58107638888888891</c:v>
                </c:pt>
                <c:pt idx="827" formatCode="h:mm:ss">
                  <c:v>0.58125000000000004</c:v>
                </c:pt>
                <c:pt idx="828" formatCode="h:mm:ss">
                  <c:v>0.58142361111111107</c:v>
                </c:pt>
                <c:pt idx="829" formatCode="h:mm:ss">
                  <c:v>0.58159722222222221</c:v>
                </c:pt>
                <c:pt idx="830" formatCode="h:mm:ss">
                  <c:v>0.58177083333333335</c:v>
                </c:pt>
                <c:pt idx="831" formatCode="h:mm:ss">
                  <c:v>0.58194444444444449</c:v>
                </c:pt>
                <c:pt idx="832" formatCode="h:mm:ss">
                  <c:v>0.58211805555555551</c:v>
                </c:pt>
                <c:pt idx="833" formatCode="h:mm:ss">
                  <c:v>0.58229166666666665</c:v>
                </c:pt>
                <c:pt idx="834" formatCode="h:mm:ss">
                  <c:v>0.58246527777777779</c:v>
                </c:pt>
                <c:pt idx="835" formatCode="h:mm:ss">
                  <c:v>0.58263888888888893</c:v>
                </c:pt>
                <c:pt idx="836" formatCode="h:mm:ss">
                  <c:v>0.58281249999999996</c:v>
                </c:pt>
                <c:pt idx="837" formatCode="h:mm:ss">
                  <c:v>0.58298611111111109</c:v>
                </c:pt>
                <c:pt idx="838" formatCode="h:mm:ss">
                  <c:v>0.58315972222222223</c:v>
                </c:pt>
                <c:pt idx="839" formatCode="h:mm:ss">
                  <c:v>0.58333333333333337</c:v>
                </c:pt>
                <c:pt idx="840" formatCode="h:mm:ss">
                  <c:v>0.5835069444444444</c:v>
                </c:pt>
                <c:pt idx="841" formatCode="h:mm:ss">
                  <c:v>0.58368055555555554</c:v>
                </c:pt>
                <c:pt idx="842" formatCode="h:mm:ss">
                  <c:v>0.58385416666666667</c:v>
                </c:pt>
                <c:pt idx="843" formatCode="h:mm:ss">
                  <c:v>0.58402777777777781</c:v>
                </c:pt>
                <c:pt idx="844" formatCode="h:mm:ss">
                  <c:v>0.58420138888888884</c:v>
                </c:pt>
                <c:pt idx="845" formatCode="h:mm:ss">
                  <c:v>0.58437499999999998</c:v>
                </c:pt>
                <c:pt idx="846" formatCode="h:mm:ss">
                  <c:v>0.58454861111111112</c:v>
                </c:pt>
                <c:pt idx="847" formatCode="h:mm:ss">
                  <c:v>0.58472222222222225</c:v>
                </c:pt>
                <c:pt idx="848" formatCode="h:mm:ss">
                  <c:v>0.58489583333333328</c:v>
                </c:pt>
                <c:pt idx="849" formatCode="h:mm:ss">
                  <c:v>0.58506944444444442</c:v>
                </c:pt>
                <c:pt idx="850" formatCode="h:mm:ss">
                  <c:v>0.58524305555555556</c:v>
                </c:pt>
                <c:pt idx="851" formatCode="h:mm:ss">
                  <c:v>0.5854166666666667</c:v>
                </c:pt>
                <c:pt idx="852" formatCode="h:mm:ss">
                  <c:v>0.58559027777777772</c:v>
                </c:pt>
                <c:pt idx="853" formatCode="h:mm:ss">
                  <c:v>0.58576388888888886</c:v>
                </c:pt>
                <c:pt idx="854" formatCode="h:mm:ss">
                  <c:v>0.5859375</c:v>
                </c:pt>
                <c:pt idx="855" formatCode="h:mm:ss">
                  <c:v>0.58611111111111114</c:v>
                </c:pt>
                <c:pt idx="856" formatCode="h:mm:ss">
                  <c:v>0.58628472222222228</c:v>
                </c:pt>
                <c:pt idx="857" formatCode="h:mm:ss">
                  <c:v>0.5864583333333333</c:v>
                </c:pt>
                <c:pt idx="858" formatCode="h:mm:ss">
                  <c:v>0.58663194444444444</c:v>
                </c:pt>
                <c:pt idx="859" formatCode="h:mm:ss">
                  <c:v>0.58680555555555558</c:v>
                </c:pt>
                <c:pt idx="860" formatCode="h:mm:ss">
                  <c:v>0.58697916666666672</c:v>
                </c:pt>
                <c:pt idx="861" formatCode="h:mm:ss">
                  <c:v>0.58715277777777775</c:v>
                </c:pt>
                <c:pt idx="862" formatCode="h:mm:ss">
                  <c:v>0.58732638888888888</c:v>
                </c:pt>
                <c:pt idx="863" formatCode="h:mm:ss">
                  <c:v>0.58750000000000002</c:v>
                </c:pt>
                <c:pt idx="864" formatCode="h:mm:ss">
                  <c:v>0.58767361111111116</c:v>
                </c:pt>
                <c:pt idx="865" formatCode="h:mm:ss">
                  <c:v>0.58784722222222219</c:v>
                </c:pt>
                <c:pt idx="866" formatCode="h:mm:ss">
                  <c:v>0.58802083333333333</c:v>
                </c:pt>
                <c:pt idx="867" formatCode="h:mm:ss">
                  <c:v>0.58819444444444446</c:v>
                </c:pt>
                <c:pt idx="868" formatCode="h:mm:ss">
                  <c:v>0.5883680555555556</c:v>
                </c:pt>
                <c:pt idx="869" formatCode="h:mm:ss">
                  <c:v>0.58854166666666663</c:v>
                </c:pt>
                <c:pt idx="870" formatCode="h:mm:ss">
                  <c:v>0.58871527777777777</c:v>
                </c:pt>
                <c:pt idx="871" formatCode="h:mm:ss">
                  <c:v>0.58888888888888891</c:v>
                </c:pt>
                <c:pt idx="872" formatCode="h:mm:ss">
                  <c:v>0.58906250000000004</c:v>
                </c:pt>
                <c:pt idx="873" formatCode="h:mm:ss">
                  <c:v>0.58923611111111107</c:v>
                </c:pt>
                <c:pt idx="874" formatCode="h:mm:ss">
                  <c:v>0.58940972222222221</c:v>
                </c:pt>
                <c:pt idx="875" formatCode="h:mm:ss">
                  <c:v>0.58958333333333335</c:v>
                </c:pt>
                <c:pt idx="876" formatCode="h:mm:ss">
                  <c:v>0.58975694444444449</c:v>
                </c:pt>
                <c:pt idx="877" formatCode="h:mm:ss">
                  <c:v>0.58993055555555551</c:v>
                </c:pt>
                <c:pt idx="878" formatCode="h:mm:ss">
                  <c:v>0.59010416666666665</c:v>
                </c:pt>
                <c:pt idx="879" formatCode="h:mm:ss">
                  <c:v>0.59027777777777779</c:v>
                </c:pt>
                <c:pt idx="880" formatCode="h:mm:ss">
                  <c:v>0.59045138888888893</c:v>
                </c:pt>
                <c:pt idx="881" formatCode="h:mm:ss">
                  <c:v>0.59062499999999996</c:v>
                </c:pt>
                <c:pt idx="882" formatCode="h:mm:ss">
                  <c:v>0.59079861111111109</c:v>
                </c:pt>
                <c:pt idx="883" formatCode="h:mm:ss">
                  <c:v>0.59097222222222223</c:v>
                </c:pt>
                <c:pt idx="884" formatCode="h:mm:ss">
                  <c:v>0.59114583333333337</c:v>
                </c:pt>
                <c:pt idx="885" formatCode="h:mm:ss">
                  <c:v>0.5913194444444444</c:v>
                </c:pt>
                <c:pt idx="886" formatCode="h:mm:ss">
                  <c:v>0.59149305555555554</c:v>
                </c:pt>
                <c:pt idx="887" formatCode="h:mm:ss">
                  <c:v>0.59166666666666667</c:v>
                </c:pt>
                <c:pt idx="888" formatCode="h:mm:ss">
                  <c:v>0.59184027777777781</c:v>
                </c:pt>
                <c:pt idx="889" formatCode="h:mm:ss">
                  <c:v>0.59201388888888884</c:v>
                </c:pt>
                <c:pt idx="890" formatCode="h:mm:ss">
                  <c:v>0.59218749999999998</c:v>
                </c:pt>
                <c:pt idx="891" formatCode="h:mm:ss">
                  <c:v>0.59236111111111112</c:v>
                </c:pt>
                <c:pt idx="892" formatCode="h:mm:ss">
                  <c:v>0.59253472222222225</c:v>
                </c:pt>
                <c:pt idx="893" formatCode="h:mm:ss">
                  <c:v>0.59270833333333328</c:v>
                </c:pt>
                <c:pt idx="894" formatCode="h:mm:ss">
                  <c:v>0.59288194444444442</c:v>
                </c:pt>
                <c:pt idx="895" formatCode="h:mm:ss">
                  <c:v>0.59305555555555556</c:v>
                </c:pt>
                <c:pt idx="896" formatCode="h:mm:ss">
                  <c:v>0.5932291666666667</c:v>
                </c:pt>
                <c:pt idx="897" formatCode="h:mm:ss">
                  <c:v>0.59340277777777772</c:v>
                </c:pt>
                <c:pt idx="898" formatCode="h:mm:ss">
                  <c:v>0.59357638888888886</c:v>
                </c:pt>
                <c:pt idx="899" formatCode="h:mm:ss">
                  <c:v>0.59375</c:v>
                </c:pt>
                <c:pt idx="900" formatCode="h:mm:ss">
                  <c:v>0.59392361111111114</c:v>
                </c:pt>
                <c:pt idx="901" formatCode="h:mm:ss">
                  <c:v>0.59409722222222228</c:v>
                </c:pt>
                <c:pt idx="902" formatCode="h:mm:ss">
                  <c:v>0.5942708333333333</c:v>
                </c:pt>
                <c:pt idx="903" formatCode="h:mm:ss">
                  <c:v>0.59444444444444444</c:v>
                </c:pt>
                <c:pt idx="904" formatCode="h:mm:ss">
                  <c:v>0.59461805555555558</c:v>
                </c:pt>
                <c:pt idx="905" formatCode="h:mm:ss">
                  <c:v>0.59479166666666672</c:v>
                </c:pt>
                <c:pt idx="906" formatCode="h:mm:ss">
                  <c:v>0.59496527777777775</c:v>
                </c:pt>
                <c:pt idx="907" formatCode="h:mm:ss">
                  <c:v>0.59513888888888888</c:v>
                </c:pt>
                <c:pt idx="908" formatCode="h:mm:ss">
                  <c:v>0.59531250000000002</c:v>
                </c:pt>
                <c:pt idx="909" formatCode="h:mm:ss">
                  <c:v>0.59548611111111116</c:v>
                </c:pt>
                <c:pt idx="910" formatCode="h:mm:ss">
                  <c:v>0.59565972222222219</c:v>
                </c:pt>
                <c:pt idx="911" formatCode="h:mm:ss">
                  <c:v>0.59583333333333333</c:v>
                </c:pt>
                <c:pt idx="912" formatCode="h:mm:ss">
                  <c:v>0.59600694444444446</c:v>
                </c:pt>
                <c:pt idx="913" formatCode="h:mm:ss">
                  <c:v>0.5961805555555556</c:v>
                </c:pt>
                <c:pt idx="914" formatCode="h:mm:ss">
                  <c:v>0.59635416666666663</c:v>
                </c:pt>
                <c:pt idx="915" formatCode="h:mm:ss">
                  <c:v>0.59652777777777777</c:v>
                </c:pt>
                <c:pt idx="916" formatCode="h:mm:ss">
                  <c:v>0.59670138888888891</c:v>
                </c:pt>
                <c:pt idx="917" formatCode="h:mm:ss">
                  <c:v>0.59687500000000004</c:v>
                </c:pt>
                <c:pt idx="918" formatCode="h:mm:ss">
                  <c:v>0.59704861111111107</c:v>
                </c:pt>
                <c:pt idx="919" formatCode="h:mm:ss">
                  <c:v>0.59722222222222221</c:v>
                </c:pt>
                <c:pt idx="920" formatCode="h:mm:ss">
                  <c:v>0.59739583333333335</c:v>
                </c:pt>
                <c:pt idx="921" formatCode="h:mm:ss">
                  <c:v>0.59756944444444449</c:v>
                </c:pt>
                <c:pt idx="922" formatCode="h:mm:ss">
                  <c:v>0.59774305555555551</c:v>
                </c:pt>
                <c:pt idx="923" formatCode="h:mm:ss">
                  <c:v>0.59791666666666665</c:v>
                </c:pt>
                <c:pt idx="924" formatCode="h:mm:ss">
                  <c:v>0.59809027777777779</c:v>
                </c:pt>
                <c:pt idx="925" formatCode="h:mm:ss">
                  <c:v>0.59826388888888893</c:v>
                </c:pt>
                <c:pt idx="926" formatCode="h:mm:ss">
                  <c:v>0.59843749999999996</c:v>
                </c:pt>
                <c:pt idx="927" formatCode="h:mm:ss">
                  <c:v>0.59861111111111109</c:v>
                </c:pt>
                <c:pt idx="928" formatCode="h:mm:ss">
                  <c:v>0.59878472222222223</c:v>
                </c:pt>
                <c:pt idx="929" formatCode="h:mm:ss">
                  <c:v>0.59895833333333337</c:v>
                </c:pt>
                <c:pt idx="930" formatCode="h:mm:ss">
                  <c:v>0.5991319444444444</c:v>
                </c:pt>
                <c:pt idx="931" formatCode="h:mm:ss">
                  <c:v>0.59930555555555554</c:v>
                </c:pt>
                <c:pt idx="932" formatCode="h:mm:ss">
                  <c:v>0.59947916666666667</c:v>
                </c:pt>
                <c:pt idx="933" formatCode="h:mm:ss">
                  <c:v>0.59965277777777781</c:v>
                </c:pt>
                <c:pt idx="934" formatCode="h:mm:ss">
                  <c:v>0.59982638888888884</c:v>
                </c:pt>
                <c:pt idx="935" formatCode="h:mm:ss">
                  <c:v>0.6</c:v>
                </c:pt>
                <c:pt idx="936" formatCode="h:mm:ss">
                  <c:v>0.60017361111111112</c:v>
                </c:pt>
                <c:pt idx="937" formatCode="h:mm:ss">
                  <c:v>0.60034722222222225</c:v>
                </c:pt>
                <c:pt idx="938" formatCode="h:mm:ss">
                  <c:v>0.60052083333333328</c:v>
                </c:pt>
                <c:pt idx="939" formatCode="h:mm:ss">
                  <c:v>0.60069444444444442</c:v>
                </c:pt>
                <c:pt idx="940" formatCode="h:mm:ss">
                  <c:v>0.60086805555555556</c:v>
                </c:pt>
                <c:pt idx="941" formatCode="h:mm:ss">
                  <c:v>0.6010416666666667</c:v>
                </c:pt>
                <c:pt idx="942" formatCode="h:mm:ss">
                  <c:v>0.60121527777777772</c:v>
                </c:pt>
                <c:pt idx="943" formatCode="h:mm:ss">
                  <c:v>0.60138888888888886</c:v>
                </c:pt>
                <c:pt idx="944" formatCode="h:mm:ss">
                  <c:v>0.6015625</c:v>
                </c:pt>
                <c:pt idx="945" formatCode="h:mm:ss">
                  <c:v>0.60173611111111114</c:v>
                </c:pt>
                <c:pt idx="946" formatCode="h:mm:ss">
                  <c:v>0.60190972222222228</c:v>
                </c:pt>
                <c:pt idx="947" formatCode="h:mm:ss">
                  <c:v>0.6020833333333333</c:v>
                </c:pt>
                <c:pt idx="948" formatCode="h:mm:ss">
                  <c:v>0.60225694444444444</c:v>
                </c:pt>
                <c:pt idx="949" formatCode="h:mm:ss">
                  <c:v>0.60243055555555558</c:v>
                </c:pt>
                <c:pt idx="950" formatCode="h:mm:ss">
                  <c:v>0.60260416666666672</c:v>
                </c:pt>
                <c:pt idx="951" formatCode="h:mm:ss">
                  <c:v>0.60277777777777775</c:v>
                </c:pt>
                <c:pt idx="952" formatCode="h:mm:ss">
                  <c:v>0.60295138888888888</c:v>
                </c:pt>
                <c:pt idx="953" formatCode="h:mm:ss">
                  <c:v>0.60312500000000002</c:v>
                </c:pt>
                <c:pt idx="954" formatCode="h:mm:ss">
                  <c:v>0.60329861111111116</c:v>
                </c:pt>
                <c:pt idx="955" formatCode="h:mm:ss">
                  <c:v>0.60347222222222219</c:v>
                </c:pt>
                <c:pt idx="956" formatCode="h:mm:ss">
                  <c:v>0.60364583333333333</c:v>
                </c:pt>
                <c:pt idx="957" formatCode="h:mm:ss">
                  <c:v>0.60381944444444446</c:v>
                </c:pt>
                <c:pt idx="958" formatCode="h:mm:ss">
                  <c:v>0.6039930555555556</c:v>
                </c:pt>
                <c:pt idx="959" formatCode="h:mm:ss">
                  <c:v>0.60416666666666663</c:v>
                </c:pt>
                <c:pt idx="960" formatCode="h:mm:ss">
                  <c:v>0.60434027777777777</c:v>
                </c:pt>
                <c:pt idx="961" formatCode="h:mm:ss">
                  <c:v>0.60451388888888891</c:v>
                </c:pt>
                <c:pt idx="962" formatCode="h:mm:ss">
                  <c:v>0.60468750000000004</c:v>
                </c:pt>
                <c:pt idx="963" formatCode="h:mm:ss">
                  <c:v>0.60486111111111107</c:v>
                </c:pt>
                <c:pt idx="964" formatCode="h:mm:ss">
                  <c:v>0.60503472222222221</c:v>
                </c:pt>
                <c:pt idx="965" formatCode="h:mm:ss">
                  <c:v>0.60520833333333335</c:v>
                </c:pt>
                <c:pt idx="966" formatCode="h:mm:ss">
                  <c:v>0.60538194444444449</c:v>
                </c:pt>
                <c:pt idx="967" formatCode="h:mm:ss">
                  <c:v>0.60555555555555551</c:v>
                </c:pt>
                <c:pt idx="968" formatCode="h:mm:ss">
                  <c:v>0.60572916666666665</c:v>
                </c:pt>
                <c:pt idx="969" formatCode="h:mm:ss">
                  <c:v>0.60590277777777779</c:v>
                </c:pt>
                <c:pt idx="970" formatCode="h:mm:ss">
                  <c:v>0.60607638888888893</c:v>
                </c:pt>
                <c:pt idx="971" formatCode="h:mm:ss">
                  <c:v>0.60624999999999996</c:v>
                </c:pt>
                <c:pt idx="972" formatCode="h:mm:ss">
                  <c:v>0.60642361111111109</c:v>
                </c:pt>
                <c:pt idx="973" formatCode="h:mm:ss">
                  <c:v>0.60659722222222223</c:v>
                </c:pt>
                <c:pt idx="974" formatCode="h:mm:ss">
                  <c:v>0.60677083333333337</c:v>
                </c:pt>
                <c:pt idx="975" formatCode="h:mm:ss">
                  <c:v>0.6069444444444444</c:v>
                </c:pt>
                <c:pt idx="976" formatCode="h:mm:ss">
                  <c:v>0.60711805555555554</c:v>
                </c:pt>
                <c:pt idx="977" formatCode="h:mm:ss">
                  <c:v>0.60729166666666667</c:v>
                </c:pt>
                <c:pt idx="978" formatCode="h:mm:ss">
                  <c:v>0.60746527777777781</c:v>
                </c:pt>
                <c:pt idx="979" formatCode="h:mm:ss">
                  <c:v>0.60763888888888884</c:v>
                </c:pt>
                <c:pt idx="980" formatCode="h:mm:ss">
                  <c:v>0.60781249999999998</c:v>
                </c:pt>
                <c:pt idx="981" formatCode="h:mm:ss">
                  <c:v>0.60798611111111112</c:v>
                </c:pt>
                <c:pt idx="982" formatCode="h:mm:ss">
                  <c:v>0.60815972222222225</c:v>
                </c:pt>
                <c:pt idx="983" formatCode="h:mm:ss">
                  <c:v>0.60833333333333328</c:v>
                </c:pt>
                <c:pt idx="984" formatCode="h:mm:ss">
                  <c:v>0.60850694444444442</c:v>
                </c:pt>
                <c:pt idx="985" formatCode="h:mm:ss">
                  <c:v>0.60868055555555556</c:v>
                </c:pt>
                <c:pt idx="986" formatCode="h:mm:ss">
                  <c:v>0.6088541666666667</c:v>
                </c:pt>
                <c:pt idx="987" formatCode="h:mm:ss">
                  <c:v>0.60902777777777772</c:v>
                </c:pt>
                <c:pt idx="988" formatCode="h:mm:ss">
                  <c:v>0.60920138888888886</c:v>
                </c:pt>
                <c:pt idx="989" formatCode="h:mm:ss">
                  <c:v>0.609375</c:v>
                </c:pt>
                <c:pt idx="990" formatCode="h:mm:ss">
                  <c:v>0.60954861111111114</c:v>
                </c:pt>
                <c:pt idx="991" formatCode="h:mm:ss">
                  <c:v>0.60972222222222228</c:v>
                </c:pt>
                <c:pt idx="992" formatCode="h:mm:ss">
                  <c:v>0.6098958333333333</c:v>
                </c:pt>
                <c:pt idx="993" formatCode="h:mm:ss">
                  <c:v>0.61006944444444444</c:v>
                </c:pt>
                <c:pt idx="994" formatCode="h:mm:ss">
                  <c:v>0.61024305555555558</c:v>
                </c:pt>
                <c:pt idx="995" formatCode="h:mm:ss">
                  <c:v>0.61041666666666672</c:v>
                </c:pt>
                <c:pt idx="996" formatCode="h:mm:ss">
                  <c:v>0.61059027777777775</c:v>
                </c:pt>
                <c:pt idx="997" formatCode="h:mm:ss">
                  <c:v>0.61076388888888888</c:v>
                </c:pt>
                <c:pt idx="998" formatCode="h:mm:ss">
                  <c:v>0.61093750000000002</c:v>
                </c:pt>
                <c:pt idx="999" formatCode="h:mm:ss">
                  <c:v>0.61111111111111116</c:v>
                </c:pt>
                <c:pt idx="1000" formatCode="h:mm:ss">
                  <c:v>0.61128472222222219</c:v>
                </c:pt>
                <c:pt idx="1001" formatCode="h:mm:ss">
                  <c:v>0.61145833333333333</c:v>
                </c:pt>
                <c:pt idx="1002" formatCode="h:mm:ss">
                  <c:v>0.61163194444444446</c:v>
                </c:pt>
                <c:pt idx="1003" formatCode="h:mm:ss">
                  <c:v>0.6118055555555556</c:v>
                </c:pt>
                <c:pt idx="1004" formatCode="h:mm:ss">
                  <c:v>0.61197916666666663</c:v>
                </c:pt>
                <c:pt idx="1005" formatCode="h:mm:ss">
                  <c:v>0.61215277777777777</c:v>
                </c:pt>
                <c:pt idx="1006" formatCode="h:mm:ss">
                  <c:v>0.61232638888888891</c:v>
                </c:pt>
                <c:pt idx="1007" formatCode="h:mm:ss">
                  <c:v>0.61250000000000004</c:v>
                </c:pt>
                <c:pt idx="1008" formatCode="h:mm:ss">
                  <c:v>0.61267361111111107</c:v>
                </c:pt>
                <c:pt idx="1009" formatCode="h:mm:ss">
                  <c:v>0.61284722222222221</c:v>
                </c:pt>
                <c:pt idx="1010" formatCode="h:mm:ss">
                  <c:v>0.61302083333333335</c:v>
                </c:pt>
                <c:pt idx="1011" formatCode="h:mm:ss">
                  <c:v>0.61319444444444449</c:v>
                </c:pt>
                <c:pt idx="1012" formatCode="h:mm:ss">
                  <c:v>0.61336805555555551</c:v>
                </c:pt>
                <c:pt idx="1013" formatCode="h:mm:ss">
                  <c:v>0.61354166666666665</c:v>
                </c:pt>
                <c:pt idx="1014" formatCode="h:mm:ss">
                  <c:v>0.61371527777777779</c:v>
                </c:pt>
                <c:pt idx="1015" formatCode="h:mm:ss">
                  <c:v>0.61388888888888893</c:v>
                </c:pt>
                <c:pt idx="1016" formatCode="h:mm:ss">
                  <c:v>0.61406249999999996</c:v>
                </c:pt>
                <c:pt idx="1017" formatCode="h:mm:ss">
                  <c:v>0.61423611111111109</c:v>
                </c:pt>
                <c:pt idx="1018" formatCode="h:mm:ss">
                  <c:v>0.61440972222222223</c:v>
                </c:pt>
                <c:pt idx="1019" formatCode="h:mm:ss">
                  <c:v>0.61458333333333337</c:v>
                </c:pt>
                <c:pt idx="1020" formatCode="h:mm:ss">
                  <c:v>0.6147569444444444</c:v>
                </c:pt>
                <c:pt idx="1021" formatCode="h:mm:ss">
                  <c:v>0.61493055555555554</c:v>
                </c:pt>
                <c:pt idx="1022" formatCode="h:mm:ss">
                  <c:v>0.61510416666666667</c:v>
                </c:pt>
                <c:pt idx="1023" formatCode="h:mm:ss">
                  <c:v>0.61527777777777781</c:v>
                </c:pt>
                <c:pt idx="1024" formatCode="h:mm:ss">
                  <c:v>0.61545138888888884</c:v>
                </c:pt>
                <c:pt idx="1025" formatCode="h:mm:ss">
                  <c:v>0.61562499999999998</c:v>
                </c:pt>
                <c:pt idx="1026" formatCode="h:mm:ss">
                  <c:v>0.61579861111111112</c:v>
                </c:pt>
                <c:pt idx="1027" formatCode="h:mm:ss">
                  <c:v>0.61597222222222225</c:v>
                </c:pt>
                <c:pt idx="1028" formatCode="h:mm:ss">
                  <c:v>0.61614583333333328</c:v>
                </c:pt>
                <c:pt idx="1029" formatCode="h:mm:ss">
                  <c:v>0.61631944444444442</c:v>
                </c:pt>
                <c:pt idx="1030" formatCode="h:mm:ss">
                  <c:v>0.61649305555555556</c:v>
                </c:pt>
                <c:pt idx="1031" formatCode="h:mm:ss">
                  <c:v>0.6166666666666667</c:v>
                </c:pt>
                <c:pt idx="1032" formatCode="h:mm:ss">
                  <c:v>0.61684027777777772</c:v>
                </c:pt>
                <c:pt idx="1033" formatCode="h:mm:ss">
                  <c:v>0.61701388888888886</c:v>
                </c:pt>
                <c:pt idx="1034" formatCode="h:mm:ss">
                  <c:v>0.6171875</c:v>
                </c:pt>
                <c:pt idx="1035" formatCode="h:mm:ss">
                  <c:v>0.61736111111111114</c:v>
                </c:pt>
                <c:pt idx="1036" formatCode="h:mm:ss">
                  <c:v>0.61753472222222228</c:v>
                </c:pt>
                <c:pt idx="1037" formatCode="h:mm:ss">
                  <c:v>0.6177083333333333</c:v>
                </c:pt>
                <c:pt idx="1038" formatCode="h:mm:ss">
                  <c:v>0.61788194444444444</c:v>
                </c:pt>
                <c:pt idx="1039" formatCode="h:mm:ss">
                  <c:v>0.61805555555555558</c:v>
                </c:pt>
                <c:pt idx="1040" formatCode="h:mm:ss">
                  <c:v>0.61822916666666672</c:v>
                </c:pt>
                <c:pt idx="1041" formatCode="h:mm:ss">
                  <c:v>0.61840277777777775</c:v>
                </c:pt>
                <c:pt idx="1042" formatCode="h:mm:ss">
                  <c:v>0.61857638888888888</c:v>
                </c:pt>
                <c:pt idx="1043" formatCode="h:mm:ss">
                  <c:v>0.61875000000000002</c:v>
                </c:pt>
                <c:pt idx="1044" formatCode="h:mm:ss">
                  <c:v>0.61892361111111116</c:v>
                </c:pt>
                <c:pt idx="1045" formatCode="h:mm:ss">
                  <c:v>0.61909722222222219</c:v>
                </c:pt>
                <c:pt idx="1046" formatCode="h:mm:ss">
                  <c:v>0.61927083333333333</c:v>
                </c:pt>
                <c:pt idx="1047" formatCode="h:mm:ss">
                  <c:v>0.61944444444444446</c:v>
                </c:pt>
                <c:pt idx="1048" formatCode="h:mm:ss">
                  <c:v>0.6196180555555556</c:v>
                </c:pt>
                <c:pt idx="1049" formatCode="h:mm:ss">
                  <c:v>0.61979166666666663</c:v>
                </c:pt>
                <c:pt idx="1050" formatCode="h:mm:ss">
                  <c:v>0.61996527777777777</c:v>
                </c:pt>
                <c:pt idx="1051" formatCode="h:mm:ss">
                  <c:v>0.62013888888888891</c:v>
                </c:pt>
                <c:pt idx="1052" formatCode="h:mm:ss">
                  <c:v>0.62031250000000004</c:v>
                </c:pt>
                <c:pt idx="1053" formatCode="h:mm:ss">
                  <c:v>0.62048611111111107</c:v>
                </c:pt>
                <c:pt idx="1054" formatCode="h:mm:ss">
                  <c:v>0.62065972222222221</c:v>
                </c:pt>
                <c:pt idx="1055" formatCode="h:mm:ss">
                  <c:v>0.62083333333333335</c:v>
                </c:pt>
                <c:pt idx="1056" formatCode="h:mm:ss">
                  <c:v>0.62100694444444449</c:v>
                </c:pt>
                <c:pt idx="1057" formatCode="h:mm:ss">
                  <c:v>0.62118055555555551</c:v>
                </c:pt>
                <c:pt idx="1058" formatCode="h:mm:ss">
                  <c:v>0.62135416666666665</c:v>
                </c:pt>
                <c:pt idx="1059" formatCode="h:mm:ss">
                  <c:v>0.62152777777777779</c:v>
                </c:pt>
                <c:pt idx="1060" formatCode="h:mm:ss">
                  <c:v>0.62170138888888893</c:v>
                </c:pt>
                <c:pt idx="1061" formatCode="h:mm:ss">
                  <c:v>0.62187499999999996</c:v>
                </c:pt>
                <c:pt idx="1062" formatCode="h:mm:ss">
                  <c:v>0.62204861111111109</c:v>
                </c:pt>
                <c:pt idx="1063" formatCode="h:mm:ss">
                  <c:v>0.62222222222222223</c:v>
                </c:pt>
                <c:pt idx="1064" formatCode="h:mm:ss">
                  <c:v>0.62239583333333337</c:v>
                </c:pt>
                <c:pt idx="1065" formatCode="h:mm:ss">
                  <c:v>0.6225694444444444</c:v>
                </c:pt>
                <c:pt idx="1066" formatCode="h:mm:ss">
                  <c:v>0.62274305555555554</c:v>
                </c:pt>
                <c:pt idx="1067" formatCode="h:mm:ss">
                  <c:v>0.62291666666666667</c:v>
                </c:pt>
                <c:pt idx="1068" formatCode="h:mm:ss">
                  <c:v>0.62309027777777781</c:v>
                </c:pt>
                <c:pt idx="1069" formatCode="h:mm:ss">
                  <c:v>0.62326388888888884</c:v>
                </c:pt>
                <c:pt idx="1070" formatCode="h:mm:ss">
                  <c:v>0.62343749999999998</c:v>
                </c:pt>
                <c:pt idx="1071" formatCode="h:mm:ss">
                  <c:v>0.62361111111111112</c:v>
                </c:pt>
                <c:pt idx="1072" formatCode="h:mm:ss">
                  <c:v>0.62378472222222225</c:v>
                </c:pt>
                <c:pt idx="1073" formatCode="h:mm:ss">
                  <c:v>0.62395833333333328</c:v>
                </c:pt>
                <c:pt idx="1074" formatCode="h:mm:ss">
                  <c:v>0.62413194444444442</c:v>
                </c:pt>
                <c:pt idx="1075" formatCode="h:mm:ss">
                  <c:v>0.62430555555555556</c:v>
                </c:pt>
                <c:pt idx="1076" formatCode="h:mm:ss">
                  <c:v>0.6244791666666667</c:v>
                </c:pt>
                <c:pt idx="1077" formatCode="h:mm:ss">
                  <c:v>0.62465277777777772</c:v>
                </c:pt>
                <c:pt idx="1078" formatCode="h:mm:ss">
                  <c:v>0.62482638888888886</c:v>
                </c:pt>
                <c:pt idx="1079" formatCode="h:mm:ss">
                  <c:v>0.625</c:v>
                </c:pt>
                <c:pt idx="1080" formatCode="h:mm:ss">
                  <c:v>0.62517361111111114</c:v>
                </c:pt>
                <c:pt idx="1081" formatCode="h:mm:ss">
                  <c:v>0.62534722222222228</c:v>
                </c:pt>
                <c:pt idx="1082" formatCode="h:mm:ss">
                  <c:v>0.6255208333333333</c:v>
                </c:pt>
                <c:pt idx="1083" formatCode="h:mm:ss">
                  <c:v>0.62569444444444444</c:v>
                </c:pt>
                <c:pt idx="1084" formatCode="h:mm:ss">
                  <c:v>0.62586805555555558</c:v>
                </c:pt>
                <c:pt idx="1085" formatCode="h:mm:ss">
                  <c:v>0.62604166666666672</c:v>
                </c:pt>
                <c:pt idx="1086" formatCode="h:mm:ss">
                  <c:v>0.62621527777777775</c:v>
                </c:pt>
                <c:pt idx="1087" formatCode="h:mm:ss">
                  <c:v>0.62638888888888888</c:v>
                </c:pt>
                <c:pt idx="1088" formatCode="h:mm:ss">
                  <c:v>0.62656250000000002</c:v>
                </c:pt>
                <c:pt idx="1089" formatCode="h:mm:ss">
                  <c:v>0.62673611111111116</c:v>
                </c:pt>
                <c:pt idx="1090" formatCode="h:mm:ss">
                  <c:v>0.62690972222222219</c:v>
                </c:pt>
                <c:pt idx="1091" formatCode="h:mm:ss">
                  <c:v>0.62708333333333333</c:v>
                </c:pt>
                <c:pt idx="1092" formatCode="h:mm:ss">
                  <c:v>0.62725694444444446</c:v>
                </c:pt>
                <c:pt idx="1093" formatCode="h:mm:ss">
                  <c:v>0.6274305555555556</c:v>
                </c:pt>
                <c:pt idx="1094" formatCode="h:mm:ss">
                  <c:v>0.62760416666666663</c:v>
                </c:pt>
                <c:pt idx="1095" formatCode="h:mm:ss">
                  <c:v>0.62777777777777777</c:v>
                </c:pt>
                <c:pt idx="1096" formatCode="h:mm:ss">
                  <c:v>0.62795138888888891</c:v>
                </c:pt>
                <c:pt idx="1097" formatCode="h:mm:ss">
                  <c:v>0.62812500000000004</c:v>
                </c:pt>
                <c:pt idx="1098" formatCode="h:mm:ss">
                  <c:v>0.62829861111111107</c:v>
                </c:pt>
                <c:pt idx="1099" formatCode="h:mm:ss">
                  <c:v>0.62847222222222221</c:v>
                </c:pt>
                <c:pt idx="1100" formatCode="h:mm:ss">
                  <c:v>0.62864583333333335</c:v>
                </c:pt>
                <c:pt idx="1101" formatCode="h:mm:ss">
                  <c:v>0.62881944444444449</c:v>
                </c:pt>
                <c:pt idx="1102" formatCode="h:mm:ss">
                  <c:v>0.62899305555555551</c:v>
                </c:pt>
                <c:pt idx="1103" formatCode="h:mm:ss">
                  <c:v>0.62916666666666665</c:v>
                </c:pt>
                <c:pt idx="1104" formatCode="h:mm:ss">
                  <c:v>0.62934027777777779</c:v>
                </c:pt>
                <c:pt idx="1105" formatCode="h:mm:ss">
                  <c:v>0.62951388888888893</c:v>
                </c:pt>
                <c:pt idx="1106" formatCode="h:mm:ss">
                  <c:v>0.62968749999999996</c:v>
                </c:pt>
                <c:pt idx="1107" formatCode="h:mm:ss">
                  <c:v>0.62986111111111109</c:v>
                </c:pt>
                <c:pt idx="1108" formatCode="h:mm:ss">
                  <c:v>0.63003472222222223</c:v>
                </c:pt>
                <c:pt idx="1109" formatCode="h:mm:ss">
                  <c:v>0.63020833333333337</c:v>
                </c:pt>
                <c:pt idx="1110" formatCode="h:mm:ss">
                  <c:v>0.6303819444444444</c:v>
                </c:pt>
                <c:pt idx="1111" formatCode="h:mm:ss">
                  <c:v>0.63055555555555554</c:v>
                </c:pt>
                <c:pt idx="1112" formatCode="h:mm:ss">
                  <c:v>0.63072916666666667</c:v>
                </c:pt>
                <c:pt idx="1113" formatCode="h:mm:ss">
                  <c:v>0.63090277777777781</c:v>
                </c:pt>
                <c:pt idx="1114" formatCode="h:mm:ss">
                  <c:v>0.63107638888888884</c:v>
                </c:pt>
                <c:pt idx="1115" formatCode="h:mm:ss">
                  <c:v>0.63124999999999998</c:v>
                </c:pt>
                <c:pt idx="1116" formatCode="h:mm:ss">
                  <c:v>0.63142361111111112</c:v>
                </c:pt>
                <c:pt idx="1117" formatCode="h:mm:ss">
                  <c:v>0.63159722222222225</c:v>
                </c:pt>
                <c:pt idx="1118" formatCode="h:mm:ss">
                  <c:v>0.63177083333333328</c:v>
                </c:pt>
                <c:pt idx="1119" formatCode="h:mm:ss">
                  <c:v>0.63194444444444442</c:v>
                </c:pt>
                <c:pt idx="1120" formatCode="h:mm:ss">
                  <c:v>0.63211805555555556</c:v>
                </c:pt>
                <c:pt idx="1121" formatCode="h:mm:ss">
                  <c:v>0.6322916666666667</c:v>
                </c:pt>
                <c:pt idx="1122" formatCode="h:mm:ss">
                  <c:v>0.63246527777777772</c:v>
                </c:pt>
                <c:pt idx="1123" formatCode="h:mm:ss">
                  <c:v>0.63263888888888886</c:v>
                </c:pt>
                <c:pt idx="1124" formatCode="h:mm:ss">
                  <c:v>0.6328125</c:v>
                </c:pt>
                <c:pt idx="1125" formatCode="h:mm:ss">
                  <c:v>0.63298611111111114</c:v>
                </c:pt>
                <c:pt idx="1126" formatCode="h:mm:ss">
                  <c:v>0.63315972222222228</c:v>
                </c:pt>
                <c:pt idx="1127" formatCode="h:mm:ss">
                  <c:v>0.6333333333333333</c:v>
                </c:pt>
                <c:pt idx="1128" formatCode="h:mm:ss">
                  <c:v>0.63350694444444444</c:v>
                </c:pt>
                <c:pt idx="1129" formatCode="h:mm:ss">
                  <c:v>0.63368055555555558</c:v>
                </c:pt>
                <c:pt idx="1130" formatCode="h:mm:ss">
                  <c:v>0.63385416666666672</c:v>
                </c:pt>
                <c:pt idx="1131" formatCode="h:mm:ss">
                  <c:v>0.63402777777777775</c:v>
                </c:pt>
                <c:pt idx="1132" formatCode="h:mm:ss">
                  <c:v>0.63420138888888888</c:v>
                </c:pt>
                <c:pt idx="1133" formatCode="h:mm:ss">
                  <c:v>0.63437500000000002</c:v>
                </c:pt>
                <c:pt idx="1134" formatCode="h:mm:ss">
                  <c:v>0.63454861111111116</c:v>
                </c:pt>
                <c:pt idx="1135" formatCode="h:mm:ss">
                  <c:v>0.63472222222222219</c:v>
                </c:pt>
                <c:pt idx="1136" formatCode="h:mm:ss">
                  <c:v>0.63489583333333333</c:v>
                </c:pt>
                <c:pt idx="1137" formatCode="h:mm:ss">
                  <c:v>0.63506944444444446</c:v>
                </c:pt>
                <c:pt idx="1138" formatCode="h:mm:ss">
                  <c:v>0.6352430555555556</c:v>
                </c:pt>
                <c:pt idx="1139" formatCode="h:mm:ss">
                  <c:v>0.63541666666666663</c:v>
                </c:pt>
                <c:pt idx="1140" formatCode="h:mm:ss">
                  <c:v>0.63559027777777777</c:v>
                </c:pt>
                <c:pt idx="1141" formatCode="h:mm:ss">
                  <c:v>0.63576388888888891</c:v>
                </c:pt>
                <c:pt idx="1142" formatCode="h:mm:ss">
                  <c:v>0.63593750000000004</c:v>
                </c:pt>
                <c:pt idx="1143" formatCode="h:mm:ss">
                  <c:v>0.63611111111111107</c:v>
                </c:pt>
                <c:pt idx="1144" formatCode="h:mm:ss">
                  <c:v>0.63628472222222221</c:v>
                </c:pt>
                <c:pt idx="1145" formatCode="h:mm:ss">
                  <c:v>0.63645833333333335</c:v>
                </c:pt>
                <c:pt idx="1146" formatCode="h:mm:ss">
                  <c:v>0.63663194444444449</c:v>
                </c:pt>
                <c:pt idx="1147" formatCode="h:mm:ss">
                  <c:v>0.63680555555555551</c:v>
                </c:pt>
                <c:pt idx="1148" formatCode="h:mm:ss">
                  <c:v>0.63697916666666665</c:v>
                </c:pt>
                <c:pt idx="1149" formatCode="h:mm:ss">
                  <c:v>0.63715277777777779</c:v>
                </c:pt>
                <c:pt idx="1150" formatCode="h:mm:ss">
                  <c:v>0.63732638888888893</c:v>
                </c:pt>
                <c:pt idx="1151" formatCode="h:mm:ss">
                  <c:v>0.63749999999999996</c:v>
                </c:pt>
                <c:pt idx="1152" formatCode="h:mm:ss">
                  <c:v>0.63767361111111109</c:v>
                </c:pt>
                <c:pt idx="1153" formatCode="h:mm:ss">
                  <c:v>0.63784722222222223</c:v>
                </c:pt>
                <c:pt idx="1154" formatCode="h:mm:ss">
                  <c:v>0.63802083333333337</c:v>
                </c:pt>
                <c:pt idx="1155" formatCode="h:mm:ss">
                  <c:v>0.6381944444444444</c:v>
                </c:pt>
                <c:pt idx="1156" formatCode="h:mm:ss">
                  <c:v>0.63836805555555554</c:v>
                </c:pt>
                <c:pt idx="1157" formatCode="h:mm:ss">
                  <c:v>0.63854166666666667</c:v>
                </c:pt>
                <c:pt idx="1158" formatCode="h:mm:ss">
                  <c:v>0.63871527777777781</c:v>
                </c:pt>
                <c:pt idx="1159" formatCode="h:mm:ss">
                  <c:v>0.63888888888888884</c:v>
                </c:pt>
                <c:pt idx="1160" formatCode="h:mm:ss">
                  <c:v>0.63906249999999998</c:v>
                </c:pt>
                <c:pt idx="1161" formatCode="h:mm:ss">
                  <c:v>0.63923611111111112</c:v>
                </c:pt>
                <c:pt idx="1162" formatCode="h:mm:ss">
                  <c:v>0.63940972222222225</c:v>
                </c:pt>
                <c:pt idx="1163" formatCode="h:mm:ss">
                  <c:v>0.63958333333333328</c:v>
                </c:pt>
                <c:pt idx="1164" formatCode="h:mm:ss">
                  <c:v>0.63975694444444442</c:v>
                </c:pt>
                <c:pt idx="1165" formatCode="h:mm:ss">
                  <c:v>0.63993055555555556</c:v>
                </c:pt>
                <c:pt idx="1166" formatCode="h:mm:ss">
                  <c:v>0.6401041666666667</c:v>
                </c:pt>
                <c:pt idx="1167" formatCode="h:mm:ss">
                  <c:v>0.64027777777777772</c:v>
                </c:pt>
                <c:pt idx="1168" formatCode="h:mm:ss">
                  <c:v>0.64045138888888886</c:v>
                </c:pt>
                <c:pt idx="1169" formatCode="h:mm:ss">
                  <c:v>0.640625</c:v>
                </c:pt>
                <c:pt idx="1170" formatCode="h:mm:ss">
                  <c:v>0.64079861111111114</c:v>
                </c:pt>
                <c:pt idx="1171" formatCode="h:mm:ss">
                  <c:v>0.64097222222222228</c:v>
                </c:pt>
                <c:pt idx="1172" formatCode="h:mm:ss">
                  <c:v>0.6411458333333333</c:v>
                </c:pt>
                <c:pt idx="1173" formatCode="h:mm:ss">
                  <c:v>0.64131944444444444</c:v>
                </c:pt>
                <c:pt idx="1174" formatCode="h:mm:ss">
                  <c:v>0.64149305555555558</c:v>
                </c:pt>
                <c:pt idx="1175" formatCode="h:mm:ss">
                  <c:v>0.64166666666666672</c:v>
                </c:pt>
                <c:pt idx="1176" formatCode="h:mm:ss">
                  <c:v>0.64184027777777775</c:v>
                </c:pt>
                <c:pt idx="1177" formatCode="h:mm:ss">
                  <c:v>0.64201388888888888</c:v>
                </c:pt>
                <c:pt idx="1178" formatCode="h:mm:ss">
                  <c:v>0.64218750000000002</c:v>
                </c:pt>
                <c:pt idx="1179" formatCode="h:mm:ss">
                  <c:v>0.64236111111111116</c:v>
                </c:pt>
                <c:pt idx="1180" formatCode="h:mm:ss">
                  <c:v>0.64253472222222219</c:v>
                </c:pt>
                <c:pt idx="1181" formatCode="h:mm:ss">
                  <c:v>0.64270833333333333</c:v>
                </c:pt>
                <c:pt idx="1182" formatCode="h:mm:ss">
                  <c:v>0.64288194444444446</c:v>
                </c:pt>
                <c:pt idx="1183" formatCode="h:mm:ss">
                  <c:v>0.6430555555555556</c:v>
                </c:pt>
                <c:pt idx="1184" formatCode="h:mm:ss">
                  <c:v>0.64322916666666663</c:v>
                </c:pt>
                <c:pt idx="1185" formatCode="h:mm:ss">
                  <c:v>0.64340277777777777</c:v>
                </c:pt>
                <c:pt idx="1186" formatCode="h:mm:ss">
                  <c:v>0.64357638888888891</c:v>
                </c:pt>
                <c:pt idx="1187" formatCode="h:mm:ss">
                  <c:v>0.64375000000000004</c:v>
                </c:pt>
                <c:pt idx="1188" formatCode="h:mm:ss">
                  <c:v>0.64392361111111107</c:v>
                </c:pt>
                <c:pt idx="1189" formatCode="h:mm:ss">
                  <c:v>0.64409722222222221</c:v>
                </c:pt>
                <c:pt idx="1190" formatCode="h:mm:ss">
                  <c:v>0.64427083333333335</c:v>
                </c:pt>
                <c:pt idx="1191" formatCode="h:mm:ss">
                  <c:v>0.64444444444444449</c:v>
                </c:pt>
                <c:pt idx="1192" formatCode="h:mm:ss">
                  <c:v>0.64461805555555551</c:v>
                </c:pt>
                <c:pt idx="1193" formatCode="h:mm:ss">
                  <c:v>0.64479166666666665</c:v>
                </c:pt>
                <c:pt idx="1194" formatCode="h:mm:ss">
                  <c:v>0.64496527777777779</c:v>
                </c:pt>
                <c:pt idx="1195" formatCode="h:mm:ss">
                  <c:v>0.64513888888888893</c:v>
                </c:pt>
                <c:pt idx="1196" formatCode="h:mm:ss">
                  <c:v>0.64531249999999996</c:v>
                </c:pt>
                <c:pt idx="1197" formatCode="h:mm:ss">
                  <c:v>0.64548611111111109</c:v>
                </c:pt>
                <c:pt idx="1198" formatCode="h:mm:ss">
                  <c:v>0.64565972222222223</c:v>
                </c:pt>
                <c:pt idx="1199" formatCode="h:mm:ss">
                  <c:v>0.64583333333333337</c:v>
                </c:pt>
                <c:pt idx="1200" formatCode="h:mm:ss">
                  <c:v>0.6460069444444444</c:v>
                </c:pt>
                <c:pt idx="1201" formatCode="h:mm:ss">
                  <c:v>0.64618055555555554</c:v>
                </c:pt>
                <c:pt idx="1202" formatCode="h:mm:ss">
                  <c:v>0.64635416666666667</c:v>
                </c:pt>
                <c:pt idx="1203" formatCode="h:mm:ss">
                  <c:v>0.64652777777777781</c:v>
                </c:pt>
                <c:pt idx="1204" formatCode="h:mm:ss">
                  <c:v>0.64670138888888884</c:v>
                </c:pt>
                <c:pt idx="1205" formatCode="h:mm:ss">
                  <c:v>0.64687499999999998</c:v>
                </c:pt>
                <c:pt idx="1206" formatCode="h:mm:ss">
                  <c:v>0.64704861111111112</c:v>
                </c:pt>
                <c:pt idx="1207" formatCode="h:mm:ss">
                  <c:v>0.64722222222222225</c:v>
                </c:pt>
                <c:pt idx="1208" formatCode="h:mm:ss">
                  <c:v>0.64739583333333328</c:v>
                </c:pt>
                <c:pt idx="1209" formatCode="h:mm:ss">
                  <c:v>0.64756944444444442</c:v>
                </c:pt>
                <c:pt idx="1210" formatCode="h:mm:ss">
                  <c:v>0.64774305555555556</c:v>
                </c:pt>
                <c:pt idx="1211" formatCode="h:mm:ss">
                  <c:v>0.6479166666666667</c:v>
                </c:pt>
                <c:pt idx="1212" formatCode="h:mm:ss">
                  <c:v>0.64809027777777772</c:v>
                </c:pt>
                <c:pt idx="1213" formatCode="h:mm:ss">
                  <c:v>0.64826388888888886</c:v>
                </c:pt>
                <c:pt idx="1214" formatCode="h:mm:ss">
                  <c:v>0.6484375</c:v>
                </c:pt>
                <c:pt idx="1215" formatCode="h:mm:ss">
                  <c:v>0.64861111111111114</c:v>
                </c:pt>
                <c:pt idx="1216" formatCode="h:mm:ss">
                  <c:v>0.64878472222222228</c:v>
                </c:pt>
                <c:pt idx="1217" formatCode="h:mm:ss">
                  <c:v>0.6489583333333333</c:v>
                </c:pt>
                <c:pt idx="1218" formatCode="h:mm:ss">
                  <c:v>0.64913194444444444</c:v>
                </c:pt>
                <c:pt idx="1219" formatCode="h:mm:ss">
                  <c:v>0.64930555555555558</c:v>
                </c:pt>
                <c:pt idx="1220" formatCode="h:mm:ss">
                  <c:v>0.64947916666666672</c:v>
                </c:pt>
                <c:pt idx="1221" formatCode="h:mm:ss">
                  <c:v>0.64965277777777775</c:v>
                </c:pt>
                <c:pt idx="1222" formatCode="h:mm:ss">
                  <c:v>0.64982638888888888</c:v>
                </c:pt>
                <c:pt idx="1223" formatCode="h:mm:ss">
                  <c:v>0.65</c:v>
                </c:pt>
                <c:pt idx="1224" formatCode="h:mm:ss">
                  <c:v>0.65017361111111116</c:v>
                </c:pt>
                <c:pt idx="1225" formatCode="h:mm:ss">
                  <c:v>0.65034722222222219</c:v>
                </c:pt>
                <c:pt idx="1226" formatCode="h:mm:ss">
                  <c:v>0.65052083333333333</c:v>
                </c:pt>
                <c:pt idx="1227" formatCode="h:mm:ss">
                  <c:v>0.65069444444444446</c:v>
                </c:pt>
                <c:pt idx="1228" formatCode="h:mm:ss">
                  <c:v>0.6508680555555556</c:v>
                </c:pt>
                <c:pt idx="1229" formatCode="h:mm:ss">
                  <c:v>0.65104166666666663</c:v>
                </c:pt>
                <c:pt idx="1230" formatCode="h:mm:ss">
                  <c:v>0.65121527777777777</c:v>
                </c:pt>
                <c:pt idx="1231" formatCode="h:mm:ss">
                  <c:v>0.65138888888888891</c:v>
                </c:pt>
                <c:pt idx="1232" formatCode="h:mm:ss">
                  <c:v>0.65156250000000004</c:v>
                </c:pt>
                <c:pt idx="1233" formatCode="h:mm:ss">
                  <c:v>0.65173611111111107</c:v>
                </c:pt>
                <c:pt idx="1234" formatCode="h:mm:ss">
                  <c:v>0.65190972222222221</c:v>
                </c:pt>
                <c:pt idx="1235" formatCode="h:mm:ss">
                  <c:v>0.65208333333333335</c:v>
                </c:pt>
                <c:pt idx="1236" formatCode="h:mm:ss">
                  <c:v>0.65225694444444449</c:v>
                </c:pt>
                <c:pt idx="1237" formatCode="h:mm:ss">
                  <c:v>0.65243055555555551</c:v>
                </c:pt>
                <c:pt idx="1238" formatCode="h:mm:ss">
                  <c:v>0.65260416666666665</c:v>
                </c:pt>
                <c:pt idx="1239" formatCode="h:mm:ss">
                  <c:v>0.65277777777777779</c:v>
                </c:pt>
                <c:pt idx="1240" formatCode="h:mm:ss">
                  <c:v>0.65295138888888893</c:v>
                </c:pt>
                <c:pt idx="1241" formatCode="h:mm:ss">
                  <c:v>0.65312499999999996</c:v>
                </c:pt>
                <c:pt idx="1242" formatCode="h:mm:ss">
                  <c:v>0.65329861111111109</c:v>
                </c:pt>
                <c:pt idx="1243" formatCode="h:mm:ss">
                  <c:v>0.65347222222222223</c:v>
                </c:pt>
                <c:pt idx="1244" formatCode="h:mm:ss">
                  <c:v>0.65364583333333337</c:v>
                </c:pt>
                <c:pt idx="1245" formatCode="h:mm:ss">
                  <c:v>0.6538194444444444</c:v>
                </c:pt>
                <c:pt idx="1246" formatCode="h:mm:ss">
                  <c:v>0.65399305555555554</c:v>
                </c:pt>
                <c:pt idx="1247" formatCode="h:mm:ss">
                  <c:v>0.65416666666666667</c:v>
                </c:pt>
                <c:pt idx="1248" formatCode="h:mm:ss">
                  <c:v>0.65434027777777781</c:v>
                </c:pt>
                <c:pt idx="1249" formatCode="h:mm:ss">
                  <c:v>0.65451388888888884</c:v>
                </c:pt>
                <c:pt idx="1250" formatCode="h:mm:ss">
                  <c:v>0.65468749999999998</c:v>
                </c:pt>
                <c:pt idx="1251" formatCode="h:mm:ss">
                  <c:v>0.65486111111111112</c:v>
                </c:pt>
                <c:pt idx="1252" formatCode="h:mm:ss">
                  <c:v>0.65503472222222225</c:v>
                </c:pt>
                <c:pt idx="1253" formatCode="h:mm:ss">
                  <c:v>0.65520833333333328</c:v>
                </c:pt>
                <c:pt idx="1254" formatCode="h:mm:ss">
                  <c:v>0.65538194444444442</c:v>
                </c:pt>
                <c:pt idx="1255" formatCode="h:mm:ss">
                  <c:v>0.65555555555555556</c:v>
                </c:pt>
                <c:pt idx="1256" formatCode="h:mm:ss">
                  <c:v>0.6557291666666667</c:v>
                </c:pt>
                <c:pt idx="1257" formatCode="h:mm:ss">
                  <c:v>0.65590277777777772</c:v>
                </c:pt>
                <c:pt idx="1258" formatCode="h:mm:ss">
                  <c:v>0.65607638888888886</c:v>
                </c:pt>
                <c:pt idx="1259" formatCode="h:mm:ss">
                  <c:v>0.65625</c:v>
                </c:pt>
                <c:pt idx="1260" formatCode="h:mm:ss">
                  <c:v>0.65642361111111114</c:v>
                </c:pt>
                <c:pt idx="1261" formatCode="h:mm:ss">
                  <c:v>0.65659722222222228</c:v>
                </c:pt>
                <c:pt idx="1262" formatCode="h:mm:ss">
                  <c:v>0.6567708333333333</c:v>
                </c:pt>
                <c:pt idx="1263" formatCode="h:mm:ss">
                  <c:v>0.65694444444444444</c:v>
                </c:pt>
                <c:pt idx="1264" formatCode="h:mm:ss">
                  <c:v>0.65711805555555558</c:v>
                </c:pt>
                <c:pt idx="1265" formatCode="h:mm:ss">
                  <c:v>0.65729166666666672</c:v>
                </c:pt>
                <c:pt idx="1266" formatCode="h:mm:ss">
                  <c:v>0.65746527777777775</c:v>
                </c:pt>
                <c:pt idx="1267" formatCode="h:mm:ss">
                  <c:v>0.65763888888888888</c:v>
                </c:pt>
                <c:pt idx="1268" formatCode="h:mm:ss">
                  <c:v>0.65781250000000002</c:v>
                </c:pt>
                <c:pt idx="1269" formatCode="h:mm:ss">
                  <c:v>0.65798611111111116</c:v>
                </c:pt>
                <c:pt idx="1270" formatCode="h:mm:ss">
                  <c:v>0.65815972222222219</c:v>
                </c:pt>
                <c:pt idx="1271" formatCode="h:mm:ss">
                  <c:v>0.65833333333333333</c:v>
                </c:pt>
                <c:pt idx="1272" formatCode="h:mm:ss">
                  <c:v>0.65850694444444446</c:v>
                </c:pt>
                <c:pt idx="1273" formatCode="h:mm:ss">
                  <c:v>0.6586805555555556</c:v>
                </c:pt>
                <c:pt idx="1274" formatCode="h:mm:ss">
                  <c:v>0.65885416666666663</c:v>
                </c:pt>
                <c:pt idx="1275" formatCode="h:mm:ss">
                  <c:v>0.65902777777777777</c:v>
                </c:pt>
                <c:pt idx="1276" formatCode="h:mm:ss">
                  <c:v>0.65920138888888891</c:v>
                </c:pt>
                <c:pt idx="1277" formatCode="h:mm:ss">
                  <c:v>0.65937500000000004</c:v>
                </c:pt>
                <c:pt idx="1278" formatCode="h:mm:ss">
                  <c:v>0.65954861111111107</c:v>
                </c:pt>
                <c:pt idx="1279" formatCode="h:mm:ss">
                  <c:v>0.65972222222222221</c:v>
                </c:pt>
                <c:pt idx="1280" formatCode="h:mm:ss">
                  <c:v>0.65989583333333335</c:v>
                </c:pt>
                <c:pt idx="1281" formatCode="h:mm:ss">
                  <c:v>0.66006944444444449</c:v>
                </c:pt>
                <c:pt idx="1282" formatCode="h:mm:ss">
                  <c:v>0.66024305555555551</c:v>
                </c:pt>
                <c:pt idx="1283" formatCode="h:mm:ss">
                  <c:v>0.66041666666666665</c:v>
                </c:pt>
                <c:pt idx="1284" formatCode="h:mm:ss">
                  <c:v>0.66059027777777779</c:v>
                </c:pt>
                <c:pt idx="1285" formatCode="h:mm:ss">
                  <c:v>0.66076388888888893</c:v>
                </c:pt>
                <c:pt idx="1286" formatCode="h:mm:ss">
                  <c:v>0.66093749999999996</c:v>
                </c:pt>
                <c:pt idx="1287" formatCode="h:mm:ss">
                  <c:v>0.66111111111111109</c:v>
                </c:pt>
                <c:pt idx="1288" formatCode="h:mm:ss">
                  <c:v>0.66128472222222223</c:v>
                </c:pt>
                <c:pt idx="1289" formatCode="h:mm:ss">
                  <c:v>0.66145833333333337</c:v>
                </c:pt>
                <c:pt idx="1290" formatCode="h:mm:ss">
                  <c:v>0.6616319444444444</c:v>
                </c:pt>
                <c:pt idx="1291" formatCode="h:mm:ss">
                  <c:v>0.66180555555555554</c:v>
                </c:pt>
                <c:pt idx="1292" formatCode="h:mm:ss">
                  <c:v>0.66197916666666667</c:v>
                </c:pt>
                <c:pt idx="1293" formatCode="h:mm:ss">
                  <c:v>0.66215277777777781</c:v>
                </c:pt>
                <c:pt idx="1294" formatCode="h:mm:ss">
                  <c:v>0.66232638888888884</c:v>
                </c:pt>
                <c:pt idx="1295" formatCode="h:mm:ss">
                  <c:v>0.66249999999999998</c:v>
                </c:pt>
                <c:pt idx="1296" formatCode="h:mm:ss">
                  <c:v>0.66267361111111112</c:v>
                </c:pt>
                <c:pt idx="1297" formatCode="h:mm:ss">
                  <c:v>0.66284722222222225</c:v>
                </c:pt>
                <c:pt idx="1298" formatCode="h:mm:ss">
                  <c:v>0.66302083333333328</c:v>
                </c:pt>
                <c:pt idx="1299" formatCode="h:mm:ss">
                  <c:v>0.66319444444444442</c:v>
                </c:pt>
                <c:pt idx="1300" formatCode="h:mm:ss">
                  <c:v>0.66336805555555556</c:v>
                </c:pt>
                <c:pt idx="1301" formatCode="h:mm:ss">
                  <c:v>0.6635416666666667</c:v>
                </c:pt>
                <c:pt idx="1302" formatCode="h:mm:ss">
                  <c:v>0.66371527777777772</c:v>
                </c:pt>
                <c:pt idx="1303" formatCode="h:mm:ss">
                  <c:v>0.66388888888888886</c:v>
                </c:pt>
                <c:pt idx="1304" formatCode="h:mm:ss">
                  <c:v>0.6640625</c:v>
                </c:pt>
                <c:pt idx="1305" formatCode="h:mm:ss">
                  <c:v>0.66423611111111114</c:v>
                </c:pt>
                <c:pt idx="1306" formatCode="h:mm:ss">
                  <c:v>0.66440972222222228</c:v>
                </c:pt>
                <c:pt idx="1307" formatCode="h:mm:ss">
                  <c:v>0.6645833333333333</c:v>
                </c:pt>
                <c:pt idx="1308" formatCode="h:mm:ss">
                  <c:v>0.66475694444444444</c:v>
                </c:pt>
                <c:pt idx="1309" formatCode="h:mm:ss">
                  <c:v>0.66493055555555558</c:v>
                </c:pt>
                <c:pt idx="1310" formatCode="h:mm:ss">
                  <c:v>0.66510416666666672</c:v>
                </c:pt>
                <c:pt idx="1311" formatCode="h:mm:ss">
                  <c:v>0.66527777777777775</c:v>
                </c:pt>
                <c:pt idx="1312" formatCode="h:mm:ss">
                  <c:v>0.66545138888888888</c:v>
                </c:pt>
                <c:pt idx="1313" formatCode="h:mm:ss">
                  <c:v>0.66562500000000002</c:v>
                </c:pt>
                <c:pt idx="1314" formatCode="h:mm:ss">
                  <c:v>0.66579861111111116</c:v>
                </c:pt>
                <c:pt idx="1315" formatCode="h:mm:ss">
                  <c:v>0.66597222222222219</c:v>
                </c:pt>
                <c:pt idx="1316" formatCode="h:mm:ss">
                  <c:v>0.66614583333333333</c:v>
                </c:pt>
                <c:pt idx="1317" formatCode="h:mm:ss">
                  <c:v>0.66631944444444446</c:v>
                </c:pt>
                <c:pt idx="1318" formatCode="h:mm:ss">
                  <c:v>0.6664930555555556</c:v>
                </c:pt>
                <c:pt idx="1319" formatCode="h:mm:ss">
                  <c:v>0.66666666666666663</c:v>
                </c:pt>
                <c:pt idx="1320" formatCode="h:mm:ss">
                  <c:v>0.66684027777777777</c:v>
                </c:pt>
                <c:pt idx="1321" formatCode="h:mm:ss">
                  <c:v>0.66701388888888891</c:v>
                </c:pt>
                <c:pt idx="1322" formatCode="h:mm:ss">
                  <c:v>0.66718750000000004</c:v>
                </c:pt>
                <c:pt idx="1323" formatCode="h:mm:ss">
                  <c:v>0.66736111111111107</c:v>
                </c:pt>
                <c:pt idx="1324" formatCode="h:mm:ss">
                  <c:v>0.66753472222222221</c:v>
                </c:pt>
                <c:pt idx="1325" formatCode="h:mm:ss">
                  <c:v>0.66770833333333335</c:v>
                </c:pt>
                <c:pt idx="1326" formatCode="h:mm:ss">
                  <c:v>0.66788194444444449</c:v>
                </c:pt>
                <c:pt idx="1327" formatCode="h:mm:ss">
                  <c:v>0.66805555555555551</c:v>
                </c:pt>
                <c:pt idx="1328" formatCode="h:mm:ss">
                  <c:v>0.66822916666666665</c:v>
                </c:pt>
                <c:pt idx="1329" formatCode="h:mm:ss">
                  <c:v>0.66840277777777779</c:v>
                </c:pt>
                <c:pt idx="1330" formatCode="h:mm:ss">
                  <c:v>0.66857638888888893</c:v>
                </c:pt>
                <c:pt idx="1331" formatCode="h:mm:ss">
                  <c:v>0.66874999999999996</c:v>
                </c:pt>
                <c:pt idx="1332" formatCode="h:mm:ss">
                  <c:v>0.66892361111111109</c:v>
                </c:pt>
                <c:pt idx="1333" formatCode="h:mm:ss">
                  <c:v>0.66909722222222223</c:v>
                </c:pt>
                <c:pt idx="1334" formatCode="h:mm:ss">
                  <c:v>0.66927083333333337</c:v>
                </c:pt>
                <c:pt idx="1335" formatCode="h:mm:ss">
                  <c:v>0.6694444444444444</c:v>
                </c:pt>
                <c:pt idx="1336" formatCode="h:mm:ss">
                  <c:v>0.66961805555555554</c:v>
                </c:pt>
                <c:pt idx="1337" formatCode="h:mm:ss">
                  <c:v>0.66979166666666667</c:v>
                </c:pt>
                <c:pt idx="1338" formatCode="h:mm:ss">
                  <c:v>0.66996527777777781</c:v>
                </c:pt>
                <c:pt idx="1339" formatCode="h:mm:ss">
                  <c:v>0.67013888888888884</c:v>
                </c:pt>
                <c:pt idx="1340" formatCode="h:mm:ss">
                  <c:v>0.67031249999999998</c:v>
                </c:pt>
                <c:pt idx="1341" formatCode="h:mm:ss">
                  <c:v>0.67048611111111112</c:v>
                </c:pt>
                <c:pt idx="1342" formatCode="h:mm:ss">
                  <c:v>0.67065972222222225</c:v>
                </c:pt>
                <c:pt idx="1343" formatCode="h:mm:ss">
                  <c:v>0.67083333333333328</c:v>
                </c:pt>
                <c:pt idx="1344" formatCode="h:mm:ss">
                  <c:v>0.67100694444444442</c:v>
                </c:pt>
                <c:pt idx="1345" formatCode="h:mm:ss">
                  <c:v>0.67118055555555556</c:v>
                </c:pt>
                <c:pt idx="1346" formatCode="h:mm:ss">
                  <c:v>0.6713541666666667</c:v>
                </c:pt>
                <c:pt idx="1347" formatCode="h:mm:ss">
                  <c:v>0.67152777777777772</c:v>
                </c:pt>
                <c:pt idx="1348" formatCode="h:mm:ss">
                  <c:v>0.67170138888888886</c:v>
                </c:pt>
                <c:pt idx="1349" formatCode="h:mm:ss">
                  <c:v>0.671875</c:v>
                </c:pt>
                <c:pt idx="1350" formatCode="h:mm:ss">
                  <c:v>0.67204861111111114</c:v>
                </c:pt>
                <c:pt idx="1351" formatCode="h:mm:ss">
                  <c:v>0.67222222222222228</c:v>
                </c:pt>
                <c:pt idx="1352" formatCode="h:mm:ss">
                  <c:v>0.6723958333333333</c:v>
                </c:pt>
                <c:pt idx="1353" formatCode="h:mm:ss">
                  <c:v>0.67256944444444444</c:v>
                </c:pt>
                <c:pt idx="1354" formatCode="h:mm:ss">
                  <c:v>0.67274305555555558</c:v>
                </c:pt>
                <c:pt idx="1355" formatCode="h:mm:ss">
                  <c:v>0.67291666666666672</c:v>
                </c:pt>
                <c:pt idx="1356" formatCode="h:mm:ss">
                  <c:v>0.67309027777777775</c:v>
                </c:pt>
                <c:pt idx="1357" formatCode="h:mm:ss">
                  <c:v>0.67326388888888888</c:v>
                </c:pt>
                <c:pt idx="1358" formatCode="h:mm:ss">
                  <c:v>0.67343750000000002</c:v>
                </c:pt>
                <c:pt idx="1359" formatCode="h:mm:ss">
                  <c:v>0.67361111111111116</c:v>
                </c:pt>
                <c:pt idx="1360" formatCode="h:mm:ss">
                  <c:v>0.67378472222222219</c:v>
                </c:pt>
                <c:pt idx="1361" formatCode="h:mm:ss">
                  <c:v>0.67395833333333333</c:v>
                </c:pt>
                <c:pt idx="1362" formatCode="h:mm:ss">
                  <c:v>0.67413194444444446</c:v>
                </c:pt>
                <c:pt idx="1363" formatCode="h:mm:ss">
                  <c:v>0.6743055555555556</c:v>
                </c:pt>
                <c:pt idx="1364" formatCode="h:mm:ss">
                  <c:v>0.67447916666666663</c:v>
                </c:pt>
                <c:pt idx="1365" formatCode="h:mm:ss">
                  <c:v>0.67465277777777777</c:v>
                </c:pt>
                <c:pt idx="1366" formatCode="h:mm:ss">
                  <c:v>0.67482638888888891</c:v>
                </c:pt>
                <c:pt idx="1367" formatCode="h:mm:ss">
                  <c:v>0.67500000000000004</c:v>
                </c:pt>
                <c:pt idx="1368" formatCode="h:mm:ss">
                  <c:v>0.67517361111111107</c:v>
                </c:pt>
                <c:pt idx="1369" formatCode="h:mm:ss">
                  <c:v>0.67534722222222221</c:v>
                </c:pt>
                <c:pt idx="1370" formatCode="h:mm:ss">
                  <c:v>0.67552083333333335</c:v>
                </c:pt>
                <c:pt idx="1371" formatCode="h:mm:ss">
                  <c:v>0.67569444444444449</c:v>
                </c:pt>
                <c:pt idx="1372" formatCode="h:mm:ss">
                  <c:v>0.67586805555555551</c:v>
                </c:pt>
                <c:pt idx="1373" formatCode="h:mm:ss">
                  <c:v>0.67604166666666665</c:v>
                </c:pt>
                <c:pt idx="1374" formatCode="h:mm:ss">
                  <c:v>0.67621527777777779</c:v>
                </c:pt>
                <c:pt idx="1375" formatCode="h:mm:ss">
                  <c:v>0.67638888888888893</c:v>
                </c:pt>
                <c:pt idx="1376" formatCode="h:mm:ss">
                  <c:v>0.67656249999999996</c:v>
                </c:pt>
                <c:pt idx="1377" formatCode="h:mm:ss">
                  <c:v>0.67673611111111109</c:v>
                </c:pt>
                <c:pt idx="1378" formatCode="h:mm:ss">
                  <c:v>0.67690972222222223</c:v>
                </c:pt>
                <c:pt idx="1379" formatCode="h:mm:ss">
                  <c:v>0.67708333333333337</c:v>
                </c:pt>
                <c:pt idx="1380" formatCode="h:mm:ss">
                  <c:v>0.6772569444444444</c:v>
                </c:pt>
                <c:pt idx="1381" formatCode="h:mm:ss">
                  <c:v>0.67743055555555554</c:v>
                </c:pt>
                <c:pt idx="1382" formatCode="h:mm:ss">
                  <c:v>0.67760416666666667</c:v>
                </c:pt>
                <c:pt idx="1383" formatCode="h:mm:ss">
                  <c:v>0.67777777777777781</c:v>
                </c:pt>
                <c:pt idx="1384" formatCode="h:mm:ss">
                  <c:v>0.67795138888888884</c:v>
                </c:pt>
                <c:pt idx="1385" formatCode="h:mm:ss">
                  <c:v>0.67812499999999998</c:v>
                </c:pt>
                <c:pt idx="1386" formatCode="h:mm:ss">
                  <c:v>0.67829861111111112</c:v>
                </c:pt>
                <c:pt idx="1387" formatCode="h:mm:ss">
                  <c:v>0.67847222222222225</c:v>
                </c:pt>
                <c:pt idx="1388" formatCode="h:mm:ss">
                  <c:v>0.67864583333333328</c:v>
                </c:pt>
                <c:pt idx="1389" formatCode="h:mm:ss">
                  <c:v>0.67881944444444442</c:v>
                </c:pt>
                <c:pt idx="1390" formatCode="h:mm:ss">
                  <c:v>0.67899305555555556</c:v>
                </c:pt>
                <c:pt idx="1391" formatCode="h:mm:ss">
                  <c:v>0.6791666666666667</c:v>
                </c:pt>
                <c:pt idx="1392" formatCode="h:mm:ss">
                  <c:v>0.67934027777777772</c:v>
                </c:pt>
                <c:pt idx="1393" formatCode="h:mm:ss">
                  <c:v>0.67951388888888886</c:v>
                </c:pt>
                <c:pt idx="1394" formatCode="h:mm:ss">
                  <c:v>0.6796875</c:v>
                </c:pt>
                <c:pt idx="1395" formatCode="h:mm:ss">
                  <c:v>0.67986111111111114</c:v>
                </c:pt>
                <c:pt idx="1396" formatCode="h:mm:ss">
                  <c:v>0.68003472222222228</c:v>
                </c:pt>
                <c:pt idx="1397" formatCode="h:mm:ss">
                  <c:v>0.6802083333333333</c:v>
                </c:pt>
                <c:pt idx="1398" formatCode="h:mm:ss">
                  <c:v>0.68038194444444444</c:v>
                </c:pt>
                <c:pt idx="1399" formatCode="h:mm:ss">
                  <c:v>0.68055555555555558</c:v>
                </c:pt>
                <c:pt idx="1400" formatCode="h:mm:ss">
                  <c:v>0.68072916666666672</c:v>
                </c:pt>
                <c:pt idx="1401" formatCode="h:mm:ss">
                  <c:v>0.68090277777777775</c:v>
                </c:pt>
                <c:pt idx="1402" formatCode="h:mm:ss">
                  <c:v>0.68107638888888888</c:v>
                </c:pt>
                <c:pt idx="1403" formatCode="h:mm:ss">
                  <c:v>0.68125000000000002</c:v>
                </c:pt>
                <c:pt idx="1404" formatCode="h:mm:ss">
                  <c:v>0.68142361111111116</c:v>
                </c:pt>
                <c:pt idx="1405" formatCode="h:mm:ss">
                  <c:v>0.68159722222222219</c:v>
                </c:pt>
                <c:pt idx="1406" formatCode="h:mm:ss">
                  <c:v>0.68177083333333333</c:v>
                </c:pt>
                <c:pt idx="1407" formatCode="h:mm:ss">
                  <c:v>0.68194444444444446</c:v>
                </c:pt>
                <c:pt idx="1408" formatCode="h:mm:ss">
                  <c:v>0.6821180555555556</c:v>
                </c:pt>
                <c:pt idx="1409" formatCode="h:mm:ss">
                  <c:v>0.68229166666666663</c:v>
                </c:pt>
                <c:pt idx="1410" formatCode="h:mm:ss">
                  <c:v>0.68246527777777777</c:v>
                </c:pt>
                <c:pt idx="1411" formatCode="h:mm:ss">
                  <c:v>0.68263888888888891</c:v>
                </c:pt>
                <c:pt idx="1412" formatCode="h:mm:ss">
                  <c:v>0.68281250000000004</c:v>
                </c:pt>
                <c:pt idx="1413" formatCode="h:mm:ss">
                  <c:v>0.68298611111111107</c:v>
                </c:pt>
                <c:pt idx="1414" formatCode="h:mm:ss">
                  <c:v>0.68315972222222221</c:v>
                </c:pt>
                <c:pt idx="1415" formatCode="h:mm:ss">
                  <c:v>0.68333333333333335</c:v>
                </c:pt>
                <c:pt idx="1416" formatCode="h:mm:ss">
                  <c:v>0.68350694444444449</c:v>
                </c:pt>
                <c:pt idx="1417" formatCode="h:mm:ss">
                  <c:v>0.68368055555555551</c:v>
                </c:pt>
                <c:pt idx="1418" formatCode="h:mm:ss">
                  <c:v>0.68385416666666665</c:v>
                </c:pt>
                <c:pt idx="1419" formatCode="h:mm:ss">
                  <c:v>0.68402777777777779</c:v>
                </c:pt>
                <c:pt idx="1420" formatCode="h:mm:ss">
                  <c:v>0.68420138888888893</c:v>
                </c:pt>
                <c:pt idx="1421" formatCode="h:mm:ss">
                  <c:v>0.68437499999999996</c:v>
                </c:pt>
                <c:pt idx="1422" formatCode="h:mm:ss">
                  <c:v>0.68454861111111109</c:v>
                </c:pt>
                <c:pt idx="1423" formatCode="h:mm:ss">
                  <c:v>0.68472222222222223</c:v>
                </c:pt>
                <c:pt idx="1424" formatCode="h:mm:ss">
                  <c:v>0.68489583333333337</c:v>
                </c:pt>
                <c:pt idx="1425" formatCode="h:mm:ss">
                  <c:v>0.6850694444444444</c:v>
                </c:pt>
                <c:pt idx="1426" formatCode="h:mm:ss">
                  <c:v>0.68524305555555554</c:v>
                </c:pt>
                <c:pt idx="1427" formatCode="h:mm:ss">
                  <c:v>0.68541666666666667</c:v>
                </c:pt>
                <c:pt idx="1428" formatCode="h:mm:ss">
                  <c:v>0.68559027777777781</c:v>
                </c:pt>
                <c:pt idx="1429" formatCode="h:mm:ss">
                  <c:v>0.68576388888888884</c:v>
                </c:pt>
                <c:pt idx="1430" formatCode="h:mm:ss">
                  <c:v>0.68593749999999998</c:v>
                </c:pt>
                <c:pt idx="1431" formatCode="h:mm:ss">
                  <c:v>0.68611111111111112</c:v>
                </c:pt>
                <c:pt idx="1432" formatCode="h:mm:ss">
                  <c:v>0.68628472222222225</c:v>
                </c:pt>
                <c:pt idx="1433" formatCode="h:mm:ss">
                  <c:v>0.68645833333333328</c:v>
                </c:pt>
                <c:pt idx="1434" formatCode="h:mm:ss">
                  <c:v>0.68663194444444442</c:v>
                </c:pt>
                <c:pt idx="1435" formatCode="h:mm:ss">
                  <c:v>0.68680555555555556</c:v>
                </c:pt>
                <c:pt idx="1436" formatCode="h:mm:ss">
                  <c:v>0.6869791666666667</c:v>
                </c:pt>
                <c:pt idx="1437" formatCode="h:mm:ss">
                  <c:v>0.68715277777777772</c:v>
                </c:pt>
                <c:pt idx="1438" formatCode="h:mm:ss">
                  <c:v>0.68732638888888886</c:v>
                </c:pt>
                <c:pt idx="1439" formatCode="h:mm:ss">
                  <c:v>0.6875</c:v>
                </c:pt>
                <c:pt idx="1440" formatCode="h:mm:ss">
                  <c:v>0.68767361111111114</c:v>
                </c:pt>
                <c:pt idx="1441" formatCode="h:mm:ss">
                  <c:v>0.68784722222222228</c:v>
                </c:pt>
                <c:pt idx="1442" formatCode="h:mm:ss">
                  <c:v>0.6880208333333333</c:v>
                </c:pt>
                <c:pt idx="1443" formatCode="h:mm:ss">
                  <c:v>0.68819444444444444</c:v>
                </c:pt>
                <c:pt idx="1444" formatCode="h:mm:ss">
                  <c:v>0.68836805555555558</c:v>
                </c:pt>
                <c:pt idx="1445" formatCode="h:mm:ss">
                  <c:v>0.68854166666666672</c:v>
                </c:pt>
                <c:pt idx="1446" formatCode="h:mm:ss">
                  <c:v>0.68871527777777775</c:v>
                </c:pt>
                <c:pt idx="1447" formatCode="h:mm:ss">
                  <c:v>0.68888888888888888</c:v>
                </c:pt>
                <c:pt idx="1448" formatCode="h:mm:ss">
                  <c:v>0.68906250000000002</c:v>
                </c:pt>
                <c:pt idx="1449" formatCode="h:mm:ss">
                  <c:v>0.68923611111111116</c:v>
                </c:pt>
                <c:pt idx="1450" formatCode="h:mm:ss">
                  <c:v>0.68940972222222219</c:v>
                </c:pt>
                <c:pt idx="1451" formatCode="h:mm:ss">
                  <c:v>0.68958333333333333</c:v>
                </c:pt>
                <c:pt idx="1452" formatCode="h:mm:ss">
                  <c:v>0.68975694444444446</c:v>
                </c:pt>
                <c:pt idx="1453" formatCode="h:mm:ss">
                  <c:v>0.6899305555555556</c:v>
                </c:pt>
                <c:pt idx="1454" formatCode="h:mm:ss">
                  <c:v>0.69010416666666663</c:v>
                </c:pt>
                <c:pt idx="1455" formatCode="h:mm:ss">
                  <c:v>0.69027777777777777</c:v>
                </c:pt>
                <c:pt idx="1456" formatCode="h:mm:ss">
                  <c:v>0.69045138888888891</c:v>
                </c:pt>
                <c:pt idx="1457" formatCode="h:mm:ss">
                  <c:v>0.69062500000000004</c:v>
                </c:pt>
                <c:pt idx="1458" formatCode="h:mm:ss">
                  <c:v>0.69079861111111107</c:v>
                </c:pt>
                <c:pt idx="1459" formatCode="h:mm:ss">
                  <c:v>0.69097222222222221</c:v>
                </c:pt>
                <c:pt idx="1460" formatCode="h:mm:ss">
                  <c:v>0.69114583333333335</c:v>
                </c:pt>
                <c:pt idx="1461" formatCode="h:mm:ss">
                  <c:v>0.69131944444444449</c:v>
                </c:pt>
                <c:pt idx="1462" formatCode="h:mm:ss">
                  <c:v>0.69149305555555551</c:v>
                </c:pt>
                <c:pt idx="1463" formatCode="h:mm:ss">
                  <c:v>0.69166666666666665</c:v>
                </c:pt>
                <c:pt idx="1464" formatCode="h:mm:ss">
                  <c:v>0.69184027777777779</c:v>
                </c:pt>
                <c:pt idx="1465" formatCode="h:mm:ss">
                  <c:v>0.69201388888888893</c:v>
                </c:pt>
                <c:pt idx="1466" formatCode="h:mm:ss">
                  <c:v>0.69218749999999996</c:v>
                </c:pt>
                <c:pt idx="1467" formatCode="h:mm:ss">
                  <c:v>0.69236111111111109</c:v>
                </c:pt>
                <c:pt idx="1468" formatCode="h:mm:ss">
                  <c:v>0.69253472222222223</c:v>
                </c:pt>
                <c:pt idx="1469" formatCode="h:mm:ss">
                  <c:v>0.69270833333333337</c:v>
                </c:pt>
                <c:pt idx="1470" formatCode="h:mm:ss">
                  <c:v>0.6928819444444444</c:v>
                </c:pt>
              </c:numCache>
            </c:numRef>
          </c:xVal>
          <c:yVal>
            <c:numRef>
              <c:f>'Monitor 1'!$D$10:$D$1480</c:f>
              <c:numCache>
                <c:formatCode>General</c:formatCode>
                <c:ptCount val="147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</c:v>
                </c:pt>
                <c:pt idx="5">
                  <c:v>0.1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0.1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0.1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0.1</c:v>
                </c:pt>
                <c:pt idx="132">
                  <c:v>0.1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0</c:v>
                </c:pt>
                <c:pt idx="1398">
                  <c:v>0</c:v>
                </c:pt>
                <c:pt idx="1399">
                  <c:v>0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0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0</c:v>
                </c:pt>
                <c:pt idx="1409">
                  <c:v>0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0</c:v>
                </c:pt>
                <c:pt idx="1414">
                  <c:v>0</c:v>
                </c:pt>
                <c:pt idx="1415">
                  <c:v>0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0</c:v>
                </c:pt>
                <c:pt idx="1426">
                  <c:v>0</c:v>
                </c:pt>
                <c:pt idx="1427">
                  <c:v>0</c:v>
                </c:pt>
                <c:pt idx="1428">
                  <c:v>0</c:v>
                </c:pt>
                <c:pt idx="1429">
                  <c:v>0</c:v>
                </c:pt>
                <c:pt idx="1430">
                  <c:v>0</c:v>
                </c:pt>
                <c:pt idx="1431">
                  <c:v>0</c:v>
                </c:pt>
                <c:pt idx="1432">
                  <c:v>0</c:v>
                </c:pt>
                <c:pt idx="1433">
                  <c:v>0</c:v>
                </c:pt>
                <c:pt idx="1434">
                  <c:v>0</c:v>
                </c:pt>
                <c:pt idx="1435">
                  <c:v>0</c:v>
                </c:pt>
                <c:pt idx="1436">
                  <c:v>0</c:v>
                </c:pt>
                <c:pt idx="1437">
                  <c:v>0</c:v>
                </c:pt>
                <c:pt idx="1438">
                  <c:v>0</c:v>
                </c:pt>
                <c:pt idx="1439">
                  <c:v>0</c:v>
                </c:pt>
                <c:pt idx="1440">
                  <c:v>0</c:v>
                </c:pt>
                <c:pt idx="1441">
                  <c:v>0</c:v>
                </c:pt>
                <c:pt idx="1442">
                  <c:v>0</c:v>
                </c:pt>
                <c:pt idx="1443">
                  <c:v>0</c:v>
                </c:pt>
                <c:pt idx="1444">
                  <c:v>0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0</c:v>
                </c:pt>
                <c:pt idx="1450">
                  <c:v>0</c:v>
                </c:pt>
                <c:pt idx="1451">
                  <c:v>0</c:v>
                </c:pt>
                <c:pt idx="1452">
                  <c:v>0</c:v>
                </c:pt>
                <c:pt idx="1453">
                  <c:v>0</c:v>
                </c:pt>
                <c:pt idx="1454">
                  <c:v>0</c:v>
                </c:pt>
                <c:pt idx="1455">
                  <c:v>0</c:v>
                </c:pt>
                <c:pt idx="1456">
                  <c:v>0</c:v>
                </c:pt>
                <c:pt idx="1457">
                  <c:v>0</c:v>
                </c:pt>
                <c:pt idx="1458">
                  <c:v>0</c:v>
                </c:pt>
                <c:pt idx="1459">
                  <c:v>0</c:v>
                </c:pt>
                <c:pt idx="1460">
                  <c:v>0</c:v>
                </c:pt>
                <c:pt idx="1461">
                  <c:v>0</c:v>
                </c:pt>
                <c:pt idx="1462">
                  <c:v>0</c:v>
                </c:pt>
                <c:pt idx="1463">
                  <c:v>0</c:v>
                </c:pt>
                <c:pt idx="1464">
                  <c:v>0</c:v>
                </c:pt>
                <c:pt idx="1465">
                  <c:v>0</c:v>
                </c:pt>
                <c:pt idx="1466">
                  <c:v>0</c:v>
                </c:pt>
                <c:pt idx="1467">
                  <c:v>0</c:v>
                </c:pt>
                <c:pt idx="1468">
                  <c:v>0</c:v>
                </c:pt>
                <c:pt idx="1469">
                  <c:v>0</c:v>
                </c:pt>
                <c:pt idx="147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A86-4638-A9E1-02D091338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9899416"/>
        <c:axId val="796638480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'Monitor 1'!$B$9</c15:sqref>
                        </c15:formulaRef>
                      </c:ext>
                    </c:extLst>
                    <c:strCache>
                      <c:ptCount val="1"/>
                      <c:pt idx="0">
                        <c:v>Combustible Reading (%LEL)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'Monitor 1'!$A$10:$A$1480</c15:sqref>
                        </c15:formulaRef>
                      </c:ext>
                    </c:extLst>
                    <c:numCache>
                      <c:formatCode>h:mm;@</c:formatCode>
                      <c:ptCount val="1471"/>
                      <c:pt idx="0">
                        <c:v>0.42465277777777777</c:v>
                      </c:pt>
                      <c:pt idx="1">
                        <c:v>0.42482638888888891</c:v>
                      </c:pt>
                      <c:pt idx="2">
                        <c:v>0.42499999999999999</c:v>
                      </c:pt>
                      <c:pt idx="3">
                        <c:v>0.42517361111111113</c:v>
                      </c:pt>
                      <c:pt idx="4">
                        <c:v>0.42534722222222221</c:v>
                      </c:pt>
                      <c:pt idx="5">
                        <c:v>0.42552083333333335</c:v>
                      </c:pt>
                      <c:pt idx="6">
                        <c:v>0.42569444444444443</c:v>
                      </c:pt>
                      <c:pt idx="7">
                        <c:v>0.42586805555555557</c:v>
                      </c:pt>
                      <c:pt idx="8">
                        <c:v>0.42604166666666665</c:v>
                      </c:pt>
                      <c:pt idx="9">
                        <c:v>0.42621527777777779</c:v>
                      </c:pt>
                      <c:pt idx="10">
                        <c:v>0.42638888888888887</c:v>
                      </c:pt>
                      <c:pt idx="11">
                        <c:v>0.42656250000000001</c:v>
                      </c:pt>
                      <c:pt idx="12">
                        <c:v>0.42673611111111109</c:v>
                      </c:pt>
                      <c:pt idx="13">
                        <c:v>0.42690972222222223</c:v>
                      </c:pt>
                      <c:pt idx="14">
                        <c:v>0.42708333333333331</c:v>
                      </c:pt>
                      <c:pt idx="15">
                        <c:v>0.42725694444444445</c:v>
                      </c:pt>
                      <c:pt idx="16">
                        <c:v>0.42743055555555554</c:v>
                      </c:pt>
                      <c:pt idx="17">
                        <c:v>0.42760416666666667</c:v>
                      </c:pt>
                      <c:pt idx="18">
                        <c:v>0.42777777777777776</c:v>
                      </c:pt>
                      <c:pt idx="19">
                        <c:v>0.4279513888888889</c:v>
                      </c:pt>
                      <c:pt idx="20">
                        <c:v>0.42812499999999998</c:v>
                      </c:pt>
                      <c:pt idx="21">
                        <c:v>0.42829861111111112</c:v>
                      </c:pt>
                      <c:pt idx="22">
                        <c:v>0.4284722222222222</c:v>
                      </c:pt>
                      <c:pt idx="23">
                        <c:v>0.42864583333333334</c:v>
                      </c:pt>
                      <c:pt idx="24">
                        <c:v>0.42881944444444442</c:v>
                      </c:pt>
                      <c:pt idx="25">
                        <c:v>0.42899305555555556</c:v>
                      </c:pt>
                      <c:pt idx="26">
                        <c:v>0.42916666666666664</c:v>
                      </c:pt>
                      <c:pt idx="27">
                        <c:v>0.42934027777777778</c:v>
                      </c:pt>
                      <c:pt idx="28">
                        <c:v>0.42951388888888886</c:v>
                      </c:pt>
                      <c:pt idx="29">
                        <c:v>0.4296875</c:v>
                      </c:pt>
                      <c:pt idx="30">
                        <c:v>0.42986111111111114</c:v>
                      </c:pt>
                      <c:pt idx="31">
                        <c:v>0.44305555555555554</c:v>
                      </c:pt>
                      <c:pt idx="32">
                        <c:v>0.44322916666666667</c:v>
                      </c:pt>
                      <c:pt idx="33">
                        <c:v>0.44340277777777776</c:v>
                      </c:pt>
                      <c:pt idx="34">
                        <c:v>0.4435763888888889</c:v>
                      </c:pt>
                      <c:pt idx="35">
                        <c:v>0.44374999999999998</c:v>
                      </c:pt>
                      <c:pt idx="36">
                        <c:v>0.44392361111111112</c:v>
                      </c:pt>
                      <c:pt idx="37">
                        <c:v>0.4440972222222222</c:v>
                      </c:pt>
                      <c:pt idx="38">
                        <c:v>0.44427083333333334</c:v>
                      </c:pt>
                      <c:pt idx="39">
                        <c:v>0.44444444444444442</c:v>
                      </c:pt>
                      <c:pt idx="40">
                        <c:v>0.44461805555555556</c:v>
                      </c:pt>
                      <c:pt idx="41">
                        <c:v>0.44479166666666664</c:v>
                      </c:pt>
                      <c:pt idx="42">
                        <c:v>0.44496527777777778</c:v>
                      </c:pt>
                      <c:pt idx="43">
                        <c:v>0.44513888888888886</c:v>
                      </c:pt>
                      <c:pt idx="44">
                        <c:v>0.4453125</c:v>
                      </c:pt>
                      <c:pt idx="45">
                        <c:v>0.44548611111111114</c:v>
                      </c:pt>
                      <c:pt idx="46">
                        <c:v>0.44565972222222222</c:v>
                      </c:pt>
                      <c:pt idx="47">
                        <c:v>0.44583333333333336</c:v>
                      </c:pt>
                      <c:pt idx="48">
                        <c:v>0.44600694444444444</c:v>
                      </c:pt>
                      <c:pt idx="49">
                        <c:v>0.44618055555555558</c:v>
                      </c:pt>
                      <c:pt idx="50">
                        <c:v>0.44635416666666666</c:v>
                      </c:pt>
                      <c:pt idx="51">
                        <c:v>0.4465277777777778</c:v>
                      </c:pt>
                      <c:pt idx="52">
                        <c:v>0.44670138888888888</c:v>
                      </c:pt>
                      <c:pt idx="53">
                        <c:v>0.44687500000000002</c:v>
                      </c:pt>
                      <c:pt idx="54">
                        <c:v>0.4470486111111111</c:v>
                      </c:pt>
                      <c:pt idx="55">
                        <c:v>0.44722222222222224</c:v>
                      </c:pt>
                      <c:pt idx="56">
                        <c:v>0.44739583333333333</c:v>
                      </c:pt>
                      <c:pt idx="57">
                        <c:v>0.44756944444444446</c:v>
                      </c:pt>
                      <c:pt idx="58">
                        <c:v>0.44774305555555555</c:v>
                      </c:pt>
                      <c:pt idx="59">
                        <c:v>0.44791666666666669</c:v>
                      </c:pt>
                      <c:pt idx="60">
                        <c:v>0.44809027777777777</c:v>
                      </c:pt>
                      <c:pt idx="61">
                        <c:v>0.44826388888888891</c:v>
                      </c:pt>
                      <c:pt idx="62">
                        <c:v>0.44843749999999999</c:v>
                      </c:pt>
                      <c:pt idx="63">
                        <c:v>0.44861111111111113</c:v>
                      </c:pt>
                      <c:pt idx="64">
                        <c:v>0.44878472222222221</c:v>
                      </c:pt>
                      <c:pt idx="65">
                        <c:v>0.44895833333333335</c:v>
                      </c:pt>
                      <c:pt idx="66">
                        <c:v>0.44913194444444443</c:v>
                      </c:pt>
                      <c:pt idx="67">
                        <c:v>0.44930555555555557</c:v>
                      </c:pt>
                      <c:pt idx="68">
                        <c:v>0.44947916666666665</c:v>
                      </c:pt>
                      <c:pt idx="69">
                        <c:v>0.44965277777777779</c:v>
                      </c:pt>
                      <c:pt idx="70">
                        <c:v>0.44982638888888887</c:v>
                      </c:pt>
                      <c:pt idx="71">
                        <c:v>0.45</c:v>
                      </c:pt>
                      <c:pt idx="72">
                        <c:v>0.45017361111111109</c:v>
                      </c:pt>
                      <c:pt idx="73">
                        <c:v>0.45034722222222223</c:v>
                      </c:pt>
                      <c:pt idx="74">
                        <c:v>0.45052083333333331</c:v>
                      </c:pt>
                      <c:pt idx="75">
                        <c:v>0.45069444444444445</c:v>
                      </c:pt>
                      <c:pt idx="76">
                        <c:v>0.45086805555555554</c:v>
                      </c:pt>
                      <c:pt idx="77">
                        <c:v>0.45104166666666667</c:v>
                      </c:pt>
                      <c:pt idx="78">
                        <c:v>0.45121527777777776</c:v>
                      </c:pt>
                      <c:pt idx="79">
                        <c:v>0.4513888888888889</c:v>
                      </c:pt>
                      <c:pt idx="80">
                        <c:v>0.45156249999999998</c:v>
                      </c:pt>
                      <c:pt idx="81">
                        <c:v>0.45173611111111112</c:v>
                      </c:pt>
                      <c:pt idx="82">
                        <c:v>0.4519097222222222</c:v>
                      </c:pt>
                      <c:pt idx="83">
                        <c:v>0.45208333333333334</c:v>
                      </c:pt>
                      <c:pt idx="84">
                        <c:v>0.45225694444444442</c:v>
                      </c:pt>
                      <c:pt idx="85">
                        <c:v>0.45243055555555556</c:v>
                      </c:pt>
                      <c:pt idx="86">
                        <c:v>0.45260416666666664</c:v>
                      </c:pt>
                      <c:pt idx="87">
                        <c:v>0.45277777777777778</c:v>
                      </c:pt>
                      <c:pt idx="88">
                        <c:v>0.45295138888888886</c:v>
                      </c:pt>
                      <c:pt idx="89">
                        <c:v>0.453125</c:v>
                      </c:pt>
                      <c:pt idx="90">
                        <c:v>0.45329861111111114</c:v>
                      </c:pt>
                      <c:pt idx="91">
                        <c:v>0.45347222222222222</c:v>
                      </c:pt>
                      <c:pt idx="92">
                        <c:v>0.45364583333333336</c:v>
                      </c:pt>
                      <c:pt idx="93">
                        <c:v>0.45381944444444444</c:v>
                      </c:pt>
                      <c:pt idx="94">
                        <c:v>0.45399305555555558</c:v>
                      </c:pt>
                      <c:pt idx="95">
                        <c:v>0.45416666666666666</c:v>
                      </c:pt>
                      <c:pt idx="96">
                        <c:v>0.4543402777777778</c:v>
                      </c:pt>
                      <c:pt idx="97">
                        <c:v>0.45451388888888888</c:v>
                      </c:pt>
                      <c:pt idx="98">
                        <c:v>0.45468750000000002</c:v>
                      </c:pt>
                      <c:pt idx="99">
                        <c:v>0.4548611111111111</c:v>
                      </c:pt>
                      <c:pt idx="100">
                        <c:v>0.45503472222222224</c:v>
                      </c:pt>
                      <c:pt idx="101">
                        <c:v>0.45520833333333333</c:v>
                      </c:pt>
                      <c:pt idx="102">
                        <c:v>0.45538194444444446</c:v>
                      </c:pt>
                      <c:pt idx="103">
                        <c:v>0.45555555555555555</c:v>
                      </c:pt>
                      <c:pt idx="104">
                        <c:v>0.45572916666666669</c:v>
                      </c:pt>
                      <c:pt idx="105">
                        <c:v>0.45590277777777777</c:v>
                      </c:pt>
                      <c:pt idx="106">
                        <c:v>0.45607638888888891</c:v>
                      </c:pt>
                      <c:pt idx="107">
                        <c:v>0.45624999999999999</c:v>
                      </c:pt>
                      <c:pt idx="108">
                        <c:v>0.45642361111111113</c:v>
                      </c:pt>
                      <c:pt idx="109">
                        <c:v>0.45659722222222221</c:v>
                      </c:pt>
                      <c:pt idx="110">
                        <c:v>0.45677083333333335</c:v>
                      </c:pt>
                      <c:pt idx="111">
                        <c:v>0.45694444444444443</c:v>
                      </c:pt>
                      <c:pt idx="112">
                        <c:v>0.45711805555555557</c:v>
                      </c:pt>
                      <c:pt idx="113">
                        <c:v>0.45729166666666665</c:v>
                      </c:pt>
                      <c:pt idx="114">
                        <c:v>0.45746527777777779</c:v>
                      </c:pt>
                      <c:pt idx="115">
                        <c:v>0.45763888888888887</c:v>
                      </c:pt>
                      <c:pt idx="116">
                        <c:v>0.45781250000000001</c:v>
                      </c:pt>
                      <c:pt idx="117">
                        <c:v>0.45798611111111109</c:v>
                      </c:pt>
                      <c:pt idx="118">
                        <c:v>0.45815972222222223</c:v>
                      </c:pt>
                      <c:pt idx="119">
                        <c:v>0.45833333333333331</c:v>
                      </c:pt>
                      <c:pt idx="120">
                        <c:v>0.45850694444444445</c:v>
                      </c:pt>
                      <c:pt idx="121">
                        <c:v>0.45868055555555554</c:v>
                      </c:pt>
                      <c:pt idx="122">
                        <c:v>0.45885416666666667</c:v>
                      </c:pt>
                      <c:pt idx="123">
                        <c:v>0.45902777777777776</c:v>
                      </c:pt>
                      <c:pt idx="124">
                        <c:v>0.4592013888888889</c:v>
                      </c:pt>
                      <c:pt idx="125">
                        <c:v>0.45937499999999998</c:v>
                      </c:pt>
                      <c:pt idx="126">
                        <c:v>0.45954861111111112</c:v>
                      </c:pt>
                      <c:pt idx="127">
                        <c:v>0.4597222222222222</c:v>
                      </c:pt>
                      <c:pt idx="128">
                        <c:v>0.45989583333333334</c:v>
                      </c:pt>
                      <c:pt idx="129">
                        <c:v>0.46006944444444442</c:v>
                      </c:pt>
                      <c:pt idx="130">
                        <c:v>0.46024305555555556</c:v>
                      </c:pt>
                      <c:pt idx="131">
                        <c:v>0.46041666666666664</c:v>
                      </c:pt>
                      <c:pt idx="132">
                        <c:v>0.46059027777777778</c:v>
                      </c:pt>
                      <c:pt idx="133">
                        <c:v>0.46076388888888886</c:v>
                      </c:pt>
                      <c:pt idx="134">
                        <c:v>0.4609375</c:v>
                      </c:pt>
                      <c:pt idx="135">
                        <c:v>0.46111111111111114</c:v>
                      </c:pt>
                      <c:pt idx="136">
                        <c:v>0.46128472222222222</c:v>
                      </c:pt>
                      <c:pt idx="137">
                        <c:v>0.46145833333333336</c:v>
                      </c:pt>
                      <c:pt idx="138">
                        <c:v>0.46163194444444444</c:v>
                      </c:pt>
                      <c:pt idx="139">
                        <c:v>0.46180555555555558</c:v>
                      </c:pt>
                      <c:pt idx="140">
                        <c:v>0.46197916666666666</c:v>
                      </c:pt>
                      <c:pt idx="141">
                        <c:v>0.4621527777777778</c:v>
                      </c:pt>
                      <c:pt idx="142">
                        <c:v>0.46232638888888888</c:v>
                      </c:pt>
                      <c:pt idx="143">
                        <c:v>0.46250000000000002</c:v>
                      </c:pt>
                      <c:pt idx="144">
                        <c:v>0.4626736111111111</c:v>
                      </c:pt>
                      <c:pt idx="145">
                        <c:v>0.46284722222222224</c:v>
                      </c:pt>
                      <c:pt idx="146">
                        <c:v>0.46302083333333333</c:v>
                      </c:pt>
                      <c:pt idx="147">
                        <c:v>0.46319444444444446</c:v>
                      </c:pt>
                      <c:pt idx="148">
                        <c:v>0.46336805555555555</c:v>
                      </c:pt>
                      <c:pt idx="149">
                        <c:v>0.46354166666666669</c:v>
                      </c:pt>
                      <c:pt idx="150">
                        <c:v>0.46371527777777777</c:v>
                      </c:pt>
                      <c:pt idx="151">
                        <c:v>0.46388888888888891</c:v>
                      </c:pt>
                      <c:pt idx="152">
                        <c:v>0.46406249999999999</c:v>
                      </c:pt>
                      <c:pt idx="153">
                        <c:v>0.46423611111111113</c:v>
                      </c:pt>
                      <c:pt idx="154">
                        <c:v>0.46440972222222221</c:v>
                      </c:pt>
                      <c:pt idx="155">
                        <c:v>0.46458333333333335</c:v>
                      </c:pt>
                      <c:pt idx="156">
                        <c:v>0.46475694444444443</c:v>
                      </c:pt>
                      <c:pt idx="157">
                        <c:v>0.46493055555555557</c:v>
                      </c:pt>
                      <c:pt idx="158">
                        <c:v>0.46510416666666665</c:v>
                      </c:pt>
                      <c:pt idx="159">
                        <c:v>0.46527777777777779</c:v>
                      </c:pt>
                      <c:pt idx="160">
                        <c:v>0.46545138888888887</c:v>
                      </c:pt>
                      <c:pt idx="161">
                        <c:v>0.46562500000000001</c:v>
                      </c:pt>
                      <c:pt idx="162">
                        <c:v>0.46579861111111109</c:v>
                      </c:pt>
                      <c:pt idx="163">
                        <c:v>0.46597222222222223</c:v>
                      </c:pt>
                      <c:pt idx="164">
                        <c:v>0.46614583333333331</c:v>
                      </c:pt>
                      <c:pt idx="165">
                        <c:v>0.46631944444444445</c:v>
                      </c:pt>
                      <c:pt idx="166">
                        <c:v>0.46649305555555554</c:v>
                      </c:pt>
                      <c:pt idx="167">
                        <c:v>0.46666666666666667</c:v>
                      </c:pt>
                      <c:pt idx="168" formatCode="h:mm:ss">
                        <c:v>0.46684027777777776</c:v>
                      </c:pt>
                      <c:pt idx="169" formatCode="h:mm:ss">
                        <c:v>0.4670138888888889</c:v>
                      </c:pt>
                      <c:pt idx="170" formatCode="h:mm:ss">
                        <c:v>0.46718749999999998</c:v>
                      </c:pt>
                      <c:pt idx="171" formatCode="h:mm:ss">
                        <c:v>0.46736111111111112</c:v>
                      </c:pt>
                      <c:pt idx="172" formatCode="h:mm:ss">
                        <c:v>0.4675347222222222</c:v>
                      </c:pt>
                      <c:pt idx="173" formatCode="h:mm:ss">
                        <c:v>0.46770833333333334</c:v>
                      </c:pt>
                      <c:pt idx="174" formatCode="h:mm:ss">
                        <c:v>0.46788194444444442</c:v>
                      </c:pt>
                      <c:pt idx="175" formatCode="h:mm:ss">
                        <c:v>0.46805555555555556</c:v>
                      </c:pt>
                      <c:pt idx="176" formatCode="h:mm:ss">
                        <c:v>0.46822916666666664</c:v>
                      </c:pt>
                      <c:pt idx="177" formatCode="h:mm:ss">
                        <c:v>0.46840277777777778</c:v>
                      </c:pt>
                      <c:pt idx="178" formatCode="h:mm:ss">
                        <c:v>0.46857638888888886</c:v>
                      </c:pt>
                      <c:pt idx="179" formatCode="h:mm:ss">
                        <c:v>0.46875</c:v>
                      </c:pt>
                      <c:pt idx="180" formatCode="h:mm:ss">
                        <c:v>0.46892361111111114</c:v>
                      </c:pt>
                      <c:pt idx="181" formatCode="h:mm:ss">
                        <c:v>0.46909722222222222</c:v>
                      </c:pt>
                      <c:pt idx="182" formatCode="h:mm:ss">
                        <c:v>0.46927083333333336</c:v>
                      </c:pt>
                      <c:pt idx="183" formatCode="h:mm:ss">
                        <c:v>0.46944444444444444</c:v>
                      </c:pt>
                      <c:pt idx="184" formatCode="h:mm:ss">
                        <c:v>0.46961805555555558</c:v>
                      </c:pt>
                      <c:pt idx="185" formatCode="h:mm:ss">
                        <c:v>0.46979166666666666</c:v>
                      </c:pt>
                      <c:pt idx="186" formatCode="h:mm:ss">
                        <c:v>0.4699652777777778</c:v>
                      </c:pt>
                      <c:pt idx="187" formatCode="h:mm:ss">
                        <c:v>0.47013888888888888</c:v>
                      </c:pt>
                      <c:pt idx="188" formatCode="h:mm:ss">
                        <c:v>0.47031250000000002</c:v>
                      </c:pt>
                      <c:pt idx="189" formatCode="h:mm:ss">
                        <c:v>0.4704861111111111</c:v>
                      </c:pt>
                      <c:pt idx="190" formatCode="h:mm:ss">
                        <c:v>0.47065972222222224</c:v>
                      </c:pt>
                      <c:pt idx="191" formatCode="h:mm:ss">
                        <c:v>0.47083333333333333</c:v>
                      </c:pt>
                      <c:pt idx="192" formatCode="h:mm:ss">
                        <c:v>0.47100694444444446</c:v>
                      </c:pt>
                      <c:pt idx="193" formatCode="h:mm:ss">
                        <c:v>0.47118055555555555</c:v>
                      </c:pt>
                      <c:pt idx="194" formatCode="h:mm:ss">
                        <c:v>0.47135416666666669</c:v>
                      </c:pt>
                      <c:pt idx="195" formatCode="h:mm:ss">
                        <c:v>0.47152777777777777</c:v>
                      </c:pt>
                      <c:pt idx="196" formatCode="h:mm:ss">
                        <c:v>0.47170138888888891</c:v>
                      </c:pt>
                      <c:pt idx="197" formatCode="h:mm:ss">
                        <c:v>0.47187499999999999</c:v>
                      </c:pt>
                      <c:pt idx="198" formatCode="h:mm:ss">
                        <c:v>0.47204861111111113</c:v>
                      </c:pt>
                      <c:pt idx="199" formatCode="h:mm:ss">
                        <c:v>0.47222222222222221</c:v>
                      </c:pt>
                      <c:pt idx="200" formatCode="h:mm:ss">
                        <c:v>0.47239583333333335</c:v>
                      </c:pt>
                      <c:pt idx="201" formatCode="h:mm:ss">
                        <c:v>0.47256944444444443</c:v>
                      </c:pt>
                      <c:pt idx="202" formatCode="h:mm:ss">
                        <c:v>0.47274305555555557</c:v>
                      </c:pt>
                      <c:pt idx="203" formatCode="h:mm:ss">
                        <c:v>0.47291666666666665</c:v>
                      </c:pt>
                      <c:pt idx="204" formatCode="h:mm:ss">
                        <c:v>0.47309027777777779</c:v>
                      </c:pt>
                      <c:pt idx="205" formatCode="h:mm:ss">
                        <c:v>0.47326388888888887</c:v>
                      </c:pt>
                      <c:pt idx="206" formatCode="h:mm:ss">
                        <c:v>0.47343750000000001</c:v>
                      </c:pt>
                      <c:pt idx="207" formatCode="h:mm:ss">
                        <c:v>0.47361111111111109</c:v>
                      </c:pt>
                      <c:pt idx="208" formatCode="h:mm:ss">
                        <c:v>0.47378472222222223</c:v>
                      </c:pt>
                      <c:pt idx="209" formatCode="h:mm:ss">
                        <c:v>0.47395833333333331</c:v>
                      </c:pt>
                      <c:pt idx="210" formatCode="h:mm:ss">
                        <c:v>0.47413194444444445</c:v>
                      </c:pt>
                      <c:pt idx="211" formatCode="h:mm:ss">
                        <c:v>0.47430555555555554</c:v>
                      </c:pt>
                      <c:pt idx="212" formatCode="h:mm:ss">
                        <c:v>0.47447916666666667</c:v>
                      </c:pt>
                      <c:pt idx="213" formatCode="h:mm:ss">
                        <c:v>0.47465277777777776</c:v>
                      </c:pt>
                      <c:pt idx="214" formatCode="h:mm:ss">
                        <c:v>0.4748263888888889</c:v>
                      </c:pt>
                      <c:pt idx="215" formatCode="h:mm:ss">
                        <c:v>0.47499999999999998</c:v>
                      </c:pt>
                      <c:pt idx="216" formatCode="h:mm:ss">
                        <c:v>0.47517361111111112</c:v>
                      </c:pt>
                      <c:pt idx="217" formatCode="h:mm:ss">
                        <c:v>0.4753472222222222</c:v>
                      </c:pt>
                      <c:pt idx="218" formatCode="h:mm:ss">
                        <c:v>0.47552083333333334</c:v>
                      </c:pt>
                      <c:pt idx="219" formatCode="h:mm:ss">
                        <c:v>0.47569444444444442</c:v>
                      </c:pt>
                      <c:pt idx="220" formatCode="h:mm:ss">
                        <c:v>0.47586805555555556</c:v>
                      </c:pt>
                      <c:pt idx="221" formatCode="h:mm:ss">
                        <c:v>0.47604166666666664</c:v>
                      </c:pt>
                      <c:pt idx="222" formatCode="h:mm:ss">
                        <c:v>0.47621527777777778</c:v>
                      </c:pt>
                      <c:pt idx="223" formatCode="h:mm:ss">
                        <c:v>0.47638888888888886</c:v>
                      </c:pt>
                      <c:pt idx="224" formatCode="h:mm:ss">
                        <c:v>0.4765625</c:v>
                      </c:pt>
                      <c:pt idx="225" formatCode="h:mm:ss">
                        <c:v>0.47673611111111114</c:v>
                      </c:pt>
                      <c:pt idx="226" formatCode="h:mm:ss">
                        <c:v>0.47690972222222222</c:v>
                      </c:pt>
                      <c:pt idx="227" formatCode="h:mm:ss">
                        <c:v>0.47708333333333336</c:v>
                      </c:pt>
                      <c:pt idx="228" formatCode="h:mm:ss">
                        <c:v>0.47725694444444444</c:v>
                      </c:pt>
                      <c:pt idx="229" formatCode="h:mm:ss">
                        <c:v>0.47743055555555558</c:v>
                      </c:pt>
                      <c:pt idx="230" formatCode="h:mm:ss">
                        <c:v>0.47760416666666666</c:v>
                      </c:pt>
                      <c:pt idx="231" formatCode="h:mm:ss">
                        <c:v>0.4777777777777778</c:v>
                      </c:pt>
                      <c:pt idx="232" formatCode="h:mm:ss">
                        <c:v>0.47795138888888888</c:v>
                      </c:pt>
                      <c:pt idx="233" formatCode="h:mm:ss">
                        <c:v>0.47812500000000002</c:v>
                      </c:pt>
                      <c:pt idx="234" formatCode="h:mm:ss">
                        <c:v>0.4782986111111111</c:v>
                      </c:pt>
                      <c:pt idx="235" formatCode="h:mm:ss">
                        <c:v>0.47847222222222224</c:v>
                      </c:pt>
                      <c:pt idx="236" formatCode="h:mm:ss">
                        <c:v>0.47864583333333333</c:v>
                      </c:pt>
                      <c:pt idx="237" formatCode="h:mm:ss">
                        <c:v>0.47881944444444446</c:v>
                      </c:pt>
                      <c:pt idx="238" formatCode="h:mm:ss">
                        <c:v>0.47899305555555555</c:v>
                      </c:pt>
                      <c:pt idx="239" formatCode="h:mm:ss">
                        <c:v>0.47916666666666669</c:v>
                      </c:pt>
                      <c:pt idx="240" formatCode="h:mm:ss">
                        <c:v>0.47934027777777777</c:v>
                      </c:pt>
                      <c:pt idx="241" formatCode="h:mm:ss">
                        <c:v>0.47951388888888891</c:v>
                      </c:pt>
                      <c:pt idx="242" formatCode="h:mm:ss">
                        <c:v>0.47968749999999999</c:v>
                      </c:pt>
                      <c:pt idx="243" formatCode="h:mm:ss">
                        <c:v>0.47986111111111113</c:v>
                      </c:pt>
                      <c:pt idx="244" formatCode="h:mm:ss">
                        <c:v>0.48003472222222221</c:v>
                      </c:pt>
                      <c:pt idx="245" formatCode="h:mm:ss">
                        <c:v>0.48020833333333335</c:v>
                      </c:pt>
                      <c:pt idx="246" formatCode="h:mm:ss">
                        <c:v>0.48038194444444443</c:v>
                      </c:pt>
                      <c:pt idx="247" formatCode="h:mm:ss">
                        <c:v>0.48055555555555557</c:v>
                      </c:pt>
                      <c:pt idx="248" formatCode="h:mm:ss">
                        <c:v>0.48072916666666665</c:v>
                      </c:pt>
                      <c:pt idx="249" formatCode="h:mm:ss">
                        <c:v>0.48090277777777779</c:v>
                      </c:pt>
                      <c:pt idx="250" formatCode="h:mm:ss">
                        <c:v>0.48107638888888887</c:v>
                      </c:pt>
                      <c:pt idx="251" formatCode="h:mm:ss">
                        <c:v>0.48125000000000001</c:v>
                      </c:pt>
                      <c:pt idx="252" formatCode="h:mm:ss">
                        <c:v>0.48142361111111109</c:v>
                      </c:pt>
                      <c:pt idx="253" formatCode="h:mm:ss">
                        <c:v>0.48159722222222223</c:v>
                      </c:pt>
                      <c:pt idx="254" formatCode="h:mm:ss">
                        <c:v>0.48177083333333331</c:v>
                      </c:pt>
                      <c:pt idx="255" formatCode="h:mm:ss">
                        <c:v>0.48194444444444445</c:v>
                      </c:pt>
                      <c:pt idx="256" formatCode="h:mm:ss">
                        <c:v>0.48211805555555554</c:v>
                      </c:pt>
                      <c:pt idx="257" formatCode="h:mm:ss">
                        <c:v>0.48229166666666667</c:v>
                      </c:pt>
                      <c:pt idx="258" formatCode="h:mm:ss">
                        <c:v>0.48246527777777776</c:v>
                      </c:pt>
                      <c:pt idx="259" formatCode="h:mm:ss">
                        <c:v>0.4826388888888889</c:v>
                      </c:pt>
                      <c:pt idx="260" formatCode="h:mm:ss">
                        <c:v>0.48281249999999998</c:v>
                      </c:pt>
                      <c:pt idx="261" formatCode="h:mm:ss">
                        <c:v>0.48298611111111112</c:v>
                      </c:pt>
                      <c:pt idx="262" formatCode="h:mm:ss">
                        <c:v>0.4831597222222222</c:v>
                      </c:pt>
                      <c:pt idx="263" formatCode="h:mm:ss">
                        <c:v>0.48333333333333334</c:v>
                      </c:pt>
                      <c:pt idx="264" formatCode="h:mm:ss">
                        <c:v>0.48350694444444442</c:v>
                      </c:pt>
                      <c:pt idx="265" formatCode="h:mm:ss">
                        <c:v>0.48368055555555556</c:v>
                      </c:pt>
                      <c:pt idx="266" formatCode="h:mm:ss">
                        <c:v>0.48385416666666664</c:v>
                      </c:pt>
                      <c:pt idx="267" formatCode="h:mm:ss">
                        <c:v>0.48402777777777778</c:v>
                      </c:pt>
                      <c:pt idx="268" formatCode="h:mm:ss">
                        <c:v>0.48420138888888886</c:v>
                      </c:pt>
                      <c:pt idx="269" formatCode="h:mm:ss">
                        <c:v>0.484375</c:v>
                      </c:pt>
                      <c:pt idx="270" formatCode="h:mm:ss">
                        <c:v>0.48454861111111114</c:v>
                      </c:pt>
                      <c:pt idx="271" formatCode="h:mm:ss">
                        <c:v>0.48472222222222222</c:v>
                      </c:pt>
                      <c:pt idx="272" formatCode="h:mm:ss">
                        <c:v>0.48489583333333336</c:v>
                      </c:pt>
                      <c:pt idx="273" formatCode="h:mm:ss">
                        <c:v>0.48506944444444444</c:v>
                      </c:pt>
                      <c:pt idx="274" formatCode="h:mm:ss">
                        <c:v>0.48524305555555558</c:v>
                      </c:pt>
                      <c:pt idx="275" formatCode="h:mm:ss">
                        <c:v>0.48541666666666666</c:v>
                      </c:pt>
                      <c:pt idx="276" formatCode="h:mm:ss">
                        <c:v>0.4855902777777778</c:v>
                      </c:pt>
                      <c:pt idx="277" formatCode="h:mm:ss">
                        <c:v>0.48576388888888888</c:v>
                      </c:pt>
                      <c:pt idx="278" formatCode="h:mm:ss">
                        <c:v>0.48593750000000002</c:v>
                      </c:pt>
                      <c:pt idx="279" formatCode="h:mm:ss">
                        <c:v>0.4861111111111111</c:v>
                      </c:pt>
                      <c:pt idx="280" formatCode="h:mm:ss">
                        <c:v>0.48628472222222224</c:v>
                      </c:pt>
                      <c:pt idx="281" formatCode="h:mm:ss">
                        <c:v>0.48645833333333333</c:v>
                      </c:pt>
                      <c:pt idx="282" formatCode="h:mm:ss">
                        <c:v>0.48663194444444446</c:v>
                      </c:pt>
                      <c:pt idx="283" formatCode="h:mm:ss">
                        <c:v>0.48680555555555555</c:v>
                      </c:pt>
                      <c:pt idx="284" formatCode="h:mm:ss">
                        <c:v>0.48697916666666669</c:v>
                      </c:pt>
                      <c:pt idx="285" formatCode="h:mm:ss">
                        <c:v>0.48715277777777777</c:v>
                      </c:pt>
                      <c:pt idx="286" formatCode="h:mm:ss">
                        <c:v>0.48732638888888891</c:v>
                      </c:pt>
                      <c:pt idx="287" formatCode="h:mm:ss">
                        <c:v>0.48749999999999999</c:v>
                      </c:pt>
                      <c:pt idx="288" formatCode="h:mm:ss">
                        <c:v>0.48767361111111113</c:v>
                      </c:pt>
                      <c:pt idx="289" formatCode="h:mm:ss">
                        <c:v>0.48784722222222221</c:v>
                      </c:pt>
                      <c:pt idx="290" formatCode="h:mm:ss">
                        <c:v>0.48802083333333335</c:v>
                      </c:pt>
                      <c:pt idx="291" formatCode="h:mm:ss">
                        <c:v>0.48819444444444443</c:v>
                      </c:pt>
                      <c:pt idx="292" formatCode="h:mm:ss">
                        <c:v>0.48836805555555557</c:v>
                      </c:pt>
                      <c:pt idx="293" formatCode="h:mm:ss">
                        <c:v>0.48854166666666665</c:v>
                      </c:pt>
                      <c:pt idx="294" formatCode="h:mm:ss">
                        <c:v>0.48871527777777779</c:v>
                      </c:pt>
                      <c:pt idx="295" formatCode="h:mm:ss">
                        <c:v>0.48888888888888887</c:v>
                      </c:pt>
                      <c:pt idx="296" formatCode="h:mm:ss">
                        <c:v>0.48906250000000001</c:v>
                      </c:pt>
                      <c:pt idx="297" formatCode="h:mm:ss">
                        <c:v>0.48923611111111109</c:v>
                      </c:pt>
                      <c:pt idx="298" formatCode="h:mm:ss">
                        <c:v>0.48940972222222223</c:v>
                      </c:pt>
                      <c:pt idx="299" formatCode="h:mm:ss">
                        <c:v>0.48958333333333331</c:v>
                      </c:pt>
                      <c:pt idx="300" formatCode="h:mm:ss">
                        <c:v>0.48975694444444445</c:v>
                      </c:pt>
                      <c:pt idx="301" formatCode="h:mm:ss">
                        <c:v>0.48993055555555554</c:v>
                      </c:pt>
                      <c:pt idx="302" formatCode="h:mm:ss">
                        <c:v>0.49010416666666667</c:v>
                      </c:pt>
                      <c:pt idx="303" formatCode="h:mm:ss">
                        <c:v>0.49027777777777776</c:v>
                      </c:pt>
                      <c:pt idx="304" formatCode="h:mm:ss">
                        <c:v>0.4904513888888889</c:v>
                      </c:pt>
                      <c:pt idx="305" formatCode="h:mm:ss">
                        <c:v>0.49062499999999998</c:v>
                      </c:pt>
                      <c:pt idx="306" formatCode="h:mm:ss">
                        <c:v>0.49079861111111112</c:v>
                      </c:pt>
                      <c:pt idx="307" formatCode="h:mm:ss">
                        <c:v>0.4909722222222222</c:v>
                      </c:pt>
                      <c:pt idx="308" formatCode="h:mm:ss">
                        <c:v>0.49114583333333334</c:v>
                      </c:pt>
                      <c:pt idx="309" formatCode="h:mm:ss">
                        <c:v>0.49131944444444442</c:v>
                      </c:pt>
                      <c:pt idx="310" formatCode="h:mm:ss">
                        <c:v>0.49149305555555556</c:v>
                      </c:pt>
                      <c:pt idx="311" formatCode="h:mm:ss">
                        <c:v>0.49166666666666664</c:v>
                      </c:pt>
                      <c:pt idx="312" formatCode="h:mm:ss">
                        <c:v>0.49184027777777778</c:v>
                      </c:pt>
                      <c:pt idx="313" formatCode="h:mm:ss">
                        <c:v>0.49201388888888886</c:v>
                      </c:pt>
                      <c:pt idx="314" formatCode="h:mm:ss">
                        <c:v>0.4921875</c:v>
                      </c:pt>
                      <c:pt idx="315" formatCode="h:mm:ss">
                        <c:v>0.49236111111111114</c:v>
                      </c:pt>
                      <c:pt idx="316" formatCode="h:mm:ss">
                        <c:v>0.49253472222222222</c:v>
                      </c:pt>
                      <c:pt idx="317" formatCode="h:mm:ss">
                        <c:v>0.49270833333333336</c:v>
                      </c:pt>
                      <c:pt idx="318" formatCode="h:mm:ss">
                        <c:v>0.49288194444444444</c:v>
                      </c:pt>
                      <c:pt idx="319" formatCode="h:mm:ss">
                        <c:v>0.49305555555555558</c:v>
                      </c:pt>
                      <c:pt idx="320" formatCode="h:mm:ss">
                        <c:v>0.49322916666666666</c:v>
                      </c:pt>
                      <c:pt idx="321" formatCode="h:mm:ss">
                        <c:v>0.4934027777777778</c:v>
                      </c:pt>
                      <c:pt idx="322" formatCode="h:mm:ss">
                        <c:v>0.49357638888888888</c:v>
                      </c:pt>
                      <c:pt idx="323" formatCode="h:mm:ss">
                        <c:v>0.49375000000000002</c:v>
                      </c:pt>
                      <c:pt idx="324" formatCode="h:mm:ss">
                        <c:v>0.4939236111111111</c:v>
                      </c:pt>
                      <c:pt idx="325" formatCode="h:mm:ss">
                        <c:v>0.49409722222222224</c:v>
                      </c:pt>
                      <c:pt idx="326" formatCode="h:mm:ss">
                        <c:v>0.49427083333333333</c:v>
                      </c:pt>
                      <c:pt idx="327" formatCode="h:mm:ss">
                        <c:v>0.49444444444444446</c:v>
                      </c:pt>
                      <c:pt idx="328" formatCode="h:mm:ss">
                        <c:v>0.49461805555555555</c:v>
                      </c:pt>
                      <c:pt idx="329" formatCode="h:mm:ss">
                        <c:v>0.49479166666666669</c:v>
                      </c:pt>
                      <c:pt idx="330" formatCode="h:mm:ss">
                        <c:v>0.49496527777777777</c:v>
                      </c:pt>
                      <c:pt idx="331" formatCode="h:mm:ss">
                        <c:v>0.49513888888888891</c:v>
                      </c:pt>
                      <c:pt idx="332" formatCode="h:mm:ss">
                        <c:v>0.49531249999999999</c:v>
                      </c:pt>
                      <c:pt idx="333" formatCode="h:mm:ss">
                        <c:v>0.49548611111111113</c:v>
                      </c:pt>
                      <c:pt idx="334" formatCode="h:mm:ss">
                        <c:v>0.49565972222222221</c:v>
                      </c:pt>
                      <c:pt idx="335" formatCode="h:mm:ss">
                        <c:v>0.49583333333333335</c:v>
                      </c:pt>
                      <c:pt idx="336" formatCode="h:mm:ss">
                        <c:v>0.49600694444444443</c:v>
                      </c:pt>
                      <c:pt idx="337" formatCode="h:mm:ss">
                        <c:v>0.49618055555555557</c:v>
                      </c:pt>
                      <c:pt idx="338" formatCode="h:mm:ss">
                        <c:v>0.49635416666666665</c:v>
                      </c:pt>
                      <c:pt idx="339" formatCode="h:mm:ss">
                        <c:v>0.49652777777777779</c:v>
                      </c:pt>
                      <c:pt idx="340" formatCode="h:mm:ss">
                        <c:v>0.49670138888888887</c:v>
                      </c:pt>
                      <c:pt idx="341" formatCode="h:mm:ss">
                        <c:v>0.49687500000000001</c:v>
                      </c:pt>
                      <c:pt idx="342" formatCode="h:mm:ss">
                        <c:v>0.49704861111111109</c:v>
                      </c:pt>
                      <c:pt idx="343" formatCode="h:mm:ss">
                        <c:v>0.49722222222222223</c:v>
                      </c:pt>
                      <c:pt idx="344" formatCode="h:mm:ss">
                        <c:v>0.49739583333333331</c:v>
                      </c:pt>
                      <c:pt idx="345" formatCode="h:mm:ss">
                        <c:v>0.49756944444444445</c:v>
                      </c:pt>
                      <c:pt idx="346" formatCode="h:mm:ss">
                        <c:v>0.49774305555555554</c:v>
                      </c:pt>
                      <c:pt idx="347" formatCode="h:mm:ss">
                        <c:v>0.49791666666666667</c:v>
                      </c:pt>
                      <c:pt idx="348" formatCode="h:mm:ss">
                        <c:v>0.49809027777777776</c:v>
                      </c:pt>
                      <c:pt idx="349" formatCode="h:mm:ss">
                        <c:v>0.4982638888888889</c:v>
                      </c:pt>
                      <c:pt idx="350" formatCode="h:mm:ss">
                        <c:v>0.49843749999999998</c:v>
                      </c:pt>
                      <c:pt idx="351" formatCode="h:mm:ss">
                        <c:v>0.49861111111111112</c:v>
                      </c:pt>
                      <c:pt idx="352" formatCode="h:mm:ss">
                        <c:v>0.4987847222222222</c:v>
                      </c:pt>
                      <c:pt idx="353" formatCode="h:mm:ss">
                        <c:v>0.49895833333333334</c:v>
                      </c:pt>
                      <c:pt idx="354" formatCode="h:mm:ss">
                        <c:v>0.49913194444444442</c:v>
                      </c:pt>
                      <c:pt idx="355" formatCode="h:mm:ss">
                        <c:v>0.49930555555555556</c:v>
                      </c:pt>
                      <c:pt idx="356" formatCode="h:mm:ss">
                        <c:v>0.49947916666666664</c:v>
                      </c:pt>
                      <c:pt idx="357" formatCode="h:mm:ss">
                        <c:v>0.49965277777777778</c:v>
                      </c:pt>
                      <c:pt idx="358" formatCode="h:mm:ss">
                        <c:v>0.49982638888888886</c:v>
                      </c:pt>
                      <c:pt idx="359" formatCode="h:mm:ss">
                        <c:v>0.5</c:v>
                      </c:pt>
                      <c:pt idx="360" formatCode="h:mm:ss">
                        <c:v>0.50017361111111114</c:v>
                      </c:pt>
                      <c:pt idx="361" formatCode="h:mm:ss">
                        <c:v>0.50034722222222228</c:v>
                      </c:pt>
                      <c:pt idx="362" formatCode="h:mm:ss">
                        <c:v>0.5005208333333333</c:v>
                      </c:pt>
                      <c:pt idx="363" formatCode="h:mm:ss">
                        <c:v>0.50069444444444444</c:v>
                      </c:pt>
                      <c:pt idx="364" formatCode="h:mm:ss">
                        <c:v>0.50086805555555558</c:v>
                      </c:pt>
                      <c:pt idx="365" formatCode="h:mm:ss">
                        <c:v>0.50104166666666672</c:v>
                      </c:pt>
                      <c:pt idx="366" formatCode="h:mm:ss">
                        <c:v>0.50121527777777775</c:v>
                      </c:pt>
                      <c:pt idx="367" formatCode="h:mm:ss">
                        <c:v>0.50138888888888888</c:v>
                      </c:pt>
                      <c:pt idx="368" formatCode="h:mm:ss">
                        <c:v>0.50156250000000002</c:v>
                      </c:pt>
                      <c:pt idx="369" formatCode="h:mm:ss">
                        <c:v>0.50173611111111116</c:v>
                      </c:pt>
                      <c:pt idx="370" formatCode="h:mm:ss">
                        <c:v>0.50190972222222219</c:v>
                      </c:pt>
                      <c:pt idx="371" formatCode="h:mm:ss">
                        <c:v>0.50208333333333333</c:v>
                      </c:pt>
                      <c:pt idx="372" formatCode="h:mm:ss">
                        <c:v>0.50225694444444446</c:v>
                      </c:pt>
                      <c:pt idx="373" formatCode="h:mm:ss">
                        <c:v>0.5024305555555556</c:v>
                      </c:pt>
                      <c:pt idx="374" formatCode="h:mm:ss">
                        <c:v>0.50260416666666663</c:v>
                      </c:pt>
                      <c:pt idx="375" formatCode="h:mm:ss">
                        <c:v>0.50277777777777777</c:v>
                      </c:pt>
                      <c:pt idx="376" formatCode="h:mm:ss">
                        <c:v>0.50295138888888891</c:v>
                      </c:pt>
                      <c:pt idx="377" formatCode="h:mm:ss">
                        <c:v>0.50312500000000004</c:v>
                      </c:pt>
                      <c:pt idx="378" formatCode="h:mm:ss">
                        <c:v>0.50329861111111107</c:v>
                      </c:pt>
                      <c:pt idx="379" formatCode="h:mm:ss">
                        <c:v>0.50347222222222221</c:v>
                      </c:pt>
                      <c:pt idx="380" formatCode="h:mm:ss">
                        <c:v>0.50364583333333335</c:v>
                      </c:pt>
                      <c:pt idx="381" formatCode="h:mm:ss">
                        <c:v>0.50381944444444449</c:v>
                      </c:pt>
                      <c:pt idx="382" formatCode="h:mm:ss">
                        <c:v>0.50399305555555551</c:v>
                      </c:pt>
                      <c:pt idx="383" formatCode="h:mm:ss">
                        <c:v>0.50416666666666665</c:v>
                      </c:pt>
                      <c:pt idx="384" formatCode="h:mm:ss">
                        <c:v>0.50434027777777779</c:v>
                      </c:pt>
                      <c:pt idx="385" formatCode="h:mm:ss">
                        <c:v>0.50451388888888893</c:v>
                      </c:pt>
                      <c:pt idx="386" formatCode="h:mm:ss">
                        <c:v>0.50468749999999996</c:v>
                      </c:pt>
                      <c:pt idx="387" formatCode="h:mm:ss">
                        <c:v>0.50486111111111109</c:v>
                      </c:pt>
                      <c:pt idx="388" formatCode="h:mm:ss">
                        <c:v>0.50503472222222223</c:v>
                      </c:pt>
                      <c:pt idx="389" formatCode="h:mm:ss">
                        <c:v>0.50520833333333337</c:v>
                      </c:pt>
                      <c:pt idx="390" formatCode="h:mm:ss">
                        <c:v>0.5053819444444444</c:v>
                      </c:pt>
                      <c:pt idx="391" formatCode="h:mm:ss">
                        <c:v>0.50555555555555554</c:v>
                      </c:pt>
                      <c:pt idx="392" formatCode="h:mm:ss">
                        <c:v>0.50572916666666667</c:v>
                      </c:pt>
                      <c:pt idx="393" formatCode="h:mm:ss">
                        <c:v>0.50590277777777781</c:v>
                      </c:pt>
                      <c:pt idx="394" formatCode="h:mm:ss">
                        <c:v>0.50607638888888884</c:v>
                      </c:pt>
                      <c:pt idx="395" formatCode="h:mm:ss">
                        <c:v>0.50624999999999998</c:v>
                      </c:pt>
                      <c:pt idx="396" formatCode="h:mm:ss">
                        <c:v>0.50642361111111112</c:v>
                      </c:pt>
                      <c:pt idx="397" formatCode="h:mm:ss">
                        <c:v>0.50659722222222225</c:v>
                      </c:pt>
                      <c:pt idx="398" formatCode="h:mm:ss">
                        <c:v>0.50677083333333328</c:v>
                      </c:pt>
                      <c:pt idx="399" formatCode="h:mm:ss">
                        <c:v>0.50694444444444442</c:v>
                      </c:pt>
                      <c:pt idx="400" formatCode="h:mm:ss">
                        <c:v>0.50711805555555556</c:v>
                      </c:pt>
                      <c:pt idx="401" formatCode="h:mm:ss">
                        <c:v>0.5072916666666667</c:v>
                      </c:pt>
                      <c:pt idx="402" formatCode="h:mm:ss">
                        <c:v>0.50746527777777772</c:v>
                      </c:pt>
                      <c:pt idx="403" formatCode="h:mm:ss">
                        <c:v>0.50763888888888886</c:v>
                      </c:pt>
                      <c:pt idx="404" formatCode="h:mm:ss">
                        <c:v>0.5078125</c:v>
                      </c:pt>
                      <c:pt idx="405" formatCode="h:mm:ss">
                        <c:v>0.50798611111111114</c:v>
                      </c:pt>
                      <c:pt idx="406" formatCode="h:mm:ss">
                        <c:v>0.50815972222222228</c:v>
                      </c:pt>
                      <c:pt idx="407" formatCode="h:mm:ss">
                        <c:v>0.5083333333333333</c:v>
                      </c:pt>
                      <c:pt idx="408" formatCode="h:mm:ss">
                        <c:v>0.50850694444444444</c:v>
                      </c:pt>
                      <c:pt idx="409" formatCode="h:mm:ss">
                        <c:v>0.50868055555555558</c:v>
                      </c:pt>
                      <c:pt idx="410" formatCode="h:mm:ss">
                        <c:v>0.50885416666666672</c:v>
                      </c:pt>
                      <c:pt idx="411" formatCode="h:mm:ss">
                        <c:v>0.50902777777777775</c:v>
                      </c:pt>
                      <c:pt idx="412" formatCode="h:mm:ss">
                        <c:v>0.50920138888888888</c:v>
                      </c:pt>
                      <c:pt idx="413" formatCode="h:mm:ss">
                        <c:v>0.50937500000000002</c:v>
                      </c:pt>
                      <c:pt idx="414" formatCode="h:mm:ss">
                        <c:v>0.50954861111111116</c:v>
                      </c:pt>
                      <c:pt idx="415" formatCode="h:mm:ss">
                        <c:v>0.50972222222222219</c:v>
                      </c:pt>
                      <c:pt idx="416" formatCode="h:mm:ss">
                        <c:v>0.50989583333333333</c:v>
                      </c:pt>
                      <c:pt idx="417" formatCode="h:mm:ss">
                        <c:v>0.51006944444444446</c:v>
                      </c:pt>
                      <c:pt idx="418" formatCode="h:mm:ss">
                        <c:v>0.5102430555555556</c:v>
                      </c:pt>
                      <c:pt idx="419" formatCode="h:mm:ss">
                        <c:v>0.51041666666666663</c:v>
                      </c:pt>
                      <c:pt idx="420" formatCode="h:mm:ss">
                        <c:v>0.51059027777777777</c:v>
                      </c:pt>
                      <c:pt idx="421" formatCode="h:mm:ss">
                        <c:v>0.51076388888888891</c:v>
                      </c:pt>
                      <c:pt idx="422" formatCode="h:mm:ss">
                        <c:v>0.51093750000000004</c:v>
                      </c:pt>
                      <c:pt idx="423" formatCode="h:mm:ss">
                        <c:v>0.51111111111111107</c:v>
                      </c:pt>
                      <c:pt idx="424" formatCode="h:mm:ss">
                        <c:v>0.51128472222222221</c:v>
                      </c:pt>
                      <c:pt idx="425" formatCode="h:mm:ss">
                        <c:v>0.51145833333333335</c:v>
                      </c:pt>
                      <c:pt idx="426" formatCode="h:mm:ss">
                        <c:v>0.51163194444444449</c:v>
                      </c:pt>
                      <c:pt idx="427" formatCode="h:mm:ss">
                        <c:v>0.51180555555555551</c:v>
                      </c:pt>
                      <c:pt idx="428" formatCode="h:mm:ss">
                        <c:v>0.51197916666666665</c:v>
                      </c:pt>
                      <c:pt idx="429" formatCode="h:mm:ss">
                        <c:v>0.51215277777777779</c:v>
                      </c:pt>
                      <c:pt idx="430" formatCode="h:mm:ss">
                        <c:v>0.51232638888888893</c:v>
                      </c:pt>
                      <c:pt idx="431" formatCode="h:mm:ss">
                        <c:v>0.51249999999999996</c:v>
                      </c:pt>
                      <c:pt idx="432" formatCode="h:mm:ss">
                        <c:v>0.51267361111111109</c:v>
                      </c:pt>
                      <c:pt idx="433" formatCode="h:mm:ss">
                        <c:v>0.51284722222222223</c:v>
                      </c:pt>
                      <c:pt idx="434" formatCode="h:mm:ss">
                        <c:v>0.51302083333333337</c:v>
                      </c:pt>
                      <c:pt idx="435" formatCode="h:mm:ss">
                        <c:v>0.5131944444444444</c:v>
                      </c:pt>
                      <c:pt idx="436" formatCode="h:mm:ss">
                        <c:v>0.51336805555555554</c:v>
                      </c:pt>
                      <c:pt idx="437" formatCode="h:mm:ss">
                        <c:v>0.51354166666666667</c:v>
                      </c:pt>
                      <c:pt idx="438" formatCode="h:mm:ss">
                        <c:v>0.51371527777777781</c:v>
                      </c:pt>
                      <c:pt idx="439" formatCode="h:mm:ss">
                        <c:v>0.51388888888888884</c:v>
                      </c:pt>
                      <c:pt idx="440" formatCode="h:mm:ss">
                        <c:v>0.51406249999999998</c:v>
                      </c:pt>
                      <c:pt idx="441" formatCode="h:mm:ss">
                        <c:v>0.51423611111111112</c:v>
                      </c:pt>
                      <c:pt idx="442" formatCode="h:mm:ss">
                        <c:v>0.51440972222222225</c:v>
                      </c:pt>
                      <c:pt idx="443" formatCode="h:mm:ss">
                        <c:v>0.51458333333333328</c:v>
                      </c:pt>
                      <c:pt idx="444" formatCode="h:mm:ss">
                        <c:v>0.51475694444444442</c:v>
                      </c:pt>
                      <c:pt idx="445" formatCode="h:mm:ss">
                        <c:v>0.51493055555555556</c:v>
                      </c:pt>
                      <c:pt idx="446" formatCode="h:mm:ss">
                        <c:v>0.5151041666666667</c:v>
                      </c:pt>
                      <c:pt idx="447" formatCode="h:mm:ss">
                        <c:v>0.51527777777777772</c:v>
                      </c:pt>
                      <c:pt idx="448" formatCode="h:mm:ss">
                        <c:v>0.51545138888888886</c:v>
                      </c:pt>
                      <c:pt idx="449" formatCode="h:mm:ss">
                        <c:v>0.515625</c:v>
                      </c:pt>
                      <c:pt idx="450" formatCode="h:mm:ss">
                        <c:v>0.51579861111111114</c:v>
                      </c:pt>
                      <c:pt idx="451" formatCode="h:mm:ss">
                        <c:v>0.51597222222222228</c:v>
                      </c:pt>
                      <c:pt idx="452" formatCode="h:mm:ss">
                        <c:v>0.5161458333333333</c:v>
                      </c:pt>
                      <c:pt idx="453" formatCode="h:mm:ss">
                        <c:v>0.51631944444444444</c:v>
                      </c:pt>
                      <c:pt idx="454" formatCode="h:mm:ss">
                        <c:v>0.51649305555555558</c:v>
                      </c:pt>
                      <c:pt idx="455" formatCode="h:mm:ss">
                        <c:v>0.51666666666666672</c:v>
                      </c:pt>
                      <c:pt idx="456" formatCode="h:mm:ss">
                        <c:v>0.51684027777777775</c:v>
                      </c:pt>
                      <c:pt idx="457" formatCode="h:mm:ss">
                        <c:v>0.51701388888888888</c:v>
                      </c:pt>
                      <c:pt idx="458" formatCode="h:mm:ss">
                        <c:v>0.51718750000000002</c:v>
                      </c:pt>
                      <c:pt idx="459" formatCode="h:mm:ss">
                        <c:v>0.51736111111111116</c:v>
                      </c:pt>
                      <c:pt idx="460" formatCode="h:mm:ss">
                        <c:v>0.51753472222222219</c:v>
                      </c:pt>
                      <c:pt idx="461" formatCode="h:mm:ss">
                        <c:v>0.51770833333333333</c:v>
                      </c:pt>
                      <c:pt idx="462" formatCode="h:mm:ss">
                        <c:v>0.51788194444444446</c:v>
                      </c:pt>
                      <c:pt idx="463" formatCode="h:mm:ss">
                        <c:v>0.5180555555555556</c:v>
                      </c:pt>
                      <c:pt idx="464" formatCode="h:mm:ss">
                        <c:v>0.51822916666666663</c:v>
                      </c:pt>
                      <c:pt idx="465" formatCode="h:mm:ss">
                        <c:v>0.51840277777777777</c:v>
                      </c:pt>
                      <c:pt idx="466" formatCode="h:mm:ss">
                        <c:v>0.51857638888888891</c:v>
                      </c:pt>
                      <c:pt idx="467" formatCode="h:mm:ss">
                        <c:v>0.51875000000000004</c:v>
                      </c:pt>
                      <c:pt idx="468" formatCode="h:mm:ss">
                        <c:v>0.51892361111111107</c:v>
                      </c:pt>
                      <c:pt idx="469" formatCode="h:mm:ss">
                        <c:v>0.51909722222222221</c:v>
                      </c:pt>
                      <c:pt idx="470" formatCode="h:mm:ss">
                        <c:v>0.51927083333333335</c:v>
                      </c:pt>
                      <c:pt idx="471" formatCode="h:mm:ss">
                        <c:v>0.51944444444444449</c:v>
                      </c:pt>
                      <c:pt idx="472" formatCode="h:mm:ss">
                        <c:v>0.51961805555555551</c:v>
                      </c:pt>
                      <c:pt idx="473" formatCode="h:mm:ss">
                        <c:v>0.51979166666666665</c:v>
                      </c:pt>
                      <c:pt idx="474" formatCode="h:mm:ss">
                        <c:v>0.51996527777777779</c:v>
                      </c:pt>
                      <c:pt idx="475" formatCode="h:mm:ss">
                        <c:v>0.52013888888888893</c:v>
                      </c:pt>
                      <c:pt idx="476" formatCode="h:mm:ss">
                        <c:v>0.52031249999999996</c:v>
                      </c:pt>
                      <c:pt idx="477" formatCode="h:mm:ss">
                        <c:v>0.52048611111111109</c:v>
                      </c:pt>
                      <c:pt idx="478" formatCode="h:mm:ss">
                        <c:v>0.52065972222222223</c:v>
                      </c:pt>
                      <c:pt idx="479" formatCode="h:mm:ss">
                        <c:v>0.52083333333333337</c:v>
                      </c:pt>
                      <c:pt idx="480" formatCode="h:mm:ss">
                        <c:v>0.5210069444444444</c:v>
                      </c:pt>
                      <c:pt idx="481" formatCode="h:mm:ss">
                        <c:v>0.52118055555555554</c:v>
                      </c:pt>
                      <c:pt idx="482" formatCode="h:mm:ss">
                        <c:v>0.52135416666666667</c:v>
                      </c:pt>
                      <c:pt idx="483" formatCode="h:mm:ss">
                        <c:v>0.52152777777777781</c:v>
                      </c:pt>
                      <c:pt idx="484" formatCode="h:mm:ss">
                        <c:v>0.52170138888888884</c:v>
                      </c:pt>
                      <c:pt idx="485" formatCode="h:mm:ss">
                        <c:v>0.52187499999999998</c:v>
                      </c:pt>
                      <c:pt idx="486" formatCode="h:mm:ss">
                        <c:v>0.52204861111111112</c:v>
                      </c:pt>
                      <c:pt idx="487" formatCode="h:mm:ss">
                        <c:v>0.52222222222222225</c:v>
                      </c:pt>
                      <c:pt idx="488" formatCode="h:mm:ss">
                        <c:v>0.52239583333333328</c:v>
                      </c:pt>
                      <c:pt idx="489" formatCode="h:mm:ss">
                        <c:v>0.52256944444444442</c:v>
                      </c:pt>
                      <c:pt idx="490" formatCode="h:mm:ss">
                        <c:v>0.52274305555555556</c:v>
                      </c:pt>
                      <c:pt idx="491" formatCode="h:mm:ss">
                        <c:v>0.5229166666666667</c:v>
                      </c:pt>
                      <c:pt idx="492" formatCode="h:mm:ss">
                        <c:v>0.52309027777777772</c:v>
                      </c:pt>
                      <c:pt idx="493" formatCode="h:mm:ss">
                        <c:v>0.52326388888888886</c:v>
                      </c:pt>
                      <c:pt idx="494" formatCode="h:mm:ss">
                        <c:v>0.5234375</c:v>
                      </c:pt>
                      <c:pt idx="495" formatCode="h:mm:ss">
                        <c:v>0.52361111111111114</c:v>
                      </c:pt>
                      <c:pt idx="496" formatCode="h:mm:ss">
                        <c:v>0.52378472222222228</c:v>
                      </c:pt>
                      <c:pt idx="497" formatCode="h:mm:ss">
                        <c:v>0.5239583333333333</c:v>
                      </c:pt>
                      <c:pt idx="498" formatCode="h:mm:ss">
                        <c:v>0.52413194444444444</c:v>
                      </c:pt>
                      <c:pt idx="499" formatCode="h:mm:ss">
                        <c:v>0.52430555555555558</c:v>
                      </c:pt>
                      <c:pt idx="500" formatCode="h:mm:ss">
                        <c:v>0.52447916666666672</c:v>
                      </c:pt>
                      <c:pt idx="501" formatCode="h:mm:ss">
                        <c:v>0.52465277777777775</c:v>
                      </c:pt>
                      <c:pt idx="502" formatCode="h:mm:ss">
                        <c:v>0.52482638888888888</c:v>
                      </c:pt>
                      <c:pt idx="503" formatCode="h:mm:ss">
                        <c:v>0.52500000000000002</c:v>
                      </c:pt>
                      <c:pt idx="504" formatCode="h:mm:ss">
                        <c:v>0.52517361111111116</c:v>
                      </c:pt>
                      <c:pt idx="505" formatCode="h:mm:ss">
                        <c:v>0.52534722222222219</c:v>
                      </c:pt>
                      <c:pt idx="506" formatCode="h:mm:ss">
                        <c:v>0.52552083333333333</c:v>
                      </c:pt>
                      <c:pt idx="507" formatCode="h:mm:ss">
                        <c:v>0.52569444444444446</c:v>
                      </c:pt>
                      <c:pt idx="508" formatCode="h:mm:ss">
                        <c:v>0.5258680555555556</c:v>
                      </c:pt>
                      <c:pt idx="509" formatCode="h:mm:ss">
                        <c:v>0.52604166666666663</c:v>
                      </c:pt>
                      <c:pt idx="510" formatCode="h:mm:ss">
                        <c:v>0.52621527777777777</c:v>
                      </c:pt>
                      <c:pt idx="511" formatCode="h:mm:ss">
                        <c:v>0.52638888888888891</c:v>
                      </c:pt>
                      <c:pt idx="512" formatCode="h:mm:ss">
                        <c:v>0.52656250000000004</c:v>
                      </c:pt>
                      <c:pt idx="513" formatCode="h:mm:ss">
                        <c:v>0.52673611111111107</c:v>
                      </c:pt>
                      <c:pt idx="514" formatCode="h:mm:ss">
                        <c:v>0.52690972222222221</c:v>
                      </c:pt>
                      <c:pt idx="515" formatCode="h:mm:ss">
                        <c:v>0.52708333333333335</c:v>
                      </c:pt>
                      <c:pt idx="516" formatCode="h:mm:ss">
                        <c:v>0.52725694444444449</c:v>
                      </c:pt>
                      <c:pt idx="517" formatCode="h:mm:ss">
                        <c:v>0.52743055555555551</c:v>
                      </c:pt>
                      <c:pt idx="518" formatCode="h:mm:ss">
                        <c:v>0.52760416666666665</c:v>
                      </c:pt>
                      <c:pt idx="519" formatCode="h:mm:ss">
                        <c:v>0.52777777777777779</c:v>
                      </c:pt>
                      <c:pt idx="520" formatCode="h:mm:ss">
                        <c:v>0.52795138888888893</c:v>
                      </c:pt>
                      <c:pt idx="521" formatCode="h:mm:ss">
                        <c:v>0.52812499999999996</c:v>
                      </c:pt>
                      <c:pt idx="522" formatCode="h:mm:ss">
                        <c:v>0.52829861111111109</c:v>
                      </c:pt>
                      <c:pt idx="523" formatCode="h:mm:ss">
                        <c:v>0.52847222222222223</c:v>
                      </c:pt>
                      <c:pt idx="524" formatCode="h:mm:ss">
                        <c:v>0.52864583333333337</c:v>
                      </c:pt>
                      <c:pt idx="525" formatCode="h:mm:ss">
                        <c:v>0.5288194444444444</c:v>
                      </c:pt>
                      <c:pt idx="526" formatCode="h:mm:ss">
                        <c:v>0.52899305555555554</c:v>
                      </c:pt>
                      <c:pt idx="527" formatCode="h:mm:ss">
                        <c:v>0.52916666666666667</c:v>
                      </c:pt>
                      <c:pt idx="528" formatCode="h:mm:ss">
                        <c:v>0.52934027777777781</c:v>
                      </c:pt>
                      <c:pt idx="529" formatCode="h:mm:ss">
                        <c:v>0.52951388888888884</c:v>
                      </c:pt>
                      <c:pt idx="530" formatCode="h:mm:ss">
                        <c:v>0.52968749999999998</c:v>
                      </c:pt>
                      <c:pt idx="531" formatCode="h:mm:ss">
                        <c:v>0.52986111111111112</c:v>
                      </c:pt>
                      <c:pt idx="532" formatCode="h:mm:ss">
                        <c:v>0.53003472222222225</c:v>
                      </c:pt>
                      <c:pt idx="533" formatCode="h:mm:ss">
                        <c:v>0.53020833333333328</c:v>
                      </c:pt>
                      <c:pt idx="534" formatCode="h:mm:ss">
                        <c:v>0.53038194444444442</c:v>
                      </c:pt>
                      <c:pt idx="535" formatCode="h:mm:ss">
                        <c:v>0.53055555555555556</c:v>
                      </c:pt>
                      <c:pt idx="536" formatCode="h:mm:ss">
                        <c:v>0.5307291666666667</c:v>
                      </c:pt>
                      <c:pt idx="537" formatCode="h:mm:ss">
                        <c:v>0.53090277777777772</c:v>
                      </c:pt>
                      <c:pt idx="538" formatCode="h:mm:ss">
                        <c:v>0.53107638888888886</c:v>
                      </c:pt>
                      <c:pt idx="539" formatCode="h:mm:ss">
                        <c:v>0.53125</c:v>
                      </c:pt>
                      <c:pt idx="540" formatCode="h:mm:ss">
                        <c:v>0.53142361111111114</c:v>
                      </c:pt>
                      <c:pt idx="541" formatCode="h:mm:ss">
                        <c:v>0.53159722222222228</c:v>
                      </c:pt>
                      <c:pt idx="542" formatCode="h:mm:ss">
                        <c:v>0.5317708333333333</c:v>
                      </c:pt>
                      <c:pt idx="543" formatCode="h:mm:ss">
                        <c:v>0.53194444444444444</c:v>
                      </c:pt>
                      <c:pt idx="544" formatCode="h:mm:ss">
                        <c:v>0.53211805555555558</c:v>
                      </c:pt>
                      <c:pt idx="545" formatCode="h:mm:ss">
                        <c:v>0.53229166666666672</c:v>
                      </c:pt>
                      <c:pt idx="546" formatCode="h:mm:ss">
                        <c:v>0.53246527777777775</c:v>
                      </c:pt>
                      <c:pt idx="547" formatCode="h:mm:ss">
                        <c:v>0.53263888888888888</c:v>
                      </c:pt>
                      <c:pt idx="548" formatCode="h:mm:ss">
                        <c:v>0.53281250000000002</c:v>
                      </c:pt>
                      <c:pt idx="549" formatCode="h:mm:ss">
                        <c:v>0.53298611111111116</c:v>
                      </c:pt>
                      <c:pt idx="550" formatCode="h:mm:ss">
                        <c:v>0.53315972222222219</c:v>
                      </c:pt>
                      <c:pt idx="551" formatCode="h:mm:ss">
                        <c:v>0.53333333333333333</c:v>
                      </c:pt>
                      <c:pt idx="552" formatCode="h:mm:ss">
                        <c:v>0.53350694444444446</c:v>
                      </c:pt>
                      <c:pt idx="553" formatCode="h:mm:ss">
                        <c:v>0.5336805555555556</c:v>
                      </c:pt>
                      <c:pt idx="554" formatCode="h:mm:ss">
                        <c:v>0.53385416666666663</c:v>
                      </c:pt>
                      <c:pt idx="555" formatCode="h:mm:ss">
                        <c:v>0.53402777777777777</c:v>
                      </c:pt>
                      <c:pt idx="556" formatCode="h:mm:ss">
                        <c:v>0.53420138888888891</c:v>
                      </c:pt>
                      <c:pt idx="557" formatCode="h:mm:ss">
                        <c:v>0.53437500000000004</c:v>
                      </c:pt>
                      <c:pt idx="558" formatCode="h:mm:ss">
                        <c:v>0.53454861111111107</c:v>
                      </c:pt>
                      <c:pt idx="559" formatCode="h:mm:ss">
                        <c:v>0.53472222222222221</c:v>
                      </c:pt>
                      <c:pt idx="560" formatCode="h:mm:ss">
                        <c:v>0.53489583333333335</c:v>
                      </c:pt>
                      <c:pt idx="561" formatCode="h:mm:ss">
                        <c:v>0.53506944444444449</c:v>
                      </c:pt>
                      <c:pt idx="562" formatCode="h:mm:ss">
                        <c:v>0.53524305555555551</c:v>
                      </c:pt>
                      <c:pt idx="563" formatCode="h:mm:ss">
                        <c:v>0.53541666666666665</c:v>
                      </c:pt>
                      <c:pt idx="564" formatCode="h:mm:ss">
                        <c:v>0.53559027777777779</c:v>
                      </c:pt>
                      <c:pt idx="565" formatCode="h:mm:ss">
                        <c:v>0.53576388888888893</c:v>
                      </c:pt>
                      <c:pt idx="566" formatCode="h:mm:ss">
                        <c:v>0.53593749999999996</c:v>
                      </c:pt>
                      <c:pt idx="567" formatCode="h:mm:ss">
                        <c:v>0.53611111111111109</c:v>
                      </c:pt>
                      <c:pt idx="568" formatCode="h:mm:ss">
                        <c:v>0.53628472222222223</c:v>
                      </c:pt>
                      <c:pt idx="569" formatCode="h:mm:ss">
                        <c:v>0.53645833333333337</c:v>
                      </c:pt>
                      <c:pt idx="570" formatCode="h:mm:ss">
                        <c:v>0.5366319444444444</c:v>
                      </c:pt>
                      <c:pt idx="571" formatCode="h:mm:ss">
                        <c:v>0.53680555555555554</c:v>
                      </c:pt>
                      <c:pt idx="572" formatCode="h:mm:ss">
                        <c:v>0.53697916666666667</c:v>
                      </c:pt>
                      <c:pt idx="573" formatCode="h:mm:ss">
                        <c:v>0.53715277777777781</c:v>
                      </c:pt>
                      <c:pt idx="574" formatCode="h:mm:ss">
                        <c:v>0.53732638888888884</c:v>
                      </c:pt>
                      <c:pt idx="575" formatCode="h:mm:ss">
                        <c:v>0.53749999999999998</c:v>
                      </c:pt>
                      <c:pt idx="576" formatCode="h:mm:ss">
                        <c:v>0.53767361111111112</c:v>
                      </c:pt>
                      <c:pt idx="577" formatCode="h:mm:ss">
                        <c:v>0.53784722222222225</c:v>
                      </c:pt>
                      <c:pt idx="578" formatCode="h:mm:ss">
                        <c:v>0.53802083333333328</c:v>
                      </c:pt>
                      <c:pt idx="579" formatCode="h:mm:ss">
                        <c:v>0.53819444444444442</c:v>
                      </c:pt>
                      <c:pt idx="580" formatCode="h:mm:ss">
                        <c:v>0.53836805555555556</c:v>
                      </c:pt>
                      <c:pt idx="581" formatCode="h:mm:ss">
                        <c:v>0.5385416666666667</c:v>
                      </c:pt>
                      <c:pt idx="582" formatCode="h:mm:ss">
                        <c:v>0.53871527777777772</c:v>
                      </c:pt>
                      <c:pt idx="583" formatCode="h:mm:ss">
                        <c:v>0.53888888888888886</c:v>
                      </c:pt>
                      <c:pt idx="584" formatCode="h:mm:ss">
                        <c:v>0.5390625</c:v>
                      </c:pt>
                      <c:pt idx="585" formatCode="h:mm:ss">
                        <c:v>0.53923611111111114</c:v>
                      </c:pt>
                      <c:pt idx="586" formatCode="h:mm:ss">
                        <c:v>0.53940972222222228</c:v>
                      </c:pt>
                      <c:pt idx="587" formatCode="h:mm:ss">
                        <c:v>0.5395833333333333</c:v>
                      </c:pt>
                      <c:pt idx="588" formatCode="h:mm:ss">
                        <c:v>0.53975694444444444</c:v>
                      </c:pt>
                      <c:pt idx="589" formatCode="h:mm:ss">
                        <c:v>0.53993055555555558</c:v>
                      </c:pt>
                      <c:pt idx="590" formatCode="h:mm:ss">
                        <c:v>0.54010416666666672</c:v>
                      </c:pt>
                      <c:pt idx="591" formatCode="h:mm:ss">
                        <c:v>0.54027777777777775</c:v>
                      </c:pt>
                      <c:pt idx="592" formatCode="h:mm:ss">
                        <c:v>0.54045138888888888</c:v>
                      </c:pt>
                      <c:pt idx="593" formatCode="h:mm:ss">
                        <c:v>0.54062500000000002</c:v>
                      </c:pt>
                      <c:pt idx="594" formatCode="h:mm:ss">
                        <c:v>0.54079861111111116</c:v>
                      </c:pt>
                      <c:pt idx="595" formatCode="h:mm:ss">
                        <c:v>0.54097222222222219</c:v>
                      </c:pt>
                      <c:pt idx="596" formatCode="h:mm:ss">
                        <c:v>0.54114583333333333</c:v>
                      </c:pt>
                      <c:pt idx="597" formatCode="h:mm:ss">
                        <c:v>0.54131944444444446</c:v>
                      </c:pt>
                      <c:pt idx="598" formatCode="h:mm:ss">
                        <c:v>0.5414930555555556</c:v>
                      </c:pt>
                      <c:pt idx="599" formatCode="h:mm:ss">
                        <c:v>0.54166666666666663</c:v>
                      </c:pt>
                      <c:pt idx="600" formatCode="h:mm:ss">
                        <c:v>0.54184027777777777</c:v>
                      </c:pt>
                      <c:pt idx="601" formatCode="h:mm:ss">
                        <c:v>0.54201388888888891</c:v>
                      </c:pt>
                      <c:pt idx="602" formatCode="h:mm:ss">
                        <c:v>0.54218750000000004</c:v>
                      </c:pt>
                      <c:pt idx="603" formatCode="h:mm:ss">
                        <c:v>0.54236111111111107</c:v>
                      </c:pt>
                      <c:pt idx="604" formatCode="h:mm:ss">
                        <c:v>0.54253472222222221</c:v>
                      </c:pt>
                      <c:pt idx="605" formatCode="h:mm:ss">
                        <c:v>0.54270833333333335</c:v>
                      </c:pt>
                      <c:pt idx="606" formatCode="h:mm:ss">
                        <c:v>0.54288194444444449</c:v>
                      </c:pt>
                      <c:pt idx="607" formatCode="h:mm:ss">
                        <c:v>0.54305555555555551</c:v>
                      </c:pt>
                      <c:pt idx="608" formatCode="h:mm:ss">
                        <c:v>0.54322916666666665</c:v>
                      </c:pt>
                      <c:pt idx="609" formatCode="h:mm:ss">
                        <c:v>0.54340277777777779</c:v>
                      </c:pt>
                      <c:pt idx="610" formatCode="h:mm:ss">
                        <c:v>0.54357638888888893</c:v>
                      </c:pt>
                      <c:pt idx="611" formatCode="h:mm:ss">
                        <c:v>0.54374999999999996</c:v>
                      </c:pt>
                      <c:pt idx="612" formatCode="h:mm:ss">
                        <c:v>0.54392361111111109</c:v>
                      </c:pt>
                      <c:pt idx="613" formatCode="h:mm:ss">
                        <c:v>0.54409722222222223</c:v>
                      </c:pt>
                      <c:pt idx="614" formatCode="h:mm:ss">
                        <c:v>0.54427083333333337</c:v>
                      </c:pt>
                      <c:pt idx="615" formatCode="h:mm:ss">
                        <c:v>0.5444444444444444</c:v>
                      </c:pt>
                      <c:pt idx="616" formatCode="h:mm:ss">
                        <c:v>0.54461805555555554</c:v>
                      </c:pt>
                      <c:pt idx="617" formatCode="h:mm:ss">
                        <c:v>0.54479166666666667</c:v>
                      </c:pt>
                      <c:pt idx="618" formatCode="h:mm:ss">
                        <c:v>0.54496527777777781</c:v>
                      </c:pt>
                      <c:pt idx="619" formatCode="h:mm:ss">
                        <c:v>0.54513888888888884</c:v>
                      </c:pt>
                      <c:pt idx="620" formatCode="h:mm:ss">
                        <c:v>0.54531249999999998</c:v>
                      </c:pt>
                      <c:pt idx="621" formatCode="h:mm:ss">
                        <c:v>0.54548611111111112</c:v>
                      </c:pt>
                      <c:pt idx="622" formatCode="h:mm:ss">
                        <c:v>0.54565972222222225</c:v>
                      </c:pt>
                      <c:pt idx="623" formatCode="h:mm:ss">
                        <c:v>0.54583333333333328</c:v>
                      </c:pt>
                      <c:pt idx="624" formatCode="h:mm:ss">
                        <c:v>0.54600694444444442</c:v>
                      </c:pt>
                      <c:pt idx="625" formatCode="h:mm:ss">
                        <c:v>0.54618055555555556</c:v>
                      </c:pt>
                      <c:pt idx="626" formatCode="h:mm:ss">
                        <c:v>0.5463541666666667</c:v>
                      </c:pt>
                      <c:pt idx="627" formatCode="h:mm:ss">
                        <c:v>0.54652777777777772</c:v>
                      </c:pt>
                      <c:pt idx="628" formatCode="h:mm:ss">
                        <c:v>0.54670138888888886</c:v>
                      </c:pt>
                      <c:pt idx="629" formatCode="h:mm:ss">
                        <c:v>0.546875</c:v>
                      </c:pt>
                      <c:pt idx="630" formatCode="h:mm:ss">
                        <c:v>0.54704861111111114</c:v>
                      </c:pt>
                      <c:pt idx="631" formatCode="h:mm:ss">
                        <c:v>0.54722222222222228</c:v>
                      </c:pt>
                      <c:pt idx="632" formatCode="h:mm:ss">
                        <c:v>0.5473958333333333</c:v>
                      </c:pt>
                      <c:pt idx="633" formatCode="h:mm:ss">
                        <c:v>0.54756944444444444</c:v>
                      </c:pt>
                      <c:pt idx="634" formatCode="h:mm:ss">
                        <c:v>0.54774305555555558</c:v>
                      </c:pt>
                      <c:pt idx="635" formatCode="h:mm:ss">
                        <c:v>0.54791666666666672</c:v>
                      </c:pt>
                      <c:pt idx="636" formatCode="h:mm:ss">
                        <c:v>0.54809027777777775</c:v>
                      </c:pt>
                      <c:pt idx="637" formatCode="h:mm:ss">
                        <c:v>0.54826388888888888</c:v>
                      </c:pt>
                      <c:pt idx="638" formatCode="h:mm:ss">
                        <c:v>0.54843750000000002</c:v>
                      </c:pt>
                      <c:pt idx="639" formatCode="h:mm:ss">
                        <c:v>0.54861111111111116</c:v>
                      </c:pt>
                      <c:pt idx="640" formatCode="h:mm:ss">
                        <c:v>0.54878472222222219</c:v>
                      </c:pt>
                      <c:pt idx="641" formatCode="h:mm:ss">
                        <c:v>0.54895833333333333</c:v>
                      </c:pt>
                      <c:pt idx="642" formatCode="h:mm:ss">
                        <c:v>0.54913194444444446</c:v>
                      </c:pt>
                      <c:pt idx="643" formatCode="h:mm:ss">
                        <c:v>0.5493055555555556</c:v>
                      </c:pt>
                      <c:pt idx="644" formatCode="h:mm:ss">
                        <c:v>0.54947916666666663</c:v>
                      </c:pt>
                      <c:pt idx="645" formatCode="h:mm:ss">
                        <c:v>0.54965277777777777</c:v>
                      </c:pt>
                      <c:pt idx="646" formatCode="h:mm:ss">
                        <c:v>0.54982638888888891</c:v>
                      </c:pt>
                      <c:pt idx="647" formatCode="h:mm:ss">
                        <c:v>0.55000000000000004</c:v>
                      </c:pt>
                      <c:pt idx="648" formatCode="h:mm:ss">
                        <c:v>0.55017361111111107</c:v>
                      </c:pt>
                      <c:pt idx="649" formatCode="h:mm:ss">
                        <c:v>0.55034722222222221</c:v>
                      </c:pt>
                      <c:pt idx="650" formatCode="h:mm:ss">
                        <c:v>0.55052083333333335</c:v>
                      </c:pt>
                      <c:pt idx="651" formatCode="h:mm:ss">
                        <c:v>0.55069444444444449</c:v>
                      </c:pt>
                      <c:pt idx="652" formatCode="h:mm:ss">
                        <c:v>0.55086805555555551</c:v>
                      </c:pt>
                      <c:pt idx="653" formatCode="h:mm:ss">
                        <c:v>0.55104166666666665</c:v>
                      </c:pt>
                      <c:pt idx="654" formatCode="h:mm:ss">
                        <c:v>0.55121527777777779</c:v>
                      </c:pt>
                      <c:pt idx="655" formatCode="h:mm:ss">
                        <c:v>0.55138888888888893</c:v>
                      </c:pt>
                      <c:pt idx="656" formatCode="h:mm:ss">
                        <c:v>0.55156249999999996</c:v>
                      </c:pt>
                      <c:pt idx="657" formatCode="h:mm:ss">
                        <c:v>0.55173611111111109</c:v>
                      </c:pt>
                      <c:pt idx="658" formatCode="h:mm:ss">
                        <c:v>0.55190972222222223</c:v>
                      </c:pt>
                      <c:pt idx="659" formatCode="h:mm:ss">
                        <c:v>0.55208333333333337</c:v>
                      </c:pt>
                      <c:pt idx="660" formatCode="h:mm:ss">
                        <c:v>0.5522569444444444</c:v>
                      </c:pt>
                      <c:pt idx="661" formatCode="h:mm:ss">
                        <c:v>0.55243055555555554</c:v>
                      </c:pt>
                      <c:pt idx="662" formatCode="h:mm:ss">
                        <c:v>0.55260416666666667</c:v>
                      </c:pt>
                      <c:pt idx="663" formatCode="h:mm:ss">
                        <c:v>0.55277777777777781</c:v>
                      </c:pt>
                      <c:pt idx="664" formatCode="h:mm:ss">
                        <c:v>0.55295138888888884</c:v>
                      </c:pt>
                      <c:pt idx="665" formatCode="h:mm:ss">
                        <c:v>0.55312499999999998</c:v>
                      </c:pt>
                      <c:pt idx="666" formatCode="h:mm:ss">
                        <c:v>0.55329861111111112</c:v>
                      </c:pt>
                      <c:pt idx="667" formatCode="h:mm:ss">
                        <c:v>0.55347222222222225</c:v>
                      </c:pt>
                      <c:pt idx="668" formatCode="h:mm:ss">
                        <c:v>0.55364583333333328</c:v>
                      </c:pt>
                      <c:pt idx="669" formatCode="h:mm:ss">
                        <c:v>0.55381944444444442</c:v>
                      </c:pt>
                      <c:pt idx="670" formatCode="h:mm:ss">
                        <c:v>0.55399305555555556</c:v>
                      </c:pt>
                      <c:pt idx="671" formatCode="h:mm:ss">
                        <c:v>0.5541666666666667</c:v>
                      </c:pt>
                      <c:pt idx="672" formatCode="h:mm:ss">
                        <c:v>0.55434027777777772</c:v>
                      </c:pt>
                      <c:pt idx="673" formatCode="h:mm:ss">
                        <c:v>0.55451388888888886</c:v>
                      </c:pt>
                      <c:pt idx="674" formatCode="h:mm:ss">
                        <c:v>0.5546875</c:v>
                      </c:pt>
                      <c:pt idx="675" formatCode="h:mm:ss">
                        <c:v>0.55486111111111114</c:v>
                      </c:pt>
                      <c:pt idx="676" formatCode="h:mm:ss">
                        <c:v>0.55503472222222228</c:v>
                      </c:pt>
                      <c:pt idx="677" formatCode="h:mm:ss">
                        <c:v>0.5552083333333333</c:v>
                      </c:pt>
                      <c:pt idx="678" formatCode="h:mm:ss">
                        <c:v>0.55538194444444444</c:v>
                      </c:pt>
                      <c:pt idx="679" formatCode="h:mm:ss">
                        <c:v>0.55555555555555558</c:v>
                      </c:pt>
                      <c:pt idx="680" formatCode="h:mm:ss">
                        <c:v>0.55572916666666672</c:v>
                      </c:pt>
                      <c:pt idx="681" formatCode="h:mm:ss">
                        <c:v>0.55590277777777775</c:v>
                      </c:pt>
                      <c:pt idx="682" formatCode="h:mm:ss">
                        <c:v>0.55607638888888888</c:v>
                      </c:pt>
                      <c:pt idx="683" formatCode="h:mm:ss">
                        <c:v>0.55625000000000002</c:v>
                      </c:pt>
                      <c:pt idx="684" formatCode="h:mm:ss">
                        <c:v>0.55642361111111116</c:v>
                      </c:pt>
                      <c:pt idx="685" formatCode="h:mm:ss">
                        <c:v>0.55659722222222219</c:v>
                      </c:pt>
                      <c:pt idx="686" formatCode="h:mm:ss">
                        <c:v>0.55677083333333333</c:v>
                      </c:pt>
                      <c:pt idx="687" formatCode="h:mm:ss">
                        <c:v>0.55694444444444446</c:v>
                      </c:pt>
                      <c:pt idx="688" formatCode="h:mm:ss">
                        <c:v>0.5571180555555556</c:v>
                      </c:pt>
                      <c:pt idx="689" formatCode="h:mm:ss">
                        <c:v>0.55729166666666663</c:v>
                      </c:pt>
                      <c:pt idx="690" formatCode="h:mm:ss">
                        <c:v>0.55746527777777777</c:v>
                      </c:pt>
                      <c:pt idx="691" formatCode="h:mm:ss">
                        <c:v>0.55763888888888891</c:v>
                      </c:pt>
                      <c:pt idx="692" formatCode="h:mm:ss">
                        <c:v>0.55781250000000004</c:v>
                      </c:pt>
                      <c:pt idx="693" formatCode="h:mm:ss">
                        <c:v>0.55798611111111107</c:v>
                      </c:pt>
                      <c:pt idx="694" formatCode="h:mm:ss">
                        <c:v>0.55815972222222221</c:v>
                      </c:pt>
                      <c:pt idx="695" formatCode="h:mm:ss">
                        <c:v>0.55833333333333335</c:v>
                      </c:pt>
                      <c:pt idx="696" formatCode="h:mm:ss">
                        <c:v>0.55850694444444449</c:v>
                      </c:pt>
                      <c:pt idx="697" formatCode="h:mm:ss">
                        <c:v>0.55868055555555551</c:v>
                      </c:pt>
                      <c:pt idx="698" formatCode="h:mm:ss">
                        <c:v>0.55885416666666665</c:v>
                      </c:pt>
                      <c:pt idx="699" formatCode="h:mm:ss">
                        <c:v>0.55902777777777779</c:v>
                      </c:pt>
                      <c:pt idx="700" formatCode="h:mm:ss">
                        <c:v>0.55920138888888893</c:v>
                      </c:pt>
                      <c:pt idx="701" formatCode="h:mm:ss">
                        <c:v>0.55937499999999996</c:v>
                      </c:pt>
                      <c:pt idx="702" formatCode="h:mm:ss">
                        <c:v>0.55954861111111109</c:v>
                      </c:pt>
                      <c:pt idx="703" formatCode="h:mm:ss">
                        <c:v>0.55972222222222223</c:v>
                      </c:pt>
                      <c:pt idx="704" formatCode="h:mm:ss">
                        <c:v>0.55989583333333337</c:v>
                      </c:pt>
                      <c:pt idx="705" formatCode="h:mm:ss">
                        <c:v>0.5600694444444444</c:v>
                      </c:pt>
                      <c:pt idx="706" formatCode="h:mm:ss">
                        <c:v>0.56024305555555554</c:v>
                      </c:pt>
                      <c:pt idx="707" formatCode="h:mm:ss">
                        <c:v>0.56041666666666667</c:v>
                      </c:pt>
                      <c:pt idx="708" formatCode="h:mm:ss">
                        <c:v>0.56059027777777781</c:v>
                      </c:pt>
                      <c:pt idx="709" formatCode="h:mm:ss">
                        <c:v>0.56076388888888884</c:v>
                      </c:pt>
                      <c:pt idx="710" formatCode="h:mm:ss">
                        <c:v>0.56093749999999998</c:v>
                      </c:pt>
                      <c:pt idx="711" formatCode="h:mm:ss">
                        <c:v>0.56111111111111112</c:v>
                      </c:pt>
                      <c:pt idx="712" formatCode="h:mm:ss">
                        <c:v>0.56128472222222225</c:v>
                      </c:pt>
                      <c:pt idx="713" formatCode="h:mm:ss">
                        <c:v>0.56145833333333328</c:v>
                      </c:pt>
                      <c:pt idx="714" formatCode="h:mm:ss">
                        <c:v>0.56163194444444442</c:v>
                      </c:pt>
                      <c:pt idx="715" formatCode="h:mm:ss">
                        <c:v>0.56180555555555556</c:v>
                      </c:pt>
                      <c:pt idx="716" formatCode="h:mm:ss">
                        <c:v>0.5619791666666667</c:v>
                      </c:pt>
                      <c:pt idx="717" formatCode="h:mm:ss">
                        <c:v>0.56215277777777772</c:v>
                      </c:pt>
                      <c:pt idx="718" formatCode="h:mm:ss">
                        <c:v>0.56232638888888886</c:v>
                      </c:pt>
                      <c:pt idx="719" formatCode="h:mm:ss">
                        <c:v>0.5625</c:v>
                      </c:pt>
                      <c:pt idx="720" formatCode="h:mm:ss">
                        <c:v>0.56267361111111114</c:v>
                      </c:pt>
                      <c:pt idx="721" formatCode="h:mm:ss">
                        <c:v>0.56284722222222228</c:v>
                      </c:pt>
                      <c:pt idx="722" formatCode="h:mm:ss">
                        <c:v>0.5630208333333333</c:v>
                      </c:pt>
                      <c:pt idx="723" formatCode="h:mm:ss">
                        <c:v>0.56319444444444444</c:v>
                      </c:pt>
                      <c:pt idx="724" formatCode="h:mm:ss">
                        <c:v>0.56336805555555558</c:v>
                      </c:pt>
                      <c:pt idx="725" formatCode="h:mm:ss">
                        <c:v>0.56354166666666672</c:v>
                      </c:pt>
                      <c:pt idx="726" formatCode="h:mm:ss">
                        <c:v>0.56371527777777775</c:v>
                      </c:pt>
                      <c:pt idx="727" formatCode="h:mm:ss">
                        <c:v>0.56388888888888888</c:v>
                      </c:pt>
                      <c:pt idx="728" formatCode="h:mm:ss">
                        <c:v>0.56406250000000002</c:v>
                      </c:pt>
                      <c:pt idx="729" formatCode="h:mm:ss">
                        <c:v>0.56423611111111116</c:v>
                      </c:pt>
                      <c:pt idx="730" formatCode="h:mm:ss">
                        <c:v>0.56440972222222219</c:v>
                      </c:pt>
                      <c:pt idx="731" formatCode="h:mm:ss">
                        <c:v>0.56458333333333333</c:v>
                      </c:pt>
                      <c:pt idx="732" formatCode="h:mm:ss">
                        <c:v>0.56475694444444446</c:v>
                      </c:pt>
                      <c:pt idx="733" formatCode="h:mm:ss">
                        <c:v>0.5649305555555556</c:v>
                      </c:pt>
                      <c:pt idx="734" formatCode="h:mm:ss">
                        <c:v>0.56510416666666663</c:v>
                      </c:pt>
                      <c:pt idx="735" formatCode="h:mm:ss">
                        <c:v>0.56527777777777777</c:v>
                      </c:pt>
                      <c:pt idx="736" formatCode="h:mm:ss">
                        <c:v>0.56545138888888891</c:v>
                      </c:pt>
                      <c:pt idx="737" formatCode="h:mm:ss">
                        <c:v>0.56562500000000004</c:v>
                      </c:pt>
                      <c:pt idx="738" formatCode="h:mm:ss">
                        <c:v>0.56579861111111107</c:v>
                      </c:pt>
                      <c:pt idx="739" formatCode="h:mm:ss">
                        <c:v>0.56597222222222221</c:v>
                      </c:pt>
                      <c:pt idx="740" formatCode="h:mm:ss">
                        <c:v>0.56614583333333335</c:v>
                      </c:pt>
                      <c:pt idx="741" formatCode="h:mm:ss">
                        <c:v>0.56631944444444449</c:v>
                      </c:pt>
                      <c:pt idx="742" formatCode="h:mm:ss">
                        <c:v>0.56649305555555551</c:v>
                      </c:pt>
                      <c:pt idx="743" formatCode="h:mm:ss">
                        <c:v>0.56666666666666665</c:v>
                      </c:pt>
                      <c:pt idx="744" formatCode="h:mm:ss">
                        <c:v>0.56684027777777779</c:v>
                      </c:pt>
                      <c:pt idx="745" formatCode="h:mm:ss">
                        <c:v>0.56701388888888893</c:v>
                      </c:pt>
                      <c:pt idx="746" formatCode="h:mm:ss">
                        <c:v>0.56718749999999996</c:v>
                      </c:pt>
                      <c:pt idx="747" formatCode="h:mm:ss">
                        <c:v>0.56736111111111109</c:v>
                      </c:pt>
                      <c:pt idx="748" formatCode="h:mm:ss">
                        <c:v>0.56753472222222223</c:v>
                      </c:pt>
                      <c:pt idx="749" formatCode="h:mm:ss">
                        <c:v>0.56770833333333337</c:v>
                      </c:pt>
                      <c:pt idx="750" formatCode="h:mm:ss">
                        <c:v>0.5678819444444444</c:v>
                      </c:pt>
                      <c:pt idx="751" formatCode="h:mm:ss">
                        <c:v>0.56805555555555554</c:v>
                      </c:pt>
                      <c:pt idx="752" formatCode="h:mm:ss">
                        <c:v>0.56822916666666667</c:v>
                      </c:pt>
                      <c:pt idx="753" formatCode="h:mm:ss">
                        <c:v>0.56840277777777781</c:v>
                      </c:pt>
                      <c:pt idx="754" formatCode="h:mm:ss">
                        <c:v>0.56857638888888884</c:v>
                      </c:pt>
                      <c:pt idx="755" formatCode="h:mm:ss">
                        <c:v>0.56874999999999998</c:v>
                      </c:pt>
                      <c:pt idx="756" formatCode="h:mm:ss">
                        <c:v>0.56892361111111112</c:v>
                      </c:pt>
                      <c:pt idx="757" formatCode="h:mm:ss">
                        <c:v>0.56909722222222225</c:v>
                      </c:pt>
                      <c:pt idx="758" formatCode="h:mm:ss">
                        <c:v>0.56927083333333328</c:v>
                      </c:pt>
                      <c:pt idx="759" formatCode="h:mm:ss">
                        <c:v>0.56944444444444442</c:v>
                      </c:pt>
                      <c:pt idx="760" formatCode="h:mm:ss">
                        <c:v>0.56961805555555556</c:v>
                      </c:pt>
                      <c:pt idx="761" formatCode="h:mm:ss">
                        <c:v>0.5697916666666667</c:v>
                      </c:pt>
                      <c:pt idx="762" formatCode="h:mm:ss">
                        <c:v>0.56996527777777772</c:v>
                      </c:pt>
                      <c:pt idx="763" formatCode="h:mm:ss">
                        <c:v>0.57013888888888886</c:v>
                      </c:pt>
                      <c:pt idx="764" formatCode="h:mm:ss">
                        <c:v>0.5703125</c:v>
                      </c:pt>
                      <c:pt idx="765" formatCode="h:mm:ss">
                        <c:v>0.57048611111111114</c:v>
                      </c:pt>
                      <c:pt idx="766" formatCode="h:mm:ss">
                        <c:v>0.57065972222222228</c:v>
                      </c:pt>
                      <c:pt idx="767" formatCode="h:mm:ss">
                        <c:v>0.5708333333333333</c:v>
                      </c:pt>
                      <c:pt idx="768" formatCode="h:mm:ss">
                        <c:v>0.57100694444444444</c:v>
                      </c:pt>
                      <c:pt idx="769" formatCode="h:mm:ss">
                        <c:v>0.57118055555555558</c:v>
                      </c:pt>
                      <c:pt idx="770" formatCode="h:mm:ss">
                        <c:v>0.57135416666666672</c:v>
                      </c:pt>
                      <c:pt idx="771" formatCode="h:mm:ss">
                        <c:v>0.57152777777777775</c:v>
                      </c:pt>
                      <c:pt idx="772" formatCode="h:mm:ss">
                        <c:v>0.57170138888888888</c:v>
                      </c:pt>
                      <c:pt idx="773" formatCode="h:mm:ss">
                        <c:v>0.57187500000000002</c:v>
                      </c:pt>
                      <c:pt idx="774" formatCode="h:mm:ss">
                        <c:v>0.57204861111111116</c:v>
                      </c:pt>
                      <c:pt idx="775" formatCode="h:mm:ss">
                        <c:v>0.57222222222222219</c:v>
                      </c:pt>
                      <c:pt idx="776" formatCode="h:mm:ss">
                        <c:v>0.57239583333333333</c:v>
                      </c:pt>
                      <c:pt idx="777" formatCode="h:mm:ss">
                        <c:v>0.57256944444444446</c:v>
                      </c:pt>
                      <c:pt idx="778" formatCode="h:mm:ss">
                        <c:v>0.5727430555555556</c:v>
                      </c:pt>
                      <c:pt idx="779" formatCode="h:mm:ss">
                        <c:v>0.57291666666666663</c:v>
                      </c:pt>
                      <c:pt idx="780" formatCode="h:mm:ss">
                        <c:v>0.57309027777777777</c:v>
                      </c:pt>
                      <c:pt idx="781" formatCode="h:mm:ss">
                        <c:v>0.57326388888888891</c:v>
                      </c:pt>
                      <c:pt idx="782" formatCode="h:mm:ss">
                        <c:v>0.57343750000000004</c:v>
                      </c:pt>
                      <c:pt idx="783" formatCode="h:mm:ss">
                        <c:v>0.57361111111111107</c:v>
                      </c:pt>
                      <c:pt idx="784" formatCode="h:mm:ss">
                        <c:v>0.57378472222222221</c:v>
                      </c:pt>
                      <c:pt idx="785" formatCode="h:mm:ss">
                        <c:v>0.57395833333333335</c:v>
                      </c:pt>
                      <c:pt idx="786" formatCode="h:mm:ss">
                        <c:v>0.57413194444444449</c:v>
                      </c:pt>
                      <c:pt idx="787" formatCode="h:mm:ss">
                        <c:v>0.57430555555555551</c:v>
                      </c:pt>
                      <c:pt idx="788" formatCode="h:mm:ss">
                        <c:v>0.57447916666666665</c:v>
                      </c:pt>
                      <c:pt idx="789" formatCode="h:mm:ss">
                        <c:v>0.57465277777777779</c:v>
                      </c:pt>
                      <c:pt idx="790" formatCode="h:mm:ss">
                        <c:v>0.57482638888888893</c:v>
                      </c:pt>
                      <c:pt idx="791" formatCode="h:mm:ss">
                        <c:v>0.57499999999999996</c:v>
                      </c:pt>
                      <c:pt idx="792" formatCode="h:mm:ss">
                        <c:v>0.57517361111111109</c:v>
                      </c:pt>
                      <c:pt idx="793" formatCode="h:mm:ss">
                        <c:v>0.57534722222222223</c:v>
                      </c:pt>
                      <c:pt idx="794" formatCode="h:mm:ss">
                        <c:v>0.57552083333333337</c:v>
                      </c:pt>
                      <c:pt idx="795" formatCode="h:mm:ss">
                        <c:v>0.5756944444444444</c:v>
                      </c:pt>
                      <c:pt idx="796" formatCode="h:mm:ss">
                        <c:v>0.57586805555555554</c:v>
                      </c:pt>
                      <c:pt idx="797" formatCode="h:mm:ss">
                        <c:v>0.57604166666666667</c:v>
                      </c:pt>
                      <c:pt idx="798" formatCode="h:mm:ss">
                        <c:v>0.57621527777777781</c:v>
                      </c:pt>
                      <c:pt idx="799" formatCode="h:mm:ss">
                        <c:v>0.57638888888888884</c:v>
                      </c:pt>
                      <c:pt idx="800" formatCode="h:mm:ss">
                        <c:v>0.57656249999999998</c:v>
                      </c:pt>
                      <c:pt idx="801" formatCode="h:mm:ss">
                        <c:v>0.57673611111111112</c:v>
                      </c:pt>
                      <c:pt idx="802" formatCode="h:mm:ss">
                        <c:v>0.57690972222222225</c:v>
                      </c:pt>
                      <c:pt idx="803" formatCode="h:mm:ss">
                        <c:v>0.57708333333333328</c:v>
                      </c:pt>
                      <c:pt idx="804" formatCode="h:mm:ss">
                        <c:v>0.57725694444444442</c:v>
                      </c:pt>
                      <c:pt idx="805" formatCode="h:mm:ss">
                        <c:v>0.57743055555555556</c:v>
                      </c:pt>
                      <c:pt idx="806" formatCode="h:mm:ss">
                        <c:v>0.5776041666666667</c:v>
                      </c:pt>
                      <c:pt idx="807" formatCode="h:mm:ss">
                        <c:v>0.57777777777777772</c:v>
                      </c:pt>
                      <c:pt idx="808" formatCode="h:mm:ss">
                        <c:v>0.57795138888888886</c:v>
                      </c:pt>
                      <c:pt idx="809" formatCode="h:mm:ss">
                        <c:v>0.578125</c:v>
                      </c:pt>
                      <c:pt idx="810" formatCode="h:mm:ss">
                        <c:v>0.57829861111111114</c:v>
                      </c:pt>
                      <c:pt idx="811" formatCode="h:mm:ss">
                        <c:v>0.57847222222222228</c:v>
                      </c:pt>
                      <c:pt idx="812" formatCode="h:mm:ss">
                        <c:v>0.5786458333333333</c:v>
                      </c:pt>
                      <c:pt idx="813" formatCode="h:mm:ss">
                        <c:v>0.57881944444444444</c:v>
                      </c:pt>
                      <c:pt idx="814" formatCode="h:mm:ss">
                        <c:v>0.57899305555555558</c:v>
                      </c:pt>
                      <c:pt idx="815" formatCode="h:mm:ss">
                        <c:v>0.57916666666666672</c:v>
                      </c:pt>
                      <c:pt idx="816" formatCode="h:mm:ss">
                        <c:v>0.57934027777777775</c:v>
                      </c:pt>
                      <c:pt idx="817" formatCode="h:mm:ss">
                        <c:v>0.57951388888888888</c:v>
                      </c:pt>
                      <c:pt idx="818" formatCode="h:mm:ss">
                        <c:v>0.57968750000000002</c:v>
                      </c:pt>
                      <c:pt idx="819" formatCode="h:mm:ss">
                        <c:v>0.57986111111111116</c:v>
                      </c:pt>
                      <c:pt idx="820" formatCode="h:mm:ss">
                        <c:v>0.58003472222222219</c:v>
                      </c:pt>
                      <c:pt idx="821" formatCode="h:mm:ss">
                        <c:v>0.58020833333333333</c:v>
                      </c:pt>
                      <c:pt idx="822" formatCode="h:mm:ss">
                        <c:v>0.58038194444444446</c:v>
                      </c:pt>
                      <c:pt idx="823" formatCode="h:mm:ss">
                        <c:v>0.5805555555555556</c:v>
                      </c:pt>
                      <c:pt idx="824" formatCode="h:mm:ss">
                        <c:v>0.58072916666666663</c:v>
                      </c:pt>
                      <c:pt idx="825" formatCode="h:mm:ss">
                        <c:v>0.58090277777777777</c:v>
                      </c:pt>
                      <c:pt idx="826" formatCode="h:mm:ss">
                        <c:v>0.58107638888888891</c:v>
                      </c:pt>
                      <c:pt idx="827" formatCode="h:mm:ss">
                        <c:v>0.58125000000000004</c:v>
                      </c:pt>
                      <c:pt idx="828" formatCode="h:mm:ss">
                        <c:v>0.58142361111111107</c:v>
                      </c:pt>
                      <c:pt idx="829" formatCode="h:mm:ss">
                        <c:v>0.58159722222222221</c:v>
                      </c:pt>
                      <c:pt idx="830" formatCode="h:mm:ss">
                        <c:v>0.58177083333333335</c:v>
                      </c:pt>
                      <c:pt idx="831" formatCode="h:mm:ss">
                        <c:v>0.58194444444444449</c:v>
                      </c:pt>
                      <c:pt idx="832" formatCode="h:mm:ss">
                        <c:v>0.58211805555555551</c:v>
                      </c:pt>
                      <c:pt idx="833" formatCode="h:mm:ss">
                        <c:v>0.58229166666666665</c:v>
                      </c:pt>
                      <c:pt idx="834" formatCode="h:mm:ss">
                        <c:v>0.58246527777777779</c:v>
                      </c:pt>
                      <c:pt idx="835" formatCode="h:mm:ss">
                        <c:v>0.58263888888888893</c:v>
                      </c:pt>
                      <c:pt idx="836" formatCode="h:mm:ss">
                        <c:v>0.58281249999999996</c:v>
                      </c:pt>
                      <c:pt idx="837" formatCode="h:mm:ss">
                        <c:v>0.58298611111111109</c:v>
                      </c:pt>
                      <c:pt idx="838" formatCode="h:mm:ss">
                        <c:v>0.58315972222222223</c:v>
                      </c:pt>
                      <c:pt idx="839" formatCode="h:mm:ss">
                        <c:v>0.58333333333333337</c:v>
                      </c:pt>
                      <c:pt idx="840" formatCode="h:mm:ss">
                        <c:v>0.5835069444444444</c:v>
                      </c:pt>
                      <c:pt idx="841" formatCode="h:mm:ss">
                        <c:v>0.58368055555555554</c:v>
                      </c:pt>
                      <c:pt idx="842" formatCode="h:mm:ss">
                        <c:v>0.58385416666666667</c:v>
                      </c:pt>
                      <c:pt idx="843" formatCode="h:mm:ss">
                        <c:v>0.58402777777777781</c:v>
                      </c:pt>
                      <c:pt idx="844" formatCode="h:mm:ss">
                        <c:v>0.58420138888888884</c:v>
                      </c:pt>
                      <c:pt idx="845" formatCode="h:mm:ss">
                        <c:v>0.58437499999999998</c:v>
                      </c:pt>
                      <c:pt idx="846" formatCode="h:mm:ss">
                        <c:v>0.58454861111111112</c:v>
                      </c:pt>
                      <c:pt idx="847" formatCode="h:mm:ss">
                        <c:v>0.58472222222222225</c:v>
                      </c:pt>
                      <c:pt idx="848" formatCode="h:mm:ss">
                        <c:v>0.58489583333333328</c:v>
                      </c:pt>
                      <c:pt idx="849" formatCode="h:mm:ss">
                        <c:v>0.58506944444444442</c:v>
                      </c:pt>
                      <c:pt idx="850" formatCode="h:mm:ss">
                        <c:v>0.58524305555555556</c:v>
                      </c:pt>
                      <c:pt idx="851" formatCode="h:mm:ss">
                        <c:v>0.5854166666666667</c:v>
                      </c:pt>
                      <c:pt idx="852" formatCode="h:mm:ss">
                        <c:v>0.58559027777777772</c:v>
                      </c:pt>
                      <c:pt idx="853" formatCode="h:mm:ss">
                        <c:v>0.58576388888888886</c:v>
                      </c:pt>
                      <c:pt idx="854" formatCode="h:mm:ss">
                        <c:v>0.5859375</c:v>
                      </c:pt>
                      <c:pt idx="855" formatCode="h:mm:ss">
                        <c:v>0.58611111111111114</c:v>
                      </c:pt>
                      <c:pt idx="856" formatCode="h:mm:ss">
                        <c:v>0.58628472222222228</c:v>
                      </c:pt>
                      <c:pt idx="857" formatCode="h:mm:ss">
                        <c:v>0.5864583333333333</c:v>
                      </c:pt>
                      <c:pt idx="858" formatCode="h:mm:ss">
                        <c:v>0.58663194444444444</c:v>
                      </c:pt>
                      <c:pt idx="859" formatCode="h:mm:ss">
                        <c:v>0.58680555555555558</c:v>
                      </c:pt>
                      <c:pt idx="860" formatCode="h:mm:ss">
                        <c:v>0.58697916666666672</c:v>
                      </c:pt>
                      <c:pt idx="861" formatCode="h:mm:ss">
                        <c:v>0.58715277777777775</c:v>
                      </c:pt>
                      <c:pt idx="862" formatCode="h:mm:ss">
                        <c:v>0.58732638888888888</c:v>
                      </c:pt>
                      <c:pt idx="863" formatCode="h:mm:ss">
                        <c:v>0.58750000000000002</c:v>
                      </c:pt>
                      <c:pt idx="864" formatCode="h:mm:ss">
                        <c:v>0.58767361111111116</c:v>
                      </c:pt>
                      <c:pt idx="865" formatCode="h:mm:ss">
                        <c:v>0.58784722222222219</c:v>
                      </c:pt>
                      <c:pt idx="866" formatCode="h:mm:ss">
                        <c:v>0.58802083333333333</c:v>
                      </c:pt>
                      <c:pt idx="867" formatCode="h:mm:ss">
                        <c:v>0.58819444444444446</c:v>
                      </c:pt>
                      <c:pt idx="868" formatCode="h:mm:ss">
                        <c:v>0.5883680555555556</c:v>
                      </c:pt>
                      <c:pt idx="869" formatCode="h:mm:ss">
                        <c:v>0.58854166666666663</c:v>
                      </c:pt>
                      <c:pt idx="870" formatCode="h:mm:ss">
                        <c:v>0.58871527777777777</c:v>
                      </c:pt>
                      <c:pt idx="871" formatCode="h:mm:ss">
                        <c:v>0.58888888888888891</c:v>
                      </c:pt>
                      <c:pt idx="872" formatCode="h:mm:ss">
                        <c:v>0.58906250000000004</c:v>
                      </c:pt>
                      <c:pt idx="873" formatCode="h:mm:ss">
                        <c:v>0.58923611111111107</c:v>
                      </c:pt>
                      <c:pt idx="874" formatCode="h:mm:ss">
                        <c:v>0.58940972222222221</c:v>
                      </c:pt>
                      <c:pt idx="875" formatCode="h:mm:ss">
                        <c:v>0.58958333333333335</c:v>
                      </c:pt>
                      <c:pt idx="876" formatCode="h:mm:ss">
                        <c:v>0.58975694444444449</c:v>
                      </c:pt>
                      <c:pt idx="877" formatCode="h:mm:ss">
                        <c:v>0.58993055555555551</c:v>
                      </c:pt>
                      <c:pt idx="878" formatCode="h:mm:ss">
                        <c:v>0.59010416666666665</c:v>
                      </c:pt>
                      <c:pt idx="879" formatCode="h:mm:ss">
                        <c:v>0.59027777777777779</c:v>
                      </c:pt>
                      <c:pt idx="880" formatCode="h:mm:ss">
                        <c:v>0.59045138888888893</c:v>
                      </c:pt>
                      <c:pt idx="881" formatCode="h:mm:ss">
                        <c:v>0.59062499999999996</c:v>
                      </c:pt>
                      <c:pt idx="882" formatCode="h:mm:ss">
                        <c:v>0.59079861111111109</c:v>
                      </c:pt>
                      <c:pt idx="883" formatCode="h:mm:ss">
                        <c:v>0.59097222222222223</c:v>
                      </c:pt>
                      <c:pt idx="884" formatCode="h:mm:ss">
                        <c:v>0.59114583333333337</c:v>
                      </c:pt>
                      <c:pt idx="885" formatCode="h:mm:ss">
                        <c:v>0.5913194444444444</c:v>
                      </c:pt>
                      <c:pt idx="886" formatCode="h:mm:ss">
                        <c:v>0.59149305555555554</c:v>
                      </c:pt>
                      <c:pt idx="887" formatCode="h:mm:ss">
                        <c:v>0.59166666666666667</c:v>
                      </c:pt>
                      <c:pt idx="888" formatCode="h:mm:ss">
                        <c:v>0.59184027777777781</c:v>
                      </c:pt>
                      <c:pt idx="889" formatCode="h:mm:ss">
                        <c:v>0.59201388888888884</c:v>
                      </c:pt>
                      <c:pt idx="890" formatCode="h:mm:ss">
                        <c:v>0.59218749999999998</c:v>
                      </c:pt>
                      <c:pt idx="891" formatCode="h:mm:ss">
                        <c:v>0.59236111111111112</c:v>
                      </c:pt>
                      <c:pt idx="892" formatCode="h:mm:ss">
                        <c:v>0.59253472222222225</c:v>
                      </c:pt>
                      <c:pt idx="893" formatCode="h:mm:ss">
                        <c:v>0.59270833333333328</c:v>
                      </c:pt>
                      <c:pt idx="894" formatCode="h:mm:ss">
                        <c:v>0.59288194444444442</c:v>
                      </c:pt>
                      <c:pt idx="895" formatCode="h:mm:ss">
                        <c:v>0.59305555555555556</c:v>
                      </c:pt>
                      <c:pt idx="896" formatCode="h:mm:ss">
                        <c:v>0.5932291666666667</c:v>
                      </c:pt>
                      <c:pt idx="897" formatCode="h:mm:ss">
                        <c:v>0.59340277777777772</c:v>
                      </c:pt>
                      <c:pt idx="898" formatCode="h:mm:ss">
                        <c:v>0.59357638888888886</c:v>
                      </c:pt>
                      <c:pt idx="899" formatCode="h:mm:ss">
                        <c:v>0.59375</c:v>
                      </c:pt>
                      <c:pt idx="900" formatCode="h:mm:ss">
                        <c:v>0.59392361111111114</c:v>
                      </c:pt>
                      <c:pt idx="901" formatCode="h:mm:ss">
                        <c:v>0.59409722222222228</c:v>
                      </c:pt>
                      <c:pt idx="902" formatCode="h:mm:ss">
                        <c:v>0.5942708333333333</c:v>
                      </c:pt>
                      <c:pt idx="903" formatCode="h:mm:ss">
                        <c:v>0.59444444444444444</c:v>
                      </c:pt>
                      <c:pt idx="904" formatCode="h:mm:ss">
                        <c:v>0.59461805555555558</c:v>
                      </c:pt>
                      <c:pt idx="905" formatCode="h:mm:ss">
                        <c:v>0.59479166666666672</c:v>
                      </c:pt>
                      <c:pt idx="906" formatCode="h:mm:ss">
                        <c:v>0.59496527777777775</c:v>
                      </c:pt>
                      <c:pt idx="907" formatCode="h:mm:ss">
                        <c:v>0.59513888888888888</c:v>
                      </c:pt>
                      <c:pt idx="908" formatCode="h:mm:ss">
                        <c:v>0.59531250000000002</c:v>
                      </c:pt>
                      <c:pt idx="909" formatCode="h:mm:ss">
                        <c:v>0.59548611111111116</c:v>
                      </c:pt>
                      <c:pt idx="910" formatCode="h:mm:ss">
                        <c:v>0.59565972222222219</c:v>
                      </c:pt>
                      <c:pt idx="911" formatCode="h:mm:ss">
                        <c:v>0.59583333333333333</c:v>
                      </c:pt>
                      <c:pt idx="912" formatCode="h:mm:ss">
                        <c:v>0.59600694444444446</c:v>
                      </c:pt>
                      <c:pt idx="913" formatCode="h:mm:ss">
                        <c:v>0.5961805555555556</c:v>
                      </c:pt>
                      <c:pt idx="914" formatCode="h:mm:ss">
                        <c:v>0.59635416666666663</c:v>
                      </c:pt>
                      <c:pt idx="915" formatCode="h:mm:ss">
                        <c:v>0.59652777777777777</c:v>
                      </c:pt>
                      <c:pt idx="916" formatCode="h:mm:ss">
                        <c:v>0.59670138888888891</c:v>
                      </c:pt>
                      <c:pt idx="917" formatCode="h:mm:ss">
                        <c:v>0.59687500000000004</c:v>
                      </c:pt>
                      <c:pt idx="918" formatCode="h:mm:ss">
                        <c:v>0.59704861111111107</c:v>
                      </c:pt>
                      <c:pt idx="919" formatCode="h:mm:ss">
                        <c:v>0.59722222222222221</c:v>
                      </c:pt>
                      <c:pt idx="920" formatCode="h:mm:ss">
                        <c:v>0.59739583333333335</c:v>
                      </c:pt>
                      <c:pt idx="921" formatCode="h:mm:ss">
                        <c:v>0.59756944444444449</c:v>
                      </c:pt>
                      <c:pt idx="922" formatCode="h:mm:ss">
                        <c:v>0.59774305555555551</c:v>
                      </c:pt>
                      <c:pt idx="923" formatCode="h:mm:ss">
                        <c:v>0.59791666666666665</c:v>
                      </c:pt>
                      <c:pt idx="924" formatCode="h:mm:ss">
                        <c:v>0.59809027777777779</c:v>
                      </c:pt>
                      <c:pt idx="925" formatCode="h:mm:ss">
                        <c:v>0.59826388888888893</c:v>
                      </c:pt>
                      <c:pt idx="926" formatCode="h:mm:ss">
                        <c:v>0.59843749999999996</c:v>
                      </c:pt>
                      <c:pt idx="927" formatCode="h:mm:ss">
                        <c:v>0.59861111111111109</c:v>
                      </c:pt>
                      <c:pt idx="928" formatCode="h:mm:ss">
                        <c:v>0.59878472222222223</c:v>
                      </c:pt>
                      <c:pt idx="929" formatCode="h:mm:ss">
                        <c:v>0.59895833333333337</c:v>
                      </c:pt>
                      <c:pt idx="930" formatCode="h:mm:ss">
                        <c:v>0.5991319444444444</c:v>
                      </c:pt>
                      <c:pt idx="931" formatCode="h:mm:ss">
                        <c:v>0.59930555555555554</c:v>
                      </c:pt>
                      <c:pt idx="932" formatCode="h:mm:ss">
                        <c:v>0.59947916666666667</c:v>
                      </c:pt>
                      <c:pt idx="933" formatCode="h:mm:ss">
                        <c:v>0.59965277777777781</c:v>
                      </c:pt>
                      <c:pt idx="934" formatCode="h:mm:ss">
                        <c:v>0.59982638888888884</c:v>
                      </c:pt>
                      <c:pt idx="935" formatCode="h:mm:ss">
                        <c:v>0.6</c:v>
                      </c:pt>
                      <c:pt idx="936" formatCode="h:mm:ss">
                        <c:v>0.60017361111111112</c:v>
                      </c:pt>
                      <c:pt idx="937" formatCode="h:mm:ss">
                        <c:v>0.60034722222222225</c:v>
                      </c:pt>
                      <c:pt idx="938" formatCode="h:mm:ss">
                        <c:v>0.60052083333333328</c:v>
                      </c:pt>
                      <c:pt idx="939" formatCode="h:mm:ss">
                        <c:v>0.60069444444444442</c:v>
                      </c:pt>
                      <c:pt idx="940" formatCode="h:mm:ss">
                        <c:v>0.60086805555555556</c:v>
                      </c:pt>
                      <c:pt idx="941" formatCode="h:mm:ss">
                        <c:v>0.6010416666666667</c:v>
                      </c:pt>
                      <c:pt idx="942" formatCode="h:mm:ss">
                        <c:v>0.60121527777777772</c:v>
                      </c:pt>
                      <c:pt idx="943" formatCode="h:mm:ss">
                        <c:v>0.60138888888888886</c:v>
                      </c:pt>
                      <c:pt idx="944" formatCode="h:mm:ss">
                        <c:v>0.6015625</c:v>
                      </c:pt>
                      <c:pt idx="945" formatCode="h:mm:ss">
                        <c:v>0.60173611111111114</c:v>
                      </c:pt>
                      <c:pt idx="946" formatCode="h:mm:ss">
                        <c:v>0.60190972222222228</c:v>
                      </c:pt>
                      <c:pt idx="947" formatCode="h:mm:ss">
                        <c:v>0.6020833333333333</c:v>
                      </c:pt>
                      <c:pt idx="948" formatCode="h:mm:ss">
                        <c:v>0.60225694444444444</c:v>
                      </c:pt>
                      <c:pt idx="949" formatCode="h:mm:ss">
                        <c:v>0.60243055555555558</c:v>
                      </c:pt>
                      <c:pt idx="950" formatCode="h:mm:ss">
                        <c:v>0.60260416666666672</c:v>
                      </c:pt>
                      <c:pt idx="951" formatCode="h:mm:ss">
                        <c:v>0.60277777777777775</c:v>
                      </c:pt>
                      <c:pt idx="952" formatCode="h:mm:ss">
                        <c:v>0.60295138888888888</c:v>
                      </c:pt>
                      <c:pt idx="953" formatCode="h:mm:ss">
                        <c:v>0.60312500000000002</c:v>
                      </c:pt>
                      <c:pt idx="954" formatCode="h:mm:ss">
                        <c:v>0.60329861111111116</c:v>
                      </c:pt>
                      <c:pt idx="955" formatCode="h:mm:ss">
                        <c:v>0.60347222222222219</c:v>
                      </c:pt>
                      <c:pt idx="956" formatCode="h:mm:ss">
                        <c:v>0.60364583333333333</c:v>
                      </c:pt>
                      <c:pt idx="957" formatCode="h:mm:ss">
                        <c:v>0.60381944444444446</c:v>
                      </c:pt>
                      <c:pt idx="958" formatCode="h:mm:ss">
                        <c:v>0.6039930555555556</c:v>
                      </c:pt>
                      <c:pt idx="959" formatCode="h:mm:ss">
                        <c:v>0.60416666666666663</c:v>
                      </c:pt>
                      <c:pt idx="960" formatCode="h:mm:ss">
                        <c:v>0.60434027777777777</c:v>
                      </c:pt>
                      <c:pt idx="961" formatCode="h:mm:ss">
                        <c:v>0.60451388888888891</c:v>
                      </c:pt>
                      <c:pt idx="962" formatCode="h:mm:ss">
                        <c:v>0.60468750000000004</c:v>
                      </c:pt>
                      <c:pt idx="963" formatCode="h:mm:ss">
                        <c:v>0.60486111111111107</c:v>
                      </c:pt>
                      <c:pt idx="964" formatCode="h:mm:ss">
                        <c:v>0.60503472222222221</c:v>
                      </c:pt>
                      <c:pt idx="965" formatCode="h:mm:ss">
                        <c:v>0.60520833333333335</c:v>
                      </c:pt>
                      <c:pt idx="966" formatCode="h:mm:ss">
                        <c:v>0.60538194444444449</c:v>
                      </c:pt>
                      <c:pt idx="967" formatCode="h:mm:ss">
                        <c:v>0.60555555555555551</c:v>
                      </c:pt>
                      <c:pt idx="968" formatCode="h:mm:ss">
                        <c:v>0.60572916666666665</c:v>
                      </c:pt>
                      <c:pt idx="969" formatCode="h:mm:ss">
                        <c:v>0.60590277777777779</c:v>
                      </c:pt>
                      <c:pt idx="970" formatCode="h:mm:ss">
                        <c:v>0.60607638888888893</c:v>
                      </c:pt>
                      <c:pt idx="971" formatCode="h:mm:ss">
                        <c:v>0.60624999999999996</c:v>
                      </c:pt>
                      <c:pt idx="972" formatCode="h:mm:ss">
                        <c:v>0.60642361111111109</c:v>
                      </c:pt>
                      <c:pt idx="973" formatCode="h:mm:ss">
                        <c:v>0.60659722222222223</c:v>
                      </c:pt>
                      <c:pt idx="974" formatCode="h:mm:ss">
                        <c:v>0.60677083333333337</c:v>
                      </c:pt>
                      <c:pt idx="975" formatCode="h:mm:ss">
                        <c:v>0.6069444444444444</c:v>
                      </c:pt>
                      <c:pt idx="976" formatCode="h:mm:ss">
                        <c:v>0.60711805555555554</c:v>
                      </c:pt>
                      <c:pt idx="977" formatCode="h:mm:ss">
                        <c:v>0.60729166666666667</c:v>
                      </c:pt>
                      <c:pt idx="978" formatCode="h:mm:ss">
                        <c:v>0.60746527777777781</c:v>
                      </c:pt>
                      <c:pt idx="979" formatCode="h:mm:ss">
                        <c:v>0.60763888888888884</c:v>
                      </c:pt>
                      <c:pt idx="980" formatCode="h:mm:ss">
                        <c:v>0.60781249999999998</c:v>
                      </c:pt>
                      <c:pt idx="981" formatCode="h:mm:ss">
                        <c:v>0.60798611111111112</c:v>
                      </c:pt>
                      <c:pt idx="982" formatCode="h:mm:ss">
                        <c:v>0.60815972222222225</c:v>
                      </c:pt>
                      <c:pt idx="983" formatCode="h:mm:ss">
                        <c:v>0.60833333333333328</c:v>
                      </c:pt>
                      <c:pt idx="984" formatCode="h:mm:ss">
                        <c:v>0.60850694444444442</c:v>
                      </c:pt>
                      <c:pt idx="985" formatCode="h:mm:ss">
                        <c:v>0.60868055555555556</c:v>
                      </c:pt>
                      <c:pt idx="986" formatCode="h:mm:ss">
                        <c:v>0.6088541666666667</c:v>
                      </c:pt>
                      <c:pt idx="987" formatCode="h:mm:ss">
                        <c:v>0.60902777777777772</c:v>
                      </c:pt>
                      <c:pt idx="988" formatCode="h:mm:ss">
                        <c:v>0.60920138888888886</c:v>
                      </c:pt>
                      <c:pt idx="989" formatCode="h:mm:ss">
                        <c:v>0.609375</c:v>
                      </c:pt>
                      <c:pt idx="990" formatCode="h:mm:ss">
                        <c:v>0.60954861111111114</c:v>
                      </c:pt>
                      <c:pt idx="991" formatCode="h:mm:ss">
                        <c:v>0.60972222222222228</c:v>
                      </c:pt>
                      <c:pt idx="992" formatCode="h:mm:ss">
                        <c:v>0.6098958333333333</c:v>
                      </c:pt>
                      <c:pt idx="993" formatCode="h:mm:ss">
                        <c:v>0.61006944444444444</c:v>
                      </c:pt>
                      <c:pt idx="994" formatCode="h:mm:ss">
                        <c:v>0.61024305555555558</c:v>
                      </c:pt>
                      <c:pt idx="995" formatCode="h:mm:ss">
                        <c:v>0.61041666666666672</c:v>
                      </c:pt>
                      <c:pt idx="996" formatCode="h:mm:ss">
                        <c:v>0.61059027777777775</c:v>
                      </c:pt>
                      <c:pt idx="997" formatCode="h:mm:ss">
                        <c:v>0.61076388888888888</c:v>
                      </c:pt>
                      <c:pt idx="998" formatCode="h:mm:ss">
                        <c:v>0.61093750000000002</c:v>
                      </c:pt>
                      <c:pt idx="999" formatCode="h:mm:ss">
                        <c:v>0.61111111111111116</c:v>
                      </c:pt>
                      <c:pt idx="1000" formatCode="h:mm:ss">
                        <c:v>0.61128472222222219</c:v>
                      </c:pt>
                      <c:pt idx="1001" formatCode="h:mm:ss">
                        <c:v>0.61145833333333333</c:v>
                      </c:pt>
                      <c:pt idx="1002" formatCode="h:mm:ss">
                        <c:v>0.61163194444444446</c:v>
                      </c:pt>
                      <c:pt idx="1003" formatCode="h:mm:ss">
                        <c:v>0.6118055555555556</c:v>
                      </c:pt>
                      <c:pt idx="1004" formatCode="h:mm:ss">
                        <c:v>0.61197916666666663</c:v>
                      </c:pt>
                      <c:pt idx="1005" formatCode="h:mm:ss">
                        <c:v>0.61215277777777777</c:v>
                      </c:pt>
                      <c:pt idx="1006" formatCode="h:mm:ss">
                        <c:v>0.61232638888888891</c:v>
                      </c:pt>
                      <c:pt idx="1007" formatCode="h:mm:ss">
                        <c:v>0.61250000000000004</c:v>
                      </c:pt>
                      <c:pt idx="1008" formatCode="h:mm:ss">
                        <c:v>0.61267361111111107</c:v>
                      </c:pt>
                      <c:pt idx="1009" formatCode="h:mm:ss">
                        <c:v>0.61284722222222221</c:v>
                      </c:pt>
                      <c:pt idx="1010" formatCode="h:mm:ss">
                        <c:v>0.61302083333333335</c:v>
                      </c:pt>
                      <c:pt idx="1011" formatCode="h:mm:ss">
                        <c:v>0.61319444444444449</c:v>
                      </c:pt>
                      <c:pt idx="1012" formatCode="h:mm:ss">
                        <c:v>0.61336805555555551</c:v>
                      </c:pt>
                      <c:pt idx="1013" formatCode="h:mm:ss">
                        <c:v>0.61354166666666665</c:v>
                      </c:pt>
                      <c:pt idx="1014" formatCode="h:mm:ss">
                        <c:v>0.61371527777777779</c:v>
                      </c:pt>
                      <c:pt idx="1015" formatCode="h:mm:ss">
                        <c:v>0.61388888888888893</c:v>
                      </c:pt>
                      <c:pt idx="1016" formatCode="h:mm:ss">
                        <c:v>0.61406249999999996</c:v>
                      </c:pt>
                      <c:pt idx="1017" formatCode="h:mm:ss">
                        <c:v>0.61423611111111109</c:v>
                      </c:pt>
                      <c:pt idx="1018" formatCode="h:mm:ss">
                        <c:v>0.61440972222222223</c:v>
                      </c:pt>
                      <c:pt idx="1019" formatCode="h:mm:ss">
                        <c:v>0.61458333333333337</c:v>
                      </c:pt>
                      <c:pt idx="1020" formatCode="h:mm:ss">
                        <c:v>0.6147569444444444</c:v>
                      </c:pt>
                      <c:pt idx="1021" formatCode="h:mm:ss">
                        <c:v>0.61493055555555554</c:v>
                      </c:pt>
                      <c:pt idx="1022" formatCode="h:mm:ss">
                        <c:v>0.61510416666666667</c:v>
                      </c:pt>
                      <c:pt idx="1023" formatCode="h:mm:ss">
                        <c:v>0.61527777777777781</c:v>
                      </c:pt>
                      <c:pt idx="1024" formatCode="h:mm:ss">
                        <c:v>0.61545138888888884</c:v>
                      </c:pt>
                      <c:pt idx="1025" formatCode="h:mm:ss">
                        <c:v>0.61562499999999998</c:v>
                      </c:pt>
                      <c:pt idx="1026" formatCode="h:mm:ss">
                        <c:v>0.61579861111111112</c:v>
                      </c:pt>
                      <c:pt idx="1027" formatCode="h:mm:ss">
                        <c:v>0.61597222222222225</c:v>
                      </c:pt>
                      <c:pt idx="1028" formatCode="h:mm:ss">
                        <c:v>0.61614583333333328</c:v>
                      </c:pt>
                      <c:pt idx="1029" formatCode="h:mm:ss">
                        <c:v>0.61631944444444442</c:v>
                      </c:pt>
                      <c:pt idx="1030" formatCode="h:mm:ss">
                        <c:v>0.61649305555555556</c:v>
                      </c:pt>
                      <c:pt idx="1031" formatCode="h:mm:ss">
                        <c:v>0.6166666666666667</c:v>
                      </c:pt>
                      <c:pt idx="1032" formatCode="h:mm:ss">
                        <c:v>0.61684027777777772</c:v>
                      </c:pt>
                      <c:pt idx="1033" formatCode="h:mm:ss">
                        <c:v>0.61701388888888886</c:v>
                      </c:pt>
                      <c:pt idx="1034" formatCode="h:mm:ss">
                        <c:v>0.6171875</c:v>
                      </c:pt>
                      <c:pt idx="1035" formatCode="h:mm:ss">
                        <c:v>0.61736111111111114</c:v>
                      </c:pt>
                      <c:pt idx="1036" formatCode="h:mm:ss">
                        <c:v>0.61753472222222228</c:v>
                      </c:pt>
                      <c:pt idx="1037" formatCode="h:mm:ss">
                        <c:v>0.6177083333333333</c:v>
                      </c:pt>
                      <c:pt idx="1038" formatCode="h:mm:ss">
                        <c:v>0.61788194444444444</c:v>
                      </c:pt>
                      <c:pt idx="1039" formatCode="h:mm:ss">
                        <c:v>0.61805555555555558</c:v>
                      </c:pt>
                      <c:pt idx="1040" formatCode="h:mm:ss">
                        <c:v>0.61822916666666672</c:v>
                      </c:pt>
                      <c:pt idx="1041" formatCode="h:mm:ss">
                        <c:v>0.61840277777777775</c:v>
                      </c:pt>
                      <c:pt idx="1042" formatCode="h:mm:ss">
                        <c:v>0.61857638888888888</c:v>
                      </c:pt>
                      <c:pt idx="1043" formatCode="h:mm:ss">
                        <c:v>0.61875000000000002</c:v>
                      </c:pt>
                      <c:pt idx="1044" formatCode="h:mm:ss">
                        <c:v>0.61892361111111116</c:v>
                      </c:pt>
                      <c:pt idx="1045" formatCode="h:mm:ss">
                        <c:v>0.61909722222222219</c:v>
                      </c:pt>
                      <c:pt idx="1046" formatCode="h:mm:ss">
                        <c:v>0.61927083333333333</c:v>
                      </c:pt>
                      <c:pt idx="1047" formatCode="h:mm:ss">
                        <c:v>0.61944444444444446</c:v>
                      </c:pt>
                      <c:pt idx="1048" formatCode="h:mm:ss">
                        <c:v>0.6196180555555556</c:v>
                      </c:pt>
                      <c:pt idx="1049" formatCode="h:mm:ss">
                        <c:v>0.61979166666666663</c:v>
                      </c:pt>
                      <c:pt idx="1050" formatCode="h:mm:ss">
                        <c:v>0.61996527777777777</c:v>
                      </c:pt>
                      <c:pt idx="1051" formatCode="h:mm:ss">
                        <c:v>0.62013888888888891</c:v>
                      </c:pt>
                      <c:pt idx="1052" formatCode="h:mm:ss">
                        <c:v>0.62031250000000004</c:v>
                      </c:pt>
                      <c:pt idx="1053" formatCode="h:mm:ss">
                        <c:v>0.62048611111111107</c:v>
                      </c:pt>
                      <c:pt idx="1054" formatCode="h:mm:ss">
                        <c:v>0.62065972222222221</c:v>
                      </c:pt>
                      <c:pt idx="1055" formatCode="h:mm:ss">
                        <c:v>0.62083333333333335</c:v>
                      </c:pt>
                      <c:pt idx="1056" formatCode="h:mm:ss">
                        <c:v>0.62100694444444449</c:v>
                      </c:pt>
                      <c:pt idx="1057" formatCode="h:mm:ss">
                        <c:v>0.62118055555555551</c:v>
                      </c:pt>
                      <c:pt idx="1058" formatCode="h:mm:ss">
                        <c:v>0.62135416666666665</c:v>
                      </c:pt>
                      <c:pt idx="1059" formatCode="h:mm:ss">
                        <c:v>0.62152777777777779</c:v>
                      </c:pt>
                      <c:pt idx="1060" formatCode="h:mm:ss">
                        <c:v>0.62170138888888893</c:v>
                      </c:pt>
                      <c:pt idx="1061" formatCode="h:mm:ss">
                        <c:v>0.62187499999999996</c:v>
                      </c:pt>
                      <c:pt idx="1062" formatCode="h:mm:ss">
                        <c:v>0.62204861111111109</c:v>
                      </c:pt>
                      <c:pt idx="1063" formatCode="h:mm:ss">
                        <c:v>0.62222222222222223</c:v>
                      </c:pt>
                      <c:pt idx="1064" formatCode="h:mm:ss">
                        <c:v>0.62239583333333337</c:v>
                      </c:pt>
                      <c:pt idx="1065" formatCode="h:mm:ss">
                        <c:v>0.6225694444444444</c:v>
                      </c:pt>
                      <c:pt idx="1066" formatCode="h:mm:ss">
                        <c:v>0.62274305555555554</c:v>
                      </c:pt>
                      <c:pt idx="1067" formatCode="h:mm:ss">
                        <c:v>0.62291666666666667</c:v>
                      </c:pt>
                      <c:pt idx="1068" formatCode="h:mm:ss">
                        <c:v>0.62309027777777781</c:v>
                      </c:pt>
                      <c:pt idx="1069" formatCode="h:mm:ss">
                        <c:v>0.62326388888888884</c:v>
                      </c:pt>
                      <c:pt idx="1070" formatCode="h:mm:ss">
                        <c:v>0.62343749999999998</c:v>
                      </c:pt>
                      <c:pt idx="1071" formatCode="h:mm:ss">
                        <c:v>0.62361111111111112</c:v>
                      </c:pt>
                      <c:pt idx="1072" formatCode="h:mm:ss">
                        <c:v>0.62378472222222225</c:v>
                      </c:pt>
                      <c:pt idx="1073" formatCode="h:mm:ss">
                        <c:v>0.62395833333333328</c:v>
                      </c:pt>
                      <c:pt idx="1074" formatCode="h:mm:ss">
                        <c:v>0.62413194444444442</c:v>
                      </c:pt>
                      <c:pt idx="1075" formatCode="h:mm:ss">
                        <c:v>0.62430555555555556</c:v>
                      </c:pt>
                      <c:pt idx="1076" formatCode="h:mm:ss">
                        <c:v>0.6244791666666667</c:v>
                      </c:pt>
                      <c:pt idx="1077" formatCode="h:mm:ss">
                        <c:v>0.62465277777777772</c:v>
                      </c:pt>
                      <c:pt idx="1078" formatCode="h:mm:ss">
                        <c:v>0.62482638888888886</c:v>
                      </c:pt>
                      <c:pt idx="1079" formatCode="h:mm:ss">
                        <c:v>0.625</c:v>
                      </c:pt>
                      <c:pt idx="1080" formatCode="h:mm:ss">
                        <c:v>0.62517361111111114</c:v>
                      </c:pt>
                      <c:pt idx="1081" formatCode="h:mm:ss">
                        <c:v>0.62534722222222228</c:v>
                      </c:pt>
                      <c:pt idx="1082" formatCode="h:mm:ss">
                        <c:v>0.6255208333333333</c:v>
                      </c:pt>
                      <c:pt idx="1083" formatCode="h:mm:ss">
                        <c:v>0.62569444444444444</c:v>
                      </c:pt>
                      <c:pt idx="1084" formatCode="h:mm:ss">
                        <c:v>0.62586805555555558</c:v>
                      </c:pt>
                      <c:pt idx="1085" formatCode="h:mm:ss">
                        <c:v>0.62604166666666672</c:v>
                      </c:pt>
                      <c:pt idx="1086" formatCode="h:mm:ss">
                        <c:v>0.62621527777777775</c:v>
                      </c:pt>
                      <c:pt idx="1087" formatCode="h:mm:ss">
                        <c:v>0.62638888888888888</c:v>
                      </c:pt>
                      <c:pt idx="1088" formatCode="h:mm:ss">
                        <c:v>0.62656250000000002</c:v>
                      </c:pt>
                      <c:pt idx="1089" formatCode="h:mm:ss">
                        <c:v>0.62673611111111116</c:v>
                      </c:pt>
                      <c:pt idx="1090" formatCode="h:mm:ss">
                        <c:v>0.62690972222222219</c:v>
                      </c:pt>
                      <c:pt idx="1091" formatCode="h:mm:ss">
                        <c:v>0.62708333333333333</c:v>
                      </c:pt>
                      <c:pt idx="1092" formatCode="h:mm:ss">
                        <c:v>0.62725694444444446</c:v>
                      </c:pt>
                      <c:pt idx="1093" formatCode="h:mm:ss">
                        <c:v>0.6274305555555556</c:v>
                      </c:pt>
                      <c:pt idx="1094" formatCode="h:mm:ss">
                        <c:v>0.62760416666666663</c:v>
                      </c:pt>
                      <c:pt idx="1095" formatCode="h:mm:ss">
                        <c:v>0.62777777777777777</c:v>
                      </c:pt>
                      <c:pt idx="1096" formatCode="h:mm:ss">
                        <c:v>0.62795138888888891</c:v>
                      </c:pt>
                      <c:pt idx="1097" formatCode="h:mm:ss">
                        <c:v>0.62812500000000004</c:v>
                      </c:pt>
                      <c:pt idx="1098" formatCode="h:mm:ss">
                        <c:v>0.62829861111111107</c:v>
                      </c:pt>
                      <c:pt idx="1099" formatCode="h:mm:ss">
                        <c:v>0.62847222222222221</c:v>
                      </c:pt>
                      <c:pt idx="1100" formatCode="h:mm:ss">
                        <c:v>0.62864583333333335</c:v>
                      </c:pt>
                      <c:pt idx="1101" formatCode="h:mm:ss">
                        <c:v>0.62881944444444449</c:v>
                      </c:pt>
                      <c:pt idx="1102" formatCode="h:mm:ss">
                        <c:v>0.62899305555555551</c:v>
                      </c:pt>
                      <c:pt idx="1103" formatCode="h:mm:ss">
                        <c:v>0.62916666666666665</c:v>
                      </c:pt>
                      <c:pt idx="1104" formatCode="h:mm:ss">
                        <c:v>0.62934027777777779</c:v>
                      </c:pt>
                      <c:pt idx="1105" formatCode="h:mm:ss">
                        <c:v>0.62951388888888893</c:v>
                      </c:pt>
                      <c:pt idx="1106" formatCode="h:mm:ss">
                        <c:v>0.62968749999999996</c:v>
                      </c:pt>
                      <c:pt idx="1107" formatCode="h:mm:ss">
                        <c:v>0.62986111111111109</c:v>
                      </c:pt>
                      <c:pt idx="1108" formatCode="h:mm:ss">
                        <c:v>0.63003472222222223</c:v>
                      </c:pt>
                      <c:pt idx="1109" formatCode="h:mm:ss">
                        <c:v>0.63020833333333337</c:v>
                      </c:pt>
                      <c:pt idx="1110" formatCode="h:mm:ss">
                        <c:v>0.6303819444444444</c:v>
                      </c:pt>
                      <c:pt idx="1111" formatCode="h:mm:ss">
                        <c:v>0.63055555555555554</c:v>
                      </c:pt>
                      <c:pt idx="1112" formatCode="h:mm:ss">
                        <c:v>0.63072916666666667</c:v>
                      </c:pt>
                      <c:pt idx="1113" formatCode="h:mm:ss">
                        <c:v>0.63090277777777781</c:v>
                      </c:pt>
                      <c:pt idx="1114" formatCode="h:mm:ss">
                        <c:v>0.63107638888888884</c:v>
                      </c:pt>
                      <c:pt idx="1115" formatCode="h:mm:ss">
                        <c:v>0.63124999999999998</c:v>
                      </c:pt>
                      <c:pt idx="1116" formatCode="h:mm:ss">
                        <c:v>0.63142361111111112</c:v>
                      </c:pt>
                      <c:pt idx="1117" formatCode="h:mm:ss">
                        <c:v>0.63159722222222225</c:v>
                      </c:pt>
                      <c:pt idx="1118" formatCode="h:mm:ss">
                        <c:v>0.63177083333333328</c:v>
                      </c:pt>
                      <c:pt idx="1119" formatCode="h:mm:ss">
                        <c:v>0.63194444444444442</c:v>
                      </c:pt>
                      <c:pt idx="1120" formatCode="h:mm:ss">
                        <c:v>0.63211805555555556</c:v>
                      </c:pt>
                      <c:pt idx="1121" formatCode="h:mm:ss">
                        <c:v>0.6322916666666667</c:v>
                      </c:pt>
                      <c:pt idx="1122" formatCode="h:mm:ss">
                        <c:v>0.63246527777777772</c:v>
                      </c:pt>
                      <c:pt idx="1123" formatCode="h:mm:ss">
                        <c:v>0.63263888888888886</c:v>
                      </c:pt>
                      <c:pt idx="1124" formatCode="h:mm:ss">
                        <c:v>0.6328125</c:v>
                      </c:pt>
                      <c:pt idx="1125" formatCode="h:mm:ss">
                        <c:v>0.63298611111111114</c:v>
                      </c:pt>
                      <c:pt idx="1126" formatCode="h:mm:ss">
                        <c:v>0.63315972222222228</c:v>
                      </c:pt>
                      <c:pt idx="1127" formatCode="h:mm:ss">
                        <c:v>0.6333333333333333</c:v>
                      </c:pt>
                      <c:pt idx="1128" formatCode="h:mm:ss">
                        <c:v>0.63350694444444444</c:v>
                      </c:pt>
                      <c:pt idx="1129" formatCode="h:mm:ss">
                        <c:v>0.63368055555555558</c:v>
                      </c:pt>
                      <c:pt idx="1130" formatCode="h:mm:ss">
                        <c:v>0.63385416666666672</c:v>
                      </c:pt>
                      <c:pt idx="1131" formatCode="h:mm:ss">
                        <c:v>0.63402777777777775</c:v>
                      </c:pt>
                      <c:pt idx="1132" formatCode="h:mm:ss">
                        <c:v>0.63420138888888888</c:v>
                      </c:pt>
                      <c:pt idx="1133" formatCode="h:mm:ss">
                        <c:v>0.63437500000000002</c:v>
                      </c:pt>
                      <c:pt idx="1134" formatCode="h:mm:ss">
                        <c:v>0.63454861111111116</c:v>
                      </c:pt>
                      <c:pt idx="1135" formatCode="h:mm:ss">
                        <c:v>0.63472222222222219</c:v>
                      </c:pt>
                      <c:pt idx="1136" formatCode="h:mm:ss">
                        <c:v>0.63489583333333333</c:v>
                      </c:pt>
                      <c:pt idx="1137" formatCode="h:mm:ss">
                        <c:v>0.63506944444444446</c:v>
                      </c:pt>
                      <c:pt idx="1138" formatCode="h:mm:ss">
                        <c:v>0.6352430555555556</c:v>
                      </c:pt>
                      <c:pt idx="1139" formatCode="h:mm:ss">
                        <c:v>0.63541666666666663</c:v>
                      </c:pt>
                      <c:pt idx="1140" formatCode="h:mm:ss">
                        <c:v>0.63559027777777777</c:v>
                      </c:pt>
                      <c:pt idx="1141" formatCode="h:mm:ss">
                        <c:v>0.63576388888888891</c:v>
                      </c:pt>
                      <c:pt idx="1142" formatCode="h:mm:ss">
                        <c:v>0.63593750000000004</c:v>
                      </c:pt>
                      <c:pt idx="1143" formatCode="h:mm:ss">
                        <c:v>0.63611111111111107</c:v>
                      </c:pt>
                      <c:pt idx="1144" formatCode="h:mm:ss">
                        <c:v>0.63628472222222221</c:v>
                      </c:pt>
                      <c:pt idx="1145" formatCode="h:mm:ss">
                        <c:v>0.63645833333333335</c:v>
                      </c:pt>
                      <c:pt idx="1146" formatCode="h:mm:ss">
                        <c:v>0.63663194444444449</c:v>
                      </c:pt>
                      <c:pt idx="1147" formatCode="h:mm:ss">
                        <c:v>0.63680555555555551</c:v>
                      </c:pt>
                      <c:pt idx="1148" formatCode="h:mm:ss">
                        <c:v>0.63697916666666665</c:v>
                      </c:pt>
                      <c:pt idx="1149" formatCode="h:mm:ss">
                        <c:v>0.63715277777777779</c:v>
                      </c:pt>
                      <c:pt idx="1150" formatCode="h:mm:ss">
                        <c:v>0.63732638888888893</c:v>
                      </c:pt>
                      <c:pt idx="1151" formatCode="h:mm:ss">
                        <c:v>0.63749999999999996</c:v>
                      </c:pt>
                      <c:pt idx="1152" formatCode="h:mm:ss">
                        <c:v>0.63767361111111109</c:v>
                      </c:pt>
                      <c:pt idx="1153" formatCode="h:mm:ss">
                        <c:v>0.63784722222222223</c:v>
                      </c:pt>
                      <c:pt idx="1154" formatCode="h:mm:ss">
                        <c:v>0.63802083333333337</c:v>
                      </c:pt>
                      <c:pt idx="1155" formatCode="h:mm:ss">
                        <c:v>0.6381944444444444</c:v>
                      </c:pt>
                      <c:pt idx="1156" formatCode="h:mm:ss">
                        <c:v>0.63836805555555554</c:v>
                      </c:pt>
                      <c:pt idx="1157" formatCode="h:mm:ss">
                        <c:v>0.63854166666666667</c:v>
                      </c:pt>
                      <c:pt idx="1158" formatCode="h:mm:ss">
                        <c:v>0.63871527777777781</c:v>
                      </c:pt>
                      <c:pt idx="1159" formatCode="h:mm:ss">
                        <c:v>0.63888888888888884</c:v>
                      </c:pt>
                      <c:pt idx="1160" formatCode="h:mm:ss">
                        <c:v>0.63906249999999998</c:v>
                      </c:pt>
                      <c:pt idx="1161" formatCode="h:mm:ss">
                        <c:v>0.63923611111111112</c:v>
                      </c:pt>
                      <c:pt idx="1162" formatCode="h:mm:ss">
                        <c:v>0.63940972222222225</c:v>
                      </c:pt>
                      <c:pt idx="1163" formatCode="h:mm:ss">
                        <c:v>0.63958333333333328</c:v>
                      </c:pt>
                      <c:pt idx="1164" formatCode="h:mm:ss">
                        <c:v>0.63975694444444442</c:v>
                      </c:pt>
                      <c:pt idx="1165" formatCode="h:mm:ss">
                        <c:v>0.63993055555555556</c:v>
                      </c:pt>
                      <c:pt idx="1166" formatCode="h:mm:ss">
                        <c:v>0.6401041666666667</c:v>
                      </c:pt>
                      <c:pt idx="1167" formatCode="h:mm:ss">
                        <c:v>0.64027777777777772</c:v>
                      </c:pt>
                      <c:pt idx="1168" formatCode="h:mm:ss">
                        <c:v>0.64045138888888886</c:v>
                      </c:pt>
                      <c:pt idx="1169" formatCode="h:mm:ss">
                        <c:v>0.640625</c:v>
                      </c:pt>
                      <c:pt idx="1170" formatCode="h:mm:ss">
                        <c:v>0.64079861111111114</c:v>
                      </c:pt>
                      <c:pt idx="1171" formatCode="h:mm:ss">
                        <c:v>0.64097222222222228</c:v>
                      </c:pt>
                      <c:pt idx="1172" formatCode="h:mm:ss">
                        <c:v>0.6411458333333333</c:v>
                      </c:pt>
                      <c:pt idx="1173" formatCode="h:mm:ss">
                        <c:v>0.64131944444444444</c:v>
                      </c:pt>
                      <c:pt idx="1174" formatCode="h:mm:ss">
                        <c:v>0.64149305555555558</c:v>
                      </c:pt>
                      <c:pt idx="1175" formatCode="h:mm:ss">
                        <c:v>0.64166666666666672</c:v>
                      </c:pt>
                      <c:pt idx="1176" formatCode="h:mm:ss">
                        <c:v>0.64184027777777775</c:v>
                      </c:pt>
                      <c:pt idx="1177" formatCode="h:mm:ss">
                        <c:v>0.64201388888888888</c:v>
                      </c:pt>
                      <c:pt idx="1178" formatCode="h:mm:ss">
                        <c:v>0.64218750000000002</c:v>
                      </c:pt>
                      <c:pt idx="1179" formatCode="h:mm:ss">
                        <c:v>0.64236111111111116</c:v>
                      </c:pt>
                      <c:pt idx="1180" formatCode="h:mm:ss">
                        <c:v>0.64253472222222219</c:v>
                      </c:pt>
                      <c:pt idx="1181" formatCode="h:mm:ss">
                        <c:v>0.64270833333333333</c:v>
                      </c:pt>
                      <c:pt idx="1182" formatCode="h:mm:ss">
                        <c:v>0.64288194444444446</c:v>
                      </c:pt>
                      <c:pt idx="1183" formatCode="h:mm:ss">
                        <c:v>0.6430555555555556</c:v>
                      </c:pt>
                      <c:pt idx="1184" formatCode="h:mm:ss">
                        <c:v>0.64322916666666663</c:v>
                      </c:pt>
                      <c:pt idx="1185" formatCode="h:mm:ss">
                        <c:v>0.64340277777777777</c:v>
                      </c:pt>
                      <c:pt idx="1186" formatCode="h:mm:ss">
                        <c:v>0.64357638888888891</c:v>
                      </c:pt>
                      <c:pt idx="1187" formatCode="h:mm:ss">
                        <c:v>0.64375000000000004</c:v>
                      </c:pt>
                      <c:pt idx="1188" formatCode="h:mm:ss">
                        <c:v>0.64392361111111107</c:v>
                      </c:pt>
                      <c:pt idx="1189" formatCode="h:mm:ss">
                        <c:v>0.64409722222222221</c:v>
                      </c:pt>
                      <c:pt idx="1190" formatCode="h:mm:ss">
                        <c:v>0.64427083333333335</c:v>
                      </c:pt>
                      <c:pt idx="1191" formatCode="h:mm:ss">
                        <c:v>0.64444444444444449</c:v>
                      </c:pt>
                      <c:pt idx="1192" formatCode="h:mm:ss">
                        <c:v>0.64461805555555551</c:v>
                      </c:pt>
                      <c:pt idx="1193" formatCode="h:mm:ss">
                        <c:v>0.64479166666666665</c:v>
                      </c:pt>
                      <c:pt idx="1194" formatCode="h:mm:ss">
                        <c:v>0.64496527777777779</c:v>
                      </c:pt>
                      <c:pt idx="1195" formatCode="h:mm:ss">
                        <c:v>0.64513888888888893</c:v>
                      </c:pt>
                      <c:pt idx="1196" formatCode="h:mm:ss">
                        <c:v>0.64531249999999996</c:v>
                      </c:pt>
                      <c:pt idx="1197" formatCode="h:mm:ss">
                        <c:v>0.64548611111111109</c:v>
                      </c:pt>
                      <c:pt idx="1198" formatCode="h:mm:ss">
                        <c:v>0.64565972222222223</c:v>
                      </c:pt>
                      <c:pt idx="1199" formatCode="h:mm:ss">
                        <c:v>0.64583333333333337</c:v>
                      </c:pt>
                      <c:pt idx="1200" formatCode="h:mm:ss">
                        <c:v>0.6460069444444444</c:v>
                      </c:pt>
                      <c:pt idx="1201" formatCode="h:mm:ss">
                        <c:v>0.64618055555555554</c:v>
                      </c:pt>
                      <c:pt idx="1202" formatCode="h:mm:ss">
                        <c:v>0.64635416666666667</c:v>
                      </c:pt>
                      <c:pt idx="1203" formatCode="h:mm:ss">
                        <c:v>0.64652777777777781</c:v>
                      </c:pt>
                      <c:pt idx="1204" formatCode="h:mm:ss">
                        <c:v>0.64670138888888884</c:v>
                      </c:pt>
                      <c:pt idx="1205" formatCode="h:mm:ss">
                        <c:v>0.64687499999999998</c:v>
                      </c:pt>
                      <c:pt idx="1206" formatCode="h:mm:ss">
                        <c:v>0.64704861111111112</c:v>
                      </c:pt>
                      <c:pt idx="1207" formatCode="h:mm:ss">
                        <c:v>0.64722222222222225</c:v>
                      </c:pt>
                      <c:pt idx="1208" formatCode="h:mm:ss">
                        <c:v>0.64739583333333328</c:v>
                      </c:pt>
                      <c:pt idx="1209" formatCode="h:mm:ss">
                        <c:v>0.64756944444444442</c:v>
                      </c:pt>
                      <c:pt idx="1210" formatCode="h:mm:ss">
                        <c:v>0.64774305555555556</c:v>
                      </c:pt>
                      <c:pt idx="1211" formatCode="h:mm:ss">
                        <c:v>0.6479166666666667</c:v>
                      </c:pt>
                      <c:pt idx="1212" formatCode="h:mm:ss">
                        <c:v>0.64809027777777772</c:v>
                      </c:pt>
                      <c:pt idx="1213" formatCode="h:mm:ss">
                        <c:v>0.64826388888888886</c:v>
                      </c:pt>
                      <c:pt idx="1214" formatCode="h:mm:ss">
                        <c:v>0.6484375</c:v>
                      </c:pt>
                      <c:pt idx="1215" formatCode="h:mm:ss">
                        <c:v>0.64861111111111114</c:v>
                      </c:pt>
                      <c:pt idx="1216" formatCode="h:mm:ss">
                        <c:v>0.64878472222222228</c:v>
                      </c:pt>
                      <c:pt idx="1217" formatCode="h:mm:ss">
                        <c:v>0.6489583333333333</c:v>
                      </c:pt>
                      <c:pt idx="1218" formatCode="h:mm:ss">
                        <c:v>0.64913194444444444</c:v>
                      </c:pt>
                      <c:pt idx="1219" formatCode="h:mm:ss">
                        <c:v>0.64930555555555558</c:v>
                      </c:pt>
                      <c:pt idx="1220" formatCode="h:mm:ss">
                        <c:v>0.64947916666666672</c:v>
                      </c:pt>
                      <c:pt idx="1221" formatCode="h:mm:ss">
                        <c:v>0.64965277777777775</c:v>
                      </c:pt>
                      <c:pt idx="1222" formatCode="h:mm:ss">
                        <c:v>0.64982638888888888</c:v>
                      </c:pt>
                      <c:pt idx="1223" formatCode="h:mm:ss">
                        <c:v>0.65</c:v>
                      </c:pt>
                      <c:pt idx="1224" formatCode="h:mm:ss">
                        <c:v>0.65017361111111116</c:v>
                      </c:pt>
                      <c:pt idx="1225" formatCode="h:mm:ss">
                        <c:v>0.65034722222222219</c:v>
                      </c:pt>
                      <c:pt idx="1226" formatCode="h:mm:ss">
                        <c:v>0.65052083333333333</c:v>
                      </c:pt>
                      <c:pt idx="1227" formatCode="h:mm:ss">
                        <c:v>0.65069444444444446</c:v>
                      </c:pt>
                      <c:pt idx="1228" formatCode="h:mm:ss">
                        <c:v>0.6508680555555556</c:v>
                      </c:pt>
                      <c:pt idx="1229" formatCode="h:mm:ss">
                        <c:v>0.65104166666666663</c:v>
                      </c:pt>
                      <c:pt idx="1230" formatCode="h:mm:ss">
                        <c:v>0.65121527777777777</c:v>
                      </c:pt>
                      <c:pt idx="1231" formatCode="h:mm:ss">
                        <c:v>0.65138888888888891</c:v>
                      </c:pt>
                      <c:pt idx="1232" formatCode="h:mm:ss">
                        <c:v>0.65156250000000004</c:v>
                      </c:pt>
                      <c:pt idx="1233" formatCode="h:mm:ss">
                        <c:v>0.65173611111111107</c:v>
                      </c:pt>
                      <c:pt idx="1234" formatCode="h:mm:ss">
                        <c:v>0.65190972222222221</c:v>
                      </c:pt>
                      <c:pt idx="1235" formatCode="h:mm:ss">
                        <c:v>0.65208333333333335</c:v>
                      </c:pt>
                      <c:pt idx="1236" formatCode="h:mm:ss">
                        <c:v>0.65225694444444449</c:v>
                      </c:pt>
                      <c:pt idx="1237" formatCode="h:mm:ss">
                        <c:v>0.65243055555555551</c:v>
                      </c:pt>
                      <c:pt idx="1238" formatCode="h:mm:ss">
                        <c:v>0.65260416666666665</c:v>
                      </c:pt>
                      <c:pt idx="1239" formatCode="h:mm:ss">
                        <c:v>0.65277777777777779</c:v>
                      </c:pt>
                      <c:pt idx="1240" formatCode="h:mm:ss">
                        <c:v>0.65295138888888893</c:v>
                      </c:pt>
                      <c:pt idx="1241" formatCode="h:mm:ss">
                        <c:v>0.65312499999999996</c:v>
                      </c:pt>
                      <c:pt idx="1242" formatCode="h:mm:ss">
                        <c:v>0.65329861111111109</c:v>
                      </c:pt>
                      <c:pt idx="1243" formatCode="h:mm:ss">
                        <c:v>0.65347222222222223</c:v>
                      </c:pt>
                      <c:pt idx="1244" formatCode="h:mm:ss">
                        <c:v>0.65364583333333337</c:v>
                      </c:pt>
                      <c:pt idx="1245" formatCode="h:mm:ss">
                        <c:v>0.6538194444444444</c:v>
                      </c:pt>
                      <c:pt idx="1246" formatCode="h:mm:ss">
                        <c:v>0.65399305555555554</c:v>
                      </c:pt>
                      <c:pt idx="1247" formatCode="h:mm:ss">
                        <c:v>0.65416666666666667</c:v>
                      </c:pt>
                      <c:pt idx="1248" formatCode="h:mm:ss">
                        <c:v>0.65434027777777781</c:v>
                      </c:pt>
                      <c:pt idx="1249" formatCode="h:mm:ss">
                        <c:v>0.65451388888888884</c:v>
                      </c:pt>
                      <c:pt idx="1250" formatCode="h:mm:ss">
                        <c:v>0.65468749999999998</c:v>
                      </c:pt>
                      <c:pt idx="1251" formatCode="h:mm:ss">
                        <c:v>0.65486111111111112</c:v>
                      </c:pt>
                      <c:pt idx="1252" formatCode="h:mm:ss">
                        <c:v>0.65503472222222225</c:v>
                      </c:pt>
                      <c:pt idx="1253" formatCode="h:mm:ss">
                        <c:v>0.65520833333333328</c:v>
                      </c:pt>
                      <c:pt idx="1254" formatCode="h:mm:ss">
                        <c:v>0.65538194444444442</c:v>
                      </c:pt>
                      <c:pt idx="1255" formatCode="h:mm:ss">
                        <c:v>0.65555555555555556</c:v>
                      </c:pt>
                      <c:pt idx="1256" formatCode="h:mm:ss">
                        <c:v>0.6557291666666667</c:v>
                      </c:pt>
                      <c:pt idx="1257" formatCode="h:mm:ss">
                        <c:v>0.65590277777777772</c:v>
                      </c:pt>
                      <c:pt idx="1258" formatCode="h:mm:ss">
                        <c:v>0.65607638888888886</c:v>
                      </c:pt>
                      <c:pt idx="1259" formatCode="h:mm:ss">
                        <c:v>0.65625</c:v>
                      </c:pt>
                      <c:pt idx="1260" formatCode="h:mm:ss">
                        <c:v>0.65642361111111114</c:v>
                      </c:pt>
                      <c:pt idx="1261" formatCode="h:mm:ss">
                        <c:v>0.65659722222222228</c:v>
                      </c:pt>
                      <c:pt idx="1262" formatCode="h:mm:ss">
                        <c:v>0.6567708333333333</c:v>
                      </c:pt>
                      <c:pt idx="1263" formatCode="h:mm:ss">
                        <c:v>0.65694444444444444</c:v>
                      </c:pt>
                      <c:pt idx="1264" formatCode="h:mm:ss">
                        <c:v>0.65711805555555558</c:v>
                      </c:pt>
                      <c:pt idx="1265" formatCode="h:mm:ss">
                        <c:v>0.65729166666666672</c:v>
                      </c:pt>
                      <c:pt idx="1266" formatCode="h:mm:ss">
                        <c:v>0.65746527777777775</c:v>
                      </c:pt>
                      <c:pt idx="1267" formatCode="h:mm:ss">
                        <c:v>0.65763888888888888</c:v>
                      </c:pt>
                      <c:pt idx="1268" formatCode="h:mm:ss">
                        <c:v>0.65781250000000002</c:v>
                      </c:pt>
                      <c:pt idx="1269" formatCode="h:mm:ss">
                        <c:v>0.65798611111111116</c:v>
                      </c:pt>
                      <c:pt idx="1270" formatCode="h:mm:ss">
                        <c:v>0.65815972222222219</c:v>
                      </c:pt>
                      <c:pt idx="1271" formatCode="h:mm:ss">
                        <c:v>0.65833333333333333</c:v>
                      </c:pt>
                      <c:pt idx="1272" formatCode="h:mm:ss">
                        <c:v>0.65850694444444446</c:v>
                      </c:pt>
                      <c:pt idx="1273" formatCode="h:mm:ss">
                        <c:v>0.6586805555555556</c:v>
                      </c:pt>
                      <c:pt idx="1274" formatCode="h:mm:ss">
                        <c:v>0.65885416666666663</c:v>
                      </c:pt>
                      <c:pt idx="1275" formatCode="h:mm:ss">
                        <c:v>0.65902777777777777</c:v>
                      </c:pt>
                      <c:pt idx="1276" formatCode="h:mm:ss">
                        <c:v>0.65920138888888891</c:v>
                      </c:pt>
                      <c:pt idx="1277" formatCode="h:mm:ss">
                        <c:v>0.65937500000000004</c:v>
                      </c:pt>
                      <c:pt idx="1278" formatCode="h:mm:ss">
                        <c:v>0.65954861111111107</c:v>
                      </c:pt>
                      <c:pt idx="1279" formatCode="h:mm:ss">
                        <c:v>0.65972222222222221</c:v>
                      </c:pt>
                      <c:pt idx="1280" formatCode="h:mm:ss">
                        <c:v>0.65989583333333335</c:v>
                      </c:pt>
                      <c:pt idx="1281" formatCode="h:mm:ss">
                        <c:v>0.66006944444444449</c:v>
                      </c:pt>
                      <c:pt idx="1282" formatCode="h:mm:ss">
                        <c:v>0.66024305555555551</c:v>
                      </c:pt>
                      <c:pt idx="1283" formatCode="h:mm:ss">
                        <c:v>0.66041666666666665</c:v>
                      </c:pt>
                      <c:pt idx="1284" formatCode="h:mm:ss">
                        <c:v>0.66059027777777779</c:v>
                      </c:pt>
                      <c:pt idx="1285" formatCode="h:mm:ss">
                        <c:v>0.66076388888888893</c:v>
                      </c:pt>
                      <c:pt idx="1286" formatCode="h:mm:ss">
                        <c:v>0.66093749999999996</c:v>
                      </c:pt>
                      <c:pt idx="1287" formatCode="h:mm:ss">
                        <c:v>0.66111111111111109</c:v>
                      </c:pt>
                      <c:pt idx="1288" formatCode="h:mm:ss">
                        <c:v>0.66128472222222223</c:v>
                      </c:pt>
                      <c:pt idx="1289" formatCode="h:mm:ss">
                        <c:v>0.66145833333333337</c:v>
                      </c:pt>
                      <c:pt idx="1290" formatCode="h:mm:ss">
                        <c:v>0.6616319444444444</c:v>
                      </c:pt>
                      <c:pt idx="1291" formatCode="h:mm:ss">
                        <c:v>0.66180555555555554</c:v>
                      </c:pt>
                      <c:pt idx="1292" formatCode="h:mm:ss">
                        <c:v>0.66197916666666667</c:v>
                      </c:pt>
                      <c:pt idx="1293" formatCode="h:mm:ss">
                        <c:v>0.66215277777777781</c:v>
                      </c:pt>
                      <c:pt idx="1294" formatCode="h:mm:ss">
                        <c:v>0.66232638888888884</c:v>
                      </c:pt>
                      <c:pt idx="1295" formatCode="h:mm:ss">
                        <c:v>0.66249999999999998</c:v>
                      </c:pt>
                      <c:pt idx="1296" formatCode="h:mm:ss">
                        <c:v>0.66267361111111112</c:v>
                      </c:pt>
                      <c:pt idx="1297" formatCode="h:mm:ss">
                        <c:v>0.66284722222222225</c:v>
                      </c:pt>
                      <c:pt idx="1298" formatCode="h:mm:ss">
                        <c:v>0.66302083333333328</c:v>
                      </c:pt>
                      <c:pt idx="1299" formatCode="h:mm:ss">
                        <c:v>0.66319444444444442</c:v>
                      </c:pt>
                      <c:pt idx="1300" formatCode="h:mm:ss">
                        <c:v>0.66336805555555556</c:v>
                      </c:pt>
                      <c:pt idx="1301" formatCode="h:mm:ss">
                        <c:v>0.6635416666666667</c:v>
                      </c:pt>
                      <c:pt idx="1302" formatCode="h:mm:ss">
                        <c:v>0.66371527777777772</c:v>
                      </c:pt>
                      <c:pt idx="1303" formatCode="h:mm:ss">
                        <c:v>0.66388888888888886</c:v>
                      </c:pt>
                      <c:pt idx="1304" formatCode="h:mm:ss">
                        <c:v>0.6640625</c:v>
                      </c:pt>
                      <c:pt idx="1305" formatCode="h:mm:ss">
                        <c:v>0.66423611111111114</c:v>
                      </c:pt>
                      <c:pt idx="1306" formatCode="h:mm:ss">
                        <c:v>0.66440972222222228</c:v>
                      </c:pt>
                      <c:pt idx="1307" formatCode="h:mm:ss">
                        <c:v>0.6645833333333333</c:v>
                      </c:pt>
                      <c:pt idx="1308" formatCode="h:mm:ss">
                        <c:v>0.66475694444444444</c:v>
                      </c:pt>
                      <c:pt idx="1309" formatCode="h:mm:ss">
                        <c:v>0.66493055555555558</c:v>
                      </c:pt>
                      <c:pt idx="1310" formatCode="h:mm:ss">
                        <c:v>0.66510416666666672</c:v>
                      </c:pt>
                      <c:pt idx="1311" formatCode="h:mm:ss">
                        <c:v>0.66527777777777775</c:v>
                      </c:pt>
                      <c:pt idx="1312" formatCode="h:mm:ss">
                        <c:v>0.66545138888888888</c:v>
                      </c:pt>
                      <c:pt idx="1313" formatCode="h:mm:ss">
                        <c:v>0.66562500000000002</c:v>
                      </c:pt>
                      <c:pt idx="1314" formatCode="h:mm:ss">
                        <c:v>0.66579861111111116</c:v>
                      </c:pt>
                      <c:pt idx="1315" formatCode="h:mm:ss">
                        <c:v>0.66597222222222219</c:v>
                      </c:pt>
                      <c:pt idx="1316" formatCode="h:mm:ss">
                        <c:v>0.66614583333333333</c:v>
                      </c:pt>
                      <c:pt idx="1317" formatCode="h:mm:ss">
                        <c:v>0.66631944444444446</c:v>
                      </c:pt>
                      <c:pt idx="1318" formatCode="h:mm:ss">
                        <c:v>0.6664930555555556</c:v>
                      </c:pt>
                      <c:pt idx="1319" formatCode="h:mm:ss">
                        <c:v>0.66666666666666663</c:v>
                      </c:pt>
                      <c:pt idx="1320" formatCode="h:mm:ss">
                        <c:v>0.66684027777777777</c:v>
                      </c:pt>
                      <c:pt idx="1321" formatCode="h:mm:ss">
                        <c:v>0.66701388888888891</c:v>
                      </c:pt>
                      <c:pt idx="1322" formatCode="h:mm:ss">
                        <c:v>0.66718750000000004</c:v>
                      </c:pt>
                      <c:pt idx="1323" formatCode="h:mm:ss">
                        <c:v>0.66736111111111107</c:v>
                      </c:pt>
                      <c:pt idx="1324" formatCode="h:mm:ss">
                        <c:v>0.66753472222222221</c:v>
                      </c:pt>
                      <c:pt idx="1325" formatCode="h:mm:ss">
                        <c:v>0.66770833333333335</c:v>
                      </c:pt>
                      <c:pt idx="1326" formatCode="h:mm:ss">
                        <c:v>0.66788194444444449</c:v>
                      </c:pt>
                      <c:pt idx="1327" formatCode="h:mm:ss">
                        <c:v>0.66805555555555551</c:v>
                      </c:pt>
                      <c:pt idx="1328" formatCode="h:mm:ss">
                        <c:v>0.66822916666666665</c:v>
                      </c:pt>
                      <c:pt idx="1329" formatCode="h:mm:ss">
                        <c:v>0.66840277777777779</c:v>
                      </c:pt>
                      <c:pt idx="1330" formatCode="h:mm:ss">
                        <c:v>0.66857638888888893</c:v>
                      </c:pt>
                      <c:pt idx="1331" formatCode="h:mm:ss">
                        <c:v>0.66874999999999996</c:v>
                      </c:pt>
                      <c:pt idx="1332" formatCode="h:mm:ss">
                        <c:v>0.66892361111111109</c:v>
                      </c:pt>
                      <c:pt idx="1333" formatCode="h:mm:ss">
                        <c:v>0.66909722222222223</c:v>
                      </c:pt>
                      <c:pt idx="1334" formatCode="h:mm:ss">
                        <c:v>0.66927083333333337</c:v>
                      </c:pt>
                      <c:pt idx="1335" formatCode="h:mm:ss">
                        <c:v>0.6694444444444444</c:v>
                      </c:pt>
                      <c:pt idx="1336" formatCode="h:mm:ss">
                        <c:v>0.66961805555555554</c:v>
                      </c:pt>
                      <c:pt idx="1337" formatCode="h:mm:ss">
                        <c:v>0.66979166666666667</c:v>
                      </c:pt>
                      <c:pt idx="1338" formatCode="h:mm:ss">
                        <c:v>0.66996527777777781</c:v>
                      </c:pt>
                      <c:pt idx="1339" formatCode="h:mm:ss">
                        <c:v>0.67013888888888884</c:v>
                      </c:pt>
                      <c:pt idx="1340" formatCode="h:mm:ss">
                        <c:v>0.67031249999999998</c:v>
                      </c:pt>
                      <c:pt idx="1341" formatCode="h:mm:ss">
                        <c:v>0.67048611111111112</c:v>
                      </c:pt>
                      <c:pt idx="1342" formatCode="h:mm:ss">
                        <c:v>0.67065972222222225</c:v>
                      </c:pt>
                      <c:pt idx="1343" formatCode="h:mm:ss">
                        <c:v>0.67083333333333328</c:v>
                      </c:pt>
                      <c:pt idx="1344" formatCode="h:mm:ss">
                        <c:v>0.67100694444444442</c:v>
                      </c:pt>
                      <c:pt idx="1345" formatCode="h:mm:ss">
                        <c:v>0.67118055555555556</c:v>
                      </c:pt>
                      <c:pt idx="1346" formatCode="h:mm:ss">
                        <c:v>0.6713541666666667</c:v>
                      </c:pt>
                      <c:pt idx="1347" formatCode="h:mm:ss">
                        <c:v>0.67152777777777772</c:v>
                      </c:pt>
                      <c:pt idx="1348" formatCode="h:mm:ss">
                        <c:v>0.67170138888888886</c:v>
                      </c:pt>
                      <c:pt idx="1349" formatCode="h:mm:ss">
                        <c:v>0.671875</c:v>
                      </c:pt>
                      <c:pt idx="1350" formatCode="h:mm:ss">
                        <c:v>0.67204861111111114</c:v>
                      </c:pt>
                      <c:pt idx="1351" formatCode="h:mm:ss">
                        <c:v>0.67222222222222228</c:v>
                      </c:pt>
                      <c:pt idx="1352" formatCode="h:mm:ss">
                        <c:v>0.6723958333333333</c:v>
                      </c:pt>
                      <c:pt idx="1353" formatCode="h:mm:ss">
                        <c:v>0.67256944444444444</c:v>
                      </c:pt>
                      <c:pt idx="1354" formatCode="h:mm:ss">
                        <c:v>0.67274305555555558</c:v>
                      </c:pt>
                      <c:pt idx="1355" formatCode="h:mm:ss">
                        <c:v>0.67291666666666672</c:v>
                      </c:pt>
                      <c:pt idx="1356" formatCode="h:mm:ss">
                        <c:v>0.67309027777777775</c:v>
                      </c:pt>
                      <c:pt idx="1357" formatCode="h:mm:ss">
                        <c:v>0.67326388888888888</c:v>
                      </c:pt>
                      <c:pt idx="1358" formatCode="h:mm:ss">
                        <c:v>0.67343750000000002</c:v>
                      </c:pt>
                      <c:pt idx="1359" formatCode="h:mm:ss">
                        <c:v>0.67361111111111116</c:v>
                      </c:pt>
                      <c:pt idx="1360" formatCode="h:mm:ss">
                        <c:v>0.67378472222222219</c:v>
                      </c:pt>
                      <c:pt idx="1361" formatCode="h:mm:ss">
                        <c:v>0.67395833333333333</c:v>
                      </c:pt>
                      <c:pt idx="1362" formatCode="h:mm:ss">
                        <c:v>0.67413194444444446</c:v>
                      </c:pt>
                      <c:pt idx="1363" formatCode="h:mm:ss">
                        <c:v>0.6743055555555556</c:v>
                      </c:pt>
                      <c:pt idx="1364" formatCode="h:mm:ss">
                        <c:v>0.67447916666666663</c:v>
                      </c:pt>
                      <c:pt idx="1365" formatCode="h:mm:ss">
                        <c:v>0.67465277777777777</c:v>
                      </c:pt>
                      <c:pt idx="1366" formatCode="h:mm:ss">
                        <c:v>0.67482638888888891</c:v>
                      </c:pt>
                      <c:pt idx="1367" formatCode="h:mm:ss">
                        <c:v>0.67500000000000004</c:v>
                      </c:pt>
                      <c:pt idx="1368" formatCode="h:mm:ss">
                        <c:v>0.67517361111111107</c:v>
                      </c:pt>
                      <c:pt idx="1369" formatCode="h:mm:ss">
                        <c:v>0.67534722222222221</c:v>
                      </c:pt>
                      <c:pt idx="1370" formatCode="h:mm:ss">
                        <c:v>0.67552083333333335</c:v>
                      </c:pt>
                      <c:pt idx="1371" formatCode="h:mm:ss">
                        <c:v>0.67569444444444449</c:v>
                      </c:pt>
                      <c:pt idx="1372" formatCode="h:mm:ss">
                        <c:v>0.67586805555555551</c:v>
                      </c:pt>
                      <c:pt idx="1373" formatCode="h:mm:ss">
                        <c:v>0.67604166666666665</c:v>
                      </c:pt>
                      <c:pt idx="1374" formatCode="h:mm:ss">
                        <c:v>0.67621527777777779</c:v>
                      </c:pt>
                      <c:pt idx="1375" formatCode="h:mm:ss">
                        <c:v>0.67638888888888893</c:v>
                      </c:pt>
                      <c:pt idx="1376" formatCode="h:mm:ss">
                        <c:v>0.67656249999999996</c:v>
                      </c:pt>
                      <c:pt idx="1377" formatCode="h:mm:ss">
                        <c:v>0.67673611111111109</c:v>
                      </c:pt>
                      <c:pt idx="1378" formatCode="h:mm:ss">
                        <c:v>0.67690972222222223</c:v>
                      </c:pt>
                      <c:pt idx="1379" formatCode="h:mm:ss">
                        <c:v>0.67708333333333337</c:v>
                      </c:pt>
                      <c:pt idx="1380" formatCode="h:mm:ss">
                        <c:v>0.6772569444444444</c:v>
                      </c:pt>
                      <c:pt idx="1381" formatCode="h:mm:ss">
                        <c:v>0.67743055555555554</c:v>
                      </c:pt>
                      <c:pt idx="1382" formatCode="h:mm:ss">
                        <c:v>0.67760416666666667</c:v>
                      </c:pt>
                      <c:pt idx="1383" formatCode="h:mm:ss">
                        <c:v>0.67777777777777781</c:v>
                      </c:pt>
                      <c:pt idx="1384" formatCode="h:mm:ss">
                        <c:v>0.67795138888888884</c:v>
                      </c:pt>
                      <c:pt idx="1385" formatCode="h:mm:ss">
                        <c:v>0.67812499999999998</c:v>
                      </c:pt>
                      <c:pt idx="1386" formatCode="h:mm:ss">
                        <c:v>0.67829861111111112</c:v>
                      </c:pt>
                      <c:pt idx="1387" formatCode="h:mm:ss">
                        <c:v>0.67847222222222225</c:v>
                      </c:pt>
                      <c:pt idx="1388" formatCode="h:mm:ss">
                        <c:v>0.67864583333333328</c:v>
                      </c:pt>
                      <c:pt idx="1389" formatCode="h:mm:ss">
                        <c:v>0.67881944444444442</c:v>
                      </c:pt>
                      <c:pt idx="1390" formatCode="h:mm:ss">
                        <c:v>0.67899305555555556</c:v>
                      </c:pt>
                      <c:pt idx="1391" formatCode="h:mm:ss">
                        <c:v>0.6791666666666667</c:v>
                      </c:pt>
                      <c:pt idx="1392" formatCode="h:mm:ss">
                        <c:v>0.67934027777777772</c:v>
                      </c:pt>
                      <c:pt idx="1393" formatCode="h:mm:ss">
                        <c:v>0.67951388888888886</c:v>
                      </c:pt>
                      <c:pt idx="1394" formatCode="h:mm:ss">
                        <c:v>0.6796875</c:v>
                      </c:pt>
                      <c:pt idx="1395" formatCode="h:mm:ss">
                        <c:v>0.67986111111111114</c:v>
                      </c:pt>
                      <c:pt idx="1396" formatCode="h:mm:ss">
                        <c:v>0.68003472222222228</c:v>
                      </c:pt>
                      <c:pt idx="1397" formatCode="h:mm:ss">
                        <c:v>0.6802083333333333</c:v>
                      </c:pt>
                      <c:pt idx="1398" formatCode="h:mm:ss">
                        <c:v>0.68038194444444444</c:v>
                      </c:pt>
                      <c:pt idx="1399" formatCode="h:mm:ss">
                        <c:v>0.68055555555555558</c:v>
                      </c:pt>
                      <c:pt idx="1400" formatCode="h:mm:ss">
                        <c:v>0.68072916666666672</c:v>
                      </c:pt>
                      <c:pt idx="1401" formatCode="h:mm:ss">
                        <c:v>0.68090277777777775</c:v>
                      </c:pt>
                      <c:pt idx="1402" formatCode="h:mm:ss">
                        <c:v>0.68107638888888888</c:v>
                      </c:pt>
                      <c:pt idx="1403" formatCode="h:mm:ss">
                        <c:v>0.68125000000000002</c:v>
                      </c:pt>
                      <c:pt idx="1404" formatCode="h:mm:ss">
                        <c:v>0.68142361111111116</c:v>
                      </c:pt>
                      <c:pt idx="1405" formatCode="h:mm:ss">
                        <c:v>0.68159722222222219</c:v>
                      </c:pt>
                      <c:pt idx="1406" formatCode="h:mm:ss">
                        <c:v>0.68177083333333333</c:v>
                      </c:pt>
                      <c:pt idx="1407" formatCode="h:mm:ss">
                        <c:v>0.68194444444444446</c:v>
                      </c:pt>
                      <c:pt idx="1408" formatCode="h:mm:ss">
                        <c:v>0.6821180555555556</c:v>
                      </c:pt>
                      <c:pt idx="1409" formatCode="h:mm:ss">
                        <c:v>0.68229166666666663</c:v>
                      </c:pt>
                      <c:pt idx="1410" formatCode="h:mm:ss">
                        <c:v>0.68246527777777777</c:v>
                      </c:pt>
                      <c:pt idx="1411" formatCode="h:mm:ss">
                        <c:v>0.68263888888888891</c:v>
                      </c:pt>
                      <c:pt idx="1412" formatCode="h:mm:ss">
                        <c:v>0.68281250000000004</c:v>
                      </c:pt>
                      <c:pt idx="1413" formatCode="h:mm:ss">
                        <c:v>0.68298611111111107</c:v>
                      </c:pt>
                      <c:pt idx="1414" formatCode="h:mm:ss">
                        <c:v>0.68315972222222221</c:v>
                      </c:pt>
                      <c:pt idx="1415" formatCode="h:mm:ss">
                        <c:v>0.68333333333333335</c:v>
                      </c:pt>
                      <c:pt idx="1416" formatCode="h:mm:ss">
                        <c:v>0.68350694444444449</c:v>
                      </c:pt>
                      <c:pt idx="1417" formatCode="h:mm:ss">
                        <c:v>0.68368055555555551</c:v>
                      </c:pt>
                      <c:pt idx="1418" formatCode="h:mm:ss">
                        <c:v>0.68385416666666665</c:v>
                      </c:pt>
                      <c:pt idx="1419" formatCode="h:mm:ss">
                        <c:v>0.68402777777777779</c:v>
                      </c:pt>
                      <c:pt idx="1420" formatCode="h:mm:ss">
                        <c:v>0.68420138888888893</c:v>
                      </c:pt>
                      <c:pt idx="1421" formatCode="h:mm:ss">
                        <c:v>0.68437499999999996</c:v>
                      </c:pt>
                      <c:pt idx="1422" formatCode="h:mm:ss">
                        <c:v>0.68454861111111109</c:v>
                      </c:pt>
                      <c:pt idx="1423" formatCode="h:mm:ss">
                        <c:v>0.68472222222222223</c:v>
                      </c:pt>
                      <c:pt idx="1424" formatCode="h:mm:ss">
                        <c:v>0.68489583333333337</c:v>
                      </c:pt>
                      <c:pt idx="1425" formatCode="h:mm:ss">
                        <c:v>0.6850694444444444</c:v>
                      </c:pt>
                      <c:pt idx="1426" formatCode="h:mm:ss">
                        <c:v>0.68524305555555554</c:v>
                      </c:pt>
                      <c:pt idx="1427" formatCode="h:mm:ss">
                        <c:v>0.68541666666666667</c:v>
                      </c:pt>
                      <c:pt idx="1428" formatCode="h:mm:ss">
                        <c:v>0.68559027777777781</c:v>
                      </c:pt>
                      <c:pt idx="1429" formatCode="h:mm:ss">
                        <c:v>0.68576388888888884</c:v>
                      </c:pt>
                      <c:pt idx="1430" formatCode="h:mm:ss">
                        <c:v>0.68593749999999998</c:v>
                      </c:pt>
                      <c:pt idx="1431" formatCode="h:mm:ss">
                        <c:v>0.68611111111111112</c:v>
                      </c:pt>
                      <c:pt idx="1432" formatCode="h:mm:ss">
                        <c:v>0.68628472222222225</c:v>
                      </c:pt>
                      <c:pt idx="1433" formatCode="h:mm:ss">
                        <c:v>0.68645833333333328</c:v>
                      </c:pt>
                      <c:pt idx="1434" formatCode="h:mm:ss">
                        <c:v>0.68663194444444442</c:v>
                      </c:pt>
                      <c:pt idx="1435" formatCode="h:mm:ss">
                        <c:v>0.68680555555555556</c:v>
                      </c:pt>
                      <c:pt idx="1436" formatCode="h:mm:ss">
                        <c:v>0.6869791666666667</c:v>
                      </c:pt>
                      <c:pt idx="1437" formatCode="h:mm:ss">
                        <c:v>0.68715277777777772</c:v>
                      </c:pt>
                      <c:pt idx="1438" formatCode="h:mm:ss">
                        <c:v>0.68732638888888886</c:v>
                      </c:pt>
                      <c:pt idx="1439" formatCode="h:mm:ss">
                        <c:v>0.6875</c:v>
                      </c:pt>
                      <c:pt idx="1440" formatCode="h:mm:ss">
                        <c:v>0.68767361111111114</c:v>
                      </c:pt>
                      <c:pt idx="1441" formatCode="h:mm:ss">
                        <c:v>0.68784722222222228</c:v>
                      </c:pt>
                      <c:pt idx="1442" formatCode="h:mm:ss">
                        <c:v>0.6880208333333333</c:v>
                      </c:pt>
                      <c:pt idx="1443" formatCode="h:mm:ss">
                        <c:v>0.68819444444444444</c:v>
                      </c:pt>
                      <c:pt idx="1444" formatCode="h:mm:ss">
                        <c:v>0.68836805555555558</c:v>
                      </c:pt>
                      <c:pt idx="1445" formatCode="h:mm:ss">
                        <c:v>0.68854166666666672</c:v>
                      </c:pt>
                      <c:pt idx="1446" formatCode="h:mm:ss">
                        <c:v>0.68871527777777775</c:v>
                      </c:pt>
                      <c:pt idx="1447" formatCode="h:mm:ss">
                        <c:v>0.68888888888888888</c:v>
                      </c:pt>
                      <c:pt idx="1448" formatCode="h:mm:ss">
                        <c:v>0.68906250000000002</c:v>
                      </c:pt>
                      <c:pt idx="1449" formatCode="h:mm:ss">
                        <c:v>0.68923611111111116</c:v>
                      </c:pt>
                      <c:pt idx="1450" formatCode="h:mm:ss">
                        <c:v>0.68940972222222219</c:v>
                      </c:pt>
                      <c:pt idx="1451" formatCode="h:mm:ss">
                        <c:v>0.68958333333333333</c:v>
                      </c:pt>
                      <c:pt idx="1452" formatCode="h:mm:ss">
                        <c:v>0.68975694444444446</c:v>
                      </c:pt>
                      <c:pt idx="1453" formatCode="h:mm:ss">
                        <c:v>0.6899305555555556</c:v>
                      </c:pt>
                      <c:pt idx="1454" formatCode="h:mm:ss">
                        <c:v>0.69010416666666663</c:v>
                      </c:pt>
                      <c:pt idx="1455" formatCode="h:mm:ss">
                        <c:v>0.69027777777777777</c:v>
                      </c:pt>
                      <c:pt idx="1456" formatCode="h:mm:ss">
                        <c:v>0.69045138888888891</c:v>
                      </c:pt>
                      <c:pt idx="1457" formatCode="h:mm:ss">
                        <c:v>0.69062500000000004</c:v>
                      </c:pt>
                      <c:pt idx="1458" formatCode="h:mm:ss">
                        <c:v>0.69079861111111107</c:v>
                      </c:pt>
                      <c:pt idx="1459" formatCode="h:mm:ss">
                        <c:v>0.69097222222222221</c:v>
                      </c:pt>
                      <c:pt idx="1460" formatCode="h:mm:ss">
                        <c:v>0.69114583333333335</c:v>
                      </c:pt>
                      <c:pt idx="1461" formatCode="h:mm:ss">
                        <c:v>0.69131944444444449</c:v>
                      </c:pt>
                      <c:pt idx="1462" formatCode="h:mm:ss">
                        <c:v>0.69149305555555551</c:v>
                      </c:pt>
                      <c:pt idx="1463" formatCode="h:mm:ss">
                        <c:v>0.69166666666666665</c:v>
                      </c:pt>
                      <c:pt idx="1464" formatCode="h:mm:ss">
                        <c:v>0.69184027777777779</c:v>
                      </c:pt>
                      <c:pt idx="1465" formatCode="h:mm:ss">
                        <c:v>0.69201388888888893</c:v>
                      </c:pt>
                      <c:pt idx="1466" formatCode="h:mm:ss">
                        <c:v>0.69218749999999996</c:v>
                      </c:pt>
                      <c:pt idx="1467" formatCode="h:mm:ss">
                        <c:v>0.69236111111111109</c:v>
                      </c:pt>
                      <c:pt idx="1468" formatCode="h:mm:ss">
                        <c:v>0.69253472222222223</c:v>
                      </c:pt>
                      <c:pt idx="1469" formatCode="h:mm:ss">
                        <c:v>0.69270833333333337</c:v>
                      </c:pt>
                      <c:pt idx="1470" formatCode="h:mm:ss">
                        <c:v>0.6928819444444444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'Monitor 1'!$B$10:$B$1480</c15:sqref>
                        </c15:formulaRef>
                      </c:ext>
                    </c:extLst>
                    <c:numCache>
                      <c:formatCode>General</c:formatCode>
                      <c:ptCount val="1471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0</c:v>
                      </c:pt>
                      <c:pt idx="32">
                        <c:v>0</c:v>
                      </c:pt>
                      <c:pt idx="33">
                        <c:v>0</c:v>
                      </c:pt>
                      <c:pt idx="34">
                        <c:v>0</c:v>
                      </c:pt>
                      <c:pt idx="35">
                        <c:v>0</c:v>
                      </c:pt>
                      <c:pt idx="36">
                        <c:v>0</c:v>
                      </c:pt>
                      <c:pt idx="37">
                        <c:v>0</c:v>
                      </c:pt>
                      <c:pt idx="38">
                        <c:v>0</c:v>
                      </c:pt>
                      <c:pt idx="39">
                        <c:v>0</c:v>
                      </c:pt>
                      <c:pt idx="40">
                        <c:v>0</c:v>
                      </c:pt>
                      <c:pt idx="41">
                        <c:v>0</c:v>
                      </c:pt>
                      <c:pt idx="42">
                        <c:v>0</c:v>
                      </c:pt>
                      <c:pt idx="43">
                        <c:v>0</c:v>
                      </c:pt>
                      <c:pt idx="44">
                        <c:v>0</c:v>
                      </c:pt>
                      <c:pt idx="45">
                        <c:v>0</c:v>
                      </c:pt>
                      <c:pt idx="46">
                        <c:v>0</c:v>
                      </c:pt>
                      <c:pt idx="47">
                        <c:v>0</c:v>
                      </c:pt>
                      <c:pt idx="48">
                        <c:v>0</c:v>
                      </c:pt>
                      <c:pt idx="49">
                        <c:v>0</c:v>
                      </c:pt>
                      <c:pt idx="50">
                        <c:v>0</c:v>
                      </c:pt>
                      <c:pt idx="51">
                        <c:v>0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  <c:pt idx="100">
                        <c:v>0</c:v>
                      </c:pt>
                      <c:pt idx="101">
                        <c:v>0</c:v>
                      </c:pt>
                      <c:pt idx="102">
                        <c:v>0</c:v>
                      </c:pt>
                      <c:pt idx="103">
                        <c:v>0</c:v>
                      </c:pt>
                      <c:pt idx="104">
                        <c:v>0</c:v>
                      </c:pt>
                      <c:pt idx="105">
                        <c:v>0</c:v>
                      </c:pt>
                      <c:pt idx="106">
                        <c:v>0</c:v>
                      </c:pt>
                      <c:pt idx="107">
                        <c:v>0</c:v>
                      </c:pt>
                      <c:pt idx="108">
                        <c:v>0</c:v>
                      </c:pt>
                      <c:pt idx="109">
                        <c:v>0</c:v>
                      </c:pt>
                      <c:pt idx="110">
                        <c:v>0</c:v>
                      </c:pt>
                      <c:pt idx="111">
                        <c:v>0</c:v>
                      </c:pt>
                      <c:pt idx="112">
                        <c:v>0</c:v>
                      </c:pt>
                      <c:pt idx="113">
                        <c:v>0</c:v>
                      </c:pt>
                      <c:pt idx="114">
                        <c:v>0</c:v>
                      </c:pt>
                      <c:pt idx="115">
                        <c:v>0</c:v>
                      </c:pt>
                      <c:pt idx="116">
                        <c:v>0</c:v>
                      </c:pt>
                      <c:pt idx="117">
                        <c:v>0</c:v>
                      </c:pt>
                      <c:pt idx="118">
                        <c:v>0</c:v>
                      </c:pt>
                      <c:pt idx="119">
                        <c:v>0</c:v>
                      </c:pt>
                      <c:pt idx="120">
                        <c:v>0</c:v>
                      </c:pt>
                      <c:pt idx="121">
                        <c:v>0</c:v>
                      </c:pt>
                      <c:pt idx="122">
                        <c:v>0</c:v>
                      </c:pt>
                      <c:pt idx="123">
                        <c:v>0</c:v>
                      </c:pt>
                      <c:pt idx="124">
                        <c:v>0</c:v>
                      </c:pt>
                      <c:pt idx="125">
                        <c:v>0</c:v>
                      </c:pt>
                      <c:pt idx="126">
                        <c:v>0</c:v>
                      </c:pt>
                      <c:pt idx="127">
                        <c:v>0</c:v>
                      </c:pt>
                      <c:pt idx="128">
                        <c:v>0</c:v>
                      </c:pt>
                      <c:pt idx="129">
                        <c:v>0</c:v>
                      </c:pt>
                      <c:pt idx="130">
                        <c:v>0</c:v>
                      </c:pt>
                      <c:pt idx="131">
                        <c:v>0</c:v>
                      </c:pt>
                      <c:pt idx="132">
                        <c:v>0</c:v>
                      </c:pt>
                      <c:pt idx="133">
                        <c:v>0</c:v>
                      </c:pt>
                      <c:pt idx="134">
                        <c:v>0</c:v>
                      </c:pt>
                      <c:pt idx="135">
                        <c:v>0</c:v>
                      </c:pt>
                      <c:pt idx="136">
                        <c:v>0</c:v>
                      </c:pt>
                      <c:pt idx="137">
                        <c:v>0</c:v>
                      </c:pt>
                      <c:pt idx="138">
                        <c:v>0</c:v>
                      </c:pt>
                      <c:pt idx="139">
                        <c:v>0</c:v>
                      </c:pt>
                      <c:pt idx="140">
                        <c:v>0</c:v>
                      </c:pt>
                      <c:pt idx="141">
                        <c:v>0</c:v>
                      </c:pt>
                      <c:pt idx="142">
                        <c:v>0</c:v>
                      </c:pt>
                      <c:pt idx="143">
                        <c:v>0</c:v>
                      </c:pt>
                      <c:pt idx="144">
                        <c:v>0</c:v>
                      </c:pt>
                      <c:pt idx="145">
                        <c:v>0</c:v>
                      </c:pt>
                      <c:pt idx="146">
                        <c:v>0</c:v>
                      </c:pt>
                      <c:pt idx="147">
                        <c:v>0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0</c:v>
                      </c:pt>
                      <c:pt idx="151">
                        <c:v>0</c:v>
                      </c:pt>
                      <c:pt idx="152">
                        <c:v>0</c:v>
                      </c:pt>
                      <c:pt idx="153">
                        <c:v>0</c:v>
                      </c:pt>
                      <c:pt idx="154">
                        <c:v>0</c:v>
                      </c:pt>
                      <c:pt idx="155">
                        <c:v>0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0</c:v>
                      </c:pt>
                      <c:pt idx="160">
                        <c:v>0</c:v>
                      </c:pt>
                      <c:pt idx="161">
                        <c:v>0</c:v>
                      </c:pt>
                      <c:pt idx="162">
                        <c:v>0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0</c:v>
                      </c:pt>
                      <c:pt idx="167">
                        <c:v>0</c:v>
                      </c:pt>
                      <c:pt idx="168">
                        <c:v>0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0</c:v>
                      </c:pt>
                      <c:pt idx="172">
                        <c:v>0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0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  <c:pt idx="200">
                        <c:v>0</c:v>
                      </c:pt>
                      <c:pt idx="201">
                        <c:v>0</c:v>
                      </c:pt>
                      <c:pt idx="202">
                        <c:v>0</c:v>
                      </c:pt>
                      <c:pt idx="203">
                        <c:v>0</c:v>
                      </c:pt>
                      <c:pt idx="204">
                        <c:v>0</c:v>
                      </c:pt>
                      <c:pt idx="205">
                        <c:v>0</c:v>
                      </c:pt>
                      <c:pt idx="206">
                        <c:v>0</c:v>
                      </c:pt>
                      <c:pt idx="207">
                        <c:v>0</c:v>
                      </c:pt>
                      <c:pt idx="208">
                        <c:v>0</c:v>
                      </c:pt>
                      <c:pt idx="209">
                        <c:v>0</c:v>
                      </c:pt>
                      <c:pt idx="210">
                        <c:v>0</c:v>
                      </c:pt>
                      <c:pt idx="211">
                        <c:v>0</c:v>
                      </c:pt>
                      <c:pt idx="212">
                        <c:v>0</c:v>
                      </c:pt>
                      <c:pt idx="213">
                        <c:v>0</c:v>
                      </c:pt>
                      <c:pt idx="214">
                        <c:v>0</c:v>
                      </c:pt>
                      <c:pt idx="215">
                        <c:v>0</c:v>
                      </c:pt>
                      <c:pt idx="216">
                        <c:v>0</c:v>
                      </c:pt>
                      <c:pt idx="217">
                        <c:v>0</c:v>
                      </c:pt>
                      <c:pt idx="218">
                        <c:v>0</c:v>
                      </c:pt>
                      <c:pt idx="219">
                        <c:v>0</c:v>
                      </c:pt>
                      <c:pt idx="220">
                        <c:v>0</c:v>
                      </c:pt>
                      <c:pt idx="221">
                        <c:v>0</c:v>
                      </c:pt>
                      <c:pt idx="222">
                        <c:v>0</c:v>
                      </c:pt>
                      <c:pt idx="223">
                        <c:v>0</c:v>
                      </c:pt>
                      <c:pt idx="224">
                        <c:v>0</c:v>
                      </c:pt>
                      <c:pt idx="225">
                        <c:v>0</c:v>
                      </c:pt>
                      <c:pt idx="226">
                        <c:v>0</c:v>
                      </c:pt>
                      <c:pt idx="227">
                        <c:v>0</c:v>
                      </c:pt>
                      <c:pt idx="228">
                        <c:v>0</c:v>
                      </c:pt>
                      <c:pt idx="229">
                        <c:v>0</c:v>
                      </c:pt>
                      <c:pt idx="230">
                        <c:v>0</c:v>
                      </c:pt>
                      <c:pt idx="231">
                        <c:v>0</c:v>
                      </c:pt>
                      <c:pt idx="232">
                        <c:v>0</c:v>
                      </c:pt>
                      <c:pt idx="233">
                        <c:v>0</c:v>
                      </c:pt>
                      <c:pt idx="234">
                        <c:v>0</c:v>
                      </c:pt>
                      <c:pt idx="235">
                        <c:v>0</c:v>
                      </c:pt>
                      <c:pt idx="236">
                        <c:v>0</c:v>
                      </c:pt>
                      <c:pt idx="237">
                        <c:v>0</c:v>
                      </c:pt>
                      <c:pt idx="238">
                        <c:v>0</c:v>
                      </c:pt>
                      <c:pt idx="239">
                        <c:v>0</c:v>
                      </c:pt>
                      <c:pt idx="240">
                        <c:v>0</c:v>
                      </c:pt>
                      <c:pt idx="241">
                        <c:v>0</c:v>
                      </c:pt>
                      <c:pt idx="242">
                        <c:v>0</c:v>
                      </c:pt>
                      <c:pt idx="243">
                        <c:v>0</c:v>
                      </c:pt>
                      <c:pt idx="244">
                        <c:v>0</c:v>
                      </c:pt>
                      <c:pt idx="245">
                        <c:v>0</c:v>
                      </c:pt>
                      <c:pt idx="246">
                        <c:v>0</c:v>
                      </c:pt>
                      <c:pt idx="247">
                        <c:v>0</c:v>
                      </c:pt>
                      <c:pt idx="248">
                        <c:v>0</c:v>
                      </c:pt>
                      <c:pt idx="249">
                        <c:v>0</c:v>
                      </c:pt>
                      <c:pt idx="250">
                        <c:v>0</c:v>
                      </c:pt>
                      <c:pt idx="251">
                        <c:v>0</c:v>
                      </c:pt>
                      <c:pt idx="252">
                        <c:v>0</c:v>
                      </c:pt>
                      <c:pt idx="253">
                        <c:v>0</c:v>
                      </c:pt>
                      <c:pt idx="254">
                        <c:v>0</c:v>
                      </c:pt>
                      <c:pt idx="255">
                        <c:v>0</c:v>
                      </c:pt>
                      <c:pt idx="256">
                        <c:v>0</c:v>
                      </c:pt>
                      <c:pt idx="257">
                        <c:v>0</c:v>
                      </c:pt>
                      <c:pt idx="258">
                        <c:v>0</c:v>
                      </c:pt>
                      <c:pt idx="259">
                        <c:v>0</c:v>
                      </c:pt>
                      <c:pt idx="260">
                        <c:v>0</c:v>
                      </c:pt>
                      <c:pt idx="261">
                        <c:v>0</c:v>
                      </c:pt>
                      <c:pt idx="262">
                        <c:v>0</c:v>
                      </c:pt>
                      <c:pt idx="263">
                        <c:v>0</c:v>
                      </c:pt>
                      <c:pt idx="264">
                        <c:v>0</c:v>
                      </c:pt>
                      <c:pt idx="265">
                        <c:v>0</c:v>
                      </c:pt>
                      <c:pt idx="266">
                        <c:v>0</c:v>
                      </c:pt>
                      <c:pt idx="267">
                        <c:v>0</c:v>
                      </c:pt>
                      <c:pt idx="268">
                        <c:v>0</c:v>
                      </c:pt>
                      <c:pt idx="269">
                        <c:v>0</c:v>
                      </c:pt>
                      <c:pt idx="270">
                        <c:v>0</c:v>
                      </c:pt>
                      <c:pt idx="271">
                        <c:v>0</c:v>
                      </c:pt>
                      <c:pt idx="272">
                        <c:v>0</c:v>
                      </c:pt>
                      <c:pt idx="273">
                        <c:v>0</c:v>
                      </c:pt>
                      <c:pt idx="274">
                        <c:v>0</c:v>
                      </c:pt>
                      <c:pt idx="275">
                        <c:v>0</c:v>
                      </c:pt>
                      <c:pt idx="276">
                        <c:v>0</c:v>
                      </c:pt>
                      <c:pt idx="277">
                        <c:v>0</c:v>
                      </c:pt>
                      <c:pt idx="278">
                        <c:v>0</c:v>
                      </c:pt>
                      <c:pt idx="279">
                        <c:v>0</c:v>
                      </c:pt>
                      <c:pt idx="280">
                        <c:v>0</c:v>
                      </c:pt>
                      <c:pt idx="281">
                        <c:v>0</c:v>
                      </c:pt>
                      <c:pt idx="282">
                        <c:v>0</c:v>
                      </c:pt>
                      <c:pt idx="283">
                        <c:v>0</c:v>
                      </c:pt>
                      <c:pt idx="284">
                        <c:v>0</c:v>
                      </c:pt>
                      <c:pt idx="285">
                        <c:v>0</c:v>
                      </c:pt>
                      <c:pt idx="286">
                        <c:v>0</c:v>
                      </c:pt>
                      <c:pt idx="287">
                        <c:v>0</c:v>
                      </c:pt>
                      <c:pt idx="288">
                        <c:v>0</c:v>
                      </c:pt>
                      <c:pt idx="289">
                        <c:v>0</c:v>
                      </c:pt>
                      <c:pt idx="290">
                        <c:v>0</c:v>
                      </c:pt>
                      <c:pt idx="291">
                        <c:v>0</c:v>
                      </c:pt>
                      <c:pt idx="292">
                        <c:v>0</c:v>
                      </c:pt>
                      <c:pt idx="293">
                        <c:v>0</c:v>
                      </c:pt>
                      <c:pt idx="294">
                        <c:v>0</c:v>
                      </c:pt>
                      <c:pt idx="295">
                        <c:v>0</c:v>
                      </c:pt>
                      <c:pt idx="296">
                        <c:v>0</c:v>
                      </c:pt>
                      <c:pt idx="297">
                        <c:v>0</c:v>
                      </c:pt>
                      <c:pt idx="298">
                        <c:v>0</c:v>
                      </c:pt>
                      <c:pt idx="299">
                        <c:v>0</c:v>
                      </c:pt>
                      <c:pt idx="300">
                        <c:v>0</c:v>
                      </c:pt>
                      <c:pt idx="301">
                        <c:v>0</c:v>
                      </c:pt>
                      <c:pt idx="302">
                        <c:v>0</c:v>
                      </c:pt>
                      <c:pt idx="303">
                        <c:v>0</c:v>
                      </c:pt>
                      <c:pt idx="304">
                        <c:v>0</c:v>
                      </c:pt>
                      <c:pt idx="305">
                        <c:v>0</c:v>
                      </c:pt>
                      <c:pt idx="306">
                        <c:v>0</c:v>
                      </c:pt>
                      <c:pt idx="307">
                        <c:v>0</c:v>
                      </c:pt>
                      <c:pt idx="308">
                        <c:v>0</c:v>
                      </c:pt>
                      <c:pt idx="309">
                        <c:v>0</c:v>
                      </c:pt>
                      <c:pt idx="310">
                        <c:v>0</c:v>
                      </c:pt>
                      <c:pt idx="311">
                        <c:v>0</c:v>
                      </c:pt>
                      <c:pt idx="312">
                        <c:v>0</c:v>
                      </c:pt>
                      <c:pt idx="313">
                        <c:v>0</c:v>
                      </c:pt>
                      <c:pt idx="314">
                        <c:v>0</c:v>
                      </c:pt>
                      <c:pt idx="315">
                        <c:v>0</c:v>
                      </c:pt>
                      <c:pt idx="316">
                        <c:v>0</c:v>
                      </c:pt>
                      <c:pt idx="317">
                        <c:v>0</c:v>
                      </c:pt>
                      <c:pt idx="318">
                        <c:v>0</c:v>
                      </c:pt>
                      <c:pt idx="319">
                        <c:v>0</c:v>
                      </c:pt>
                      <c:pt idx="320">
                        <c:v>0</c:v>
                      </c:pt>
                      <c:pt idx="321">
                        <c:v>0</c:v>
                      </c:pt>
                      <c:pt idx="322">
                        <c:v>0</c:v>
                      </c:pt>
                      <c:pt idx="323">
                        <c:v>0</c:v>
                      </c:pt>
                      <c:pt idx="324">
                        <c:v>0</c:v>
                      </c:pt>
                      <c:pt idx="325">
                        <c:v>0</c:v>
                      </c:pt>
                      <c:pt idx="326">
                        <c:v>0</c:v>
                      </c:pt>
                      <c:pt idx="327">
                        <c:v>0</c:v>
                      </c:pt>
                      <c:pt idx="328">
                        <c:v>0</c:v>
                      </c:pt>
                      <c:pt idx="329">
                        <c:v>0</c:v>
                      </c:pt>
                      <c:pt idx="330">
                        <c:v>0</c:v>
                      </c:pt>
                      <c:pt idx="331">
                        <c:v>0</c:v>
                      </c:pt>
                      <c:pt idx="332">
                        <c:v>0</c:v>
                      </c:pt>
                      <c:pt idx="333">
                        <c:v>0</c:v>
                      </c:pt>
                      <c:pt idx="334">
                        <c:v>0</c:v>
                      </c:pt>
                      <c:pt idx="335">
                        <c:v>0</c:v>
                      </c:pt>
                      <c:pt idx="336">
                        <c:v>0</c:v>
                      </c:pt>
                      <c:pt idx="337">
                        <c:v>0</c:v>
                      </c:pt>
                      <c:pt idx="338">
                        <c:v>0</c:v>
                      </c:pt>
                      <c:pt idx="339">
                        <c:v>0</c:v>
                      </c:pt>
                      <c:pt idx="340">
                        <c:v>0</c:v>
                      </c:pt>
                      <c:pt idx="341">
                        <c:v>0</c:v>
                      </c:pt>
                      <c:pt idx="342">
                        <c:v>0</c:v>
                      </c:pt>
                      <c:pt idx="343">
                        <c:v>0</c:v>
                      </c:pt>
                      <c:pt idx="344">
                        <c:v>0</c:v>
                      </c:pt>
                      <c:pt idx="345">
                        <c:v>0</c:v>
                      </c:pt>
                      <c:pt idx="346">
                        <c:v>0</c:v>
                      </c:pt>
                      <c:pt idx="347">
                        <c:v>0</c:v>
                      </c:pt>
                      <c:pt idx="348">
                        <c:v>0</c:v>
                      </c:pt>
                      <c:pt idx="349">
                        <c:v>0</c:v>
                      </c:pt>
                      <c:pt idx="350">
                        <c:v>0</c:v>
                      </c:pt>
                      <c:pt idx="351">
                        <c:v>0</c:v>
                      </c:pt>
                      <c:pt idx="352">
                        <c:v>0</c:v>
                      </c:pt>
                      <c:pt idx="353">
                        <c:v>0</c:v>
                      </c:pt>
                      <c:pt idx="354">
                        <c:v>0</c:v>
                      </c:pt>
                      <c:pt idx="355">
                        <c:v>0</c:v>
                      </c:pt>
                      <c:pt idx="356">
                        <c:v>0</c:v>
                      </c:pt>
                      <c:pt idx="357">
                        <c:v>0</c:v>
                      </c:pt>
                      <c:pt idx="358">
                        <c:v>0</c:v>
                      </c:pt>
                      <c:pt idx="359">
                        <c:v>0</c:v>
                      </c:pt>
                      <c:pt idx="360">
                        <c:v>0</c:v>
                      </c:pt>
                      <c:pt idx="361">
                        <c:v>0</c:v>
                      </c:pt>
                      <c:pt idx="362">
                        <c:v>0</c:v>
                      </c:pt>
                      <c:pt idx="363">
                        <c:v>0</c:v>
                      </c:pt>
                      <c:pt idx="364">
                        <c:v>0</c:v>
                      </c:pt>
                      <c:pt idx="365">
                        <c:v>0</c:v>
                      </c:pt>
                      <c:pt idx="366">
                        <c:v>0</c:v>
                      </c:pt>
                      <c:pt idx="367">
                        <c:v>0</c:v>
                      </c:pt>
                      <c:pt idx="368">
                        <c:v>0</c:v>
                      </c:pt>
                      <c:pt idx="369">
                        <c:v>0</c:v>
                      </c:pt>
                      <c:pt idx="370">
                        <c:v>0</c:v>
                      </c:pt>
                      <c:pt idx="371">
                        <c:v>0</c:v>
                      </c:pt>
                      <c:pt idx="372">
                        <c:v>0</c:v>
                      </c:pt>
                      <c:pt idx="373">
                        <c:v>0</c:v>
                      </c:pt>
                      <c:pt idx="374">
                        <c:v>0</c:v>
                      </c:pt>
                      <c:pt idx="375">
                        <c:v>0</c:v>
                      </c:pt>
                      <c:pt idx="376">
                        <c:v>0</c:v>
                      </c:pt>
                      <c:pt idx="377">
                        <c:v>0</c:v>
                      </c:pt>
                      <c:pt idx="378">
                        <c:v>0</c:v>
                      </c:pt>
                      <c:pt idx="379">
                        <c:v>0</c:v>
                      </c:pt>
                      <c:pt idx="380">
                        <c:v>0</c:v>
                      </c:pt>
                      <c:pt idx="381">
                        <c:v>0</c:v>
                      </c:pt>
                      <c:pt idx="382">
                        <c:v>0</c:v>
                      </c:pt>
                      <c:pt idx="383">
                        <c:v>0</c:v>
                      </c:pt>
                      <c:pt idx="384">
                        <c:v>0</c:v>
                      </c:pt>
                      <c:pt idx="385">
                        <c:v>0</c:v>
                      </c:pt>
                      <c:pt idx="386">
                        <c:v>0</c:v>
                      </c:pt>
                      <c:pt idx="387">
                        <c:v>0</c:v>
                      </c:pt>
                      <c:pt idx="388">
                        <c:v>0</c:v>
                      </c:pt>
                      <c:pt idx="389">
                        <c:v>0</c:v>
                      </c:pt>
                      <c:pt idx="390">
                        <c:v>0</c:v>
                      </c:pt>
                      <c:pt idx="391">
                        <c:v>0</c:v>
                      </c:pt>
                      <c:pt idx="392">
                        <c:v>0</c:v>
                      </c:pt>
                      <c:pt idx="393">
                        <c:v>0</c:v>
                      </c:pt>
                      <c:pt idx="394">
                        <c:v>0</c:v>
                      </c:pt>
                      <c:pt idx="395">
                        <c:v>0</c:v>
                      </c:pt>
                      <c:pt idx="396">
                        <c:v>0</c:v>
                      </c:pt>
                      <c:pt idx="397">
                        <c:v>0</c:v>
                      </c:pt>
                      <c:pt idx="398">
                        <c:v>0</c:v>
                      </c:pt>
                      <c:pt idx="399">
                        <c:v>0</c:v>
                      </c:pt>
                      <c:pt idx="400">
                        <c:v>0</c:v>
                      </c:pt>
                      <c:pt idx="401">
                        <c:v>0</c:v>
                      </c:pt>
                      <c:pt idx="402">
                        <c:v>0</c:v>
                      </c:pt>
                      <c:pt idx="403">
                        <c:v>0</c:v>
                      </c:pt>
                      <c:pt idx="404">
                        <c:v>0</c:v>
                      </c:pt>
                      <c:pt idx="405">
                        <c:v>0</c:v>
                      </c:pt>
                      <c:pt idx="406">
                        <c:v>0</c:v>
                      </c:pt>
                      <c:pt idx="407">
                        <c:v>0</c:v>
                      </c:pt>
                      <c:pt idx="408">
                        <c:v>0</c:v>
                      </c:pt>
                      <c:pt idx="409">
                        <c:v>0</c:v>
                      </c:pt>
                      <c:pt idx="410">
                        <c:v>0</c:v>
                      </c:pt>
                      <c:pt idx="411">
                        <c:v>0</c:v>
                      </c:pt>
                      <c:pt idx="412">
                        <c:v>0</c:v>
                      </c:pt>
                      <c:pt idx="413">
                        <c:v>0</c:v>
                      </c:pt>
                      <c:pt idx="414">
                        <c:v>0</c:v>
                      </c:pt>
                      <c:pt idx="415">
                        <c:v>0</c:v>
                      </c:pt>
                      <c:pt idx="416">
                        <c:v>0</c:v>
                      </c:pt>
                      <c:pt idx="417">
                        <c:v>0</c:v>
                      </c:pt>
                      <c:pt idx="418">
                        <c:v>0</c:v>
                      </c:pt>
                      <c:pt idx="419">
                        <c:v>0</c:v>
                      </c:pt>
                      <c:pt idx="420">
                        <c:v>0</c:v>
                      </c:pt>
                      <c:pt idx="421">
                        <c:v>0</c:v>
                      </c:pt>
                      <c:pt idx="422">
                        <c:v>0</c:v>
                      </c:pt>
                      <c:pt idx="423">
                        <c:v>0</c:v>
                      </c:pt>
                      <c:pt idx="424">
                        <c:v>0</c:v>
                      </c:pt>
                      <c:pt idx="425">
                        <c:v>0</c:v>
                      </c:pt>
                      <c:pt idx="426">
                        <c:v>0</c:v>
                      </c:pt>
                      <c:pt idx="427">
                        <c:v>0</c:v>
                      </c:pt>
                      <c:pt idx="428">
                        <c:v>0</c:v>
                      </c:pt>
                      <c:pt idx="429">
                        <c:v>0</c:v>
                      </c:pt>
                      <c:pt idx="430">
                        <c:v>0</c:v>
                      </c:pt>
                      <c:pt idx="431">
                        <c:v>0</c:v>
                      </c:pt>
                      <c:pt idx="432">
                        <c:v>0</c:v>
                      </c:pt>
                      <c:pt idx="433">
                        <c:v>0</c:v>
                      </c:pt>
                      <c:pt idx="434">
                        <c:v>0</c:v>
                      </c:pt>
                      <c:pt idx="435">
                        <c:v>0</c:v>
                      </c:pt>
                      <c:pt idx="436">
                        <c:v>0</c:v>
                      </c:pt>
                      <c:pt idx="437">
                        <c:v>0</c:v>
                      </c:pt>
                      <c:pt idx="438">
                        <c:v>0</c:v>
                      </c:pt>
                      <c:pt idx="439">
                        <c:v>0</c:v>
                      </c:pt>
                      <c:pt idx="440">
                        <c:v>0</c:v>
                      </c:pt>
                      <c:pt idx="441">
                        <c:v>0</c:v>
                      </c:pt>
                      <c:pt idx="442">
                        <c:v>0</c:v>
                      </c:pt>
                      <c:pt idx="443">
                        <c:v>0</c:v>
                      </c:pt>
                      <c:pt idx="444">
                        <c:v>0</c:v>
                      </c:pt>
                      <c:pt idx="445">
                        <c:v>0</c:v>
                      </c:pt>
                      <c:pt idx="446">
                        <c:v>0</c:v>
                      </c:pt>
                      <c:pt idx="447">
                        <c:v>0</c:v>
                      </c:pt>
                      <c:pt idx="448">
                        <c:v>0</c:v>
                      </c:pt>
                      <c:pt idx="449">
                        <c:v>0</c:v>
                      </c:pt>
                      <c:pt idx="450">
                        <c:v>0</c:v>
                      </c:pt>
                      <c:pt idx="451">
                        <c:v>0</c:v>
                      </c:pt>
                      <c:pt idx="452">
                        <c:v>0</c:v>
                      </c:pt>
                      <c:pt idx="453">
                        <c:v>0</c:v>
                      </c:pt>
                      <c:pt idx="454">
                        <c:v>0</c:v>
                      </c:pt>
                      <c:pt idx="455">
                        <c:v>0</c:v>
                      </c:pt>
                      <c:pt idx="456">
                        <c:v>0</c:v>
                      </c:pt>
                      <c:pt idx="457">
                        <c:v>0</c:v>
                      </c:pt>
                      <c:pt idx="458">
                        <c:v>0</c:v>
                      </c:pt>
                      <c:pt idx="459">
                        <c:v>0</c:v>
                      </c:pt>
                      <c:pt idx="460">
                        <c:v>0</c:v>
                      </c:pt>
                      <c:pt idx="461">
                        <c:v>0</c:v>
                      </c:pt>
                      <c:pt idx="462">
                        <c:v>0</c:v>
                      </c:pt>
                      <c:pt idx="463">
                        <c:v>0</c:v>
                      </c:pt>
                      <c:pt idx="464">
                        <c:v>0</c:v>
                      </c:pt>
                      <c:pt idx="465">
                        <c:v>0</c:v>
                      </c:pt>
                      <c:pt idx="466">
                        <c:v>0</c:v>
                      </c:pt>
                      <c:pt idx="467">
                        <c:v>0</c:v>
                      </c:pt>
                      <c:pt idx="468">
                        <c:v>0</c:v>
                      </c:pt>
                      <c:pt idx="469">
                        <c:v>0</c:v>
                      </c:pt>
                      <c:pt idx="470">
                        <c:v>0</c:v>
                      </c:pt>
                      <c:pt idx="471">
                        <c:v>0</c:v>
                      </c:pt>
                      <c:pt idx="472">
                        <c:v>0</c:v>
                      </c:pt>
                      <c:pt idx="473">
                        <c:v>0</c:v>
                      </c:pt>
                      <c:pt idx="474">
                        <c:v>0</c:v>
                      </c:pt>
                      <c:pt idx="475">
                        <c:v>0</c:v>
                      </c:pt>
                      <c:pt idx="476">
                        <c:v>0</c:v>
                      </c:pt>
                      <c:pt idx="477">
                        <c:v>0</c:v>
                      </c:pt>
                      <c:pt idx="478">
                        <c:v>0</c:v>
                      </c:pt>
                      <c:pt idx="479">
                        <c:v>0</c:v>
                      </c:pt>
                      <c:pt idx="480">
                        <c:v>0</c:v>
                      </c:pt>
                      <c:pt idx="481">
                        <c:v>0</c:v>
                      </c:pt>
                      <c:pt idx="482">
                        <c:v>0</c:v>
                      </c:pt>
                      <c:pt idx="483">
                        <c:v>0</c:v>
                      </c:pt>
                      <c:pt idx="484">
                        <c:v>0</c:v>
                      </c:pt>
                      <c:pt idx="485">
                        <c:v>0</c:v>
                      </c:pt>
                      <c:pt idx="486">
                        <c:v>0</c:v>
                      </c:pt>
                      <c:pt idx="487">
                        <c:v>0</c:v>
                      </c:pt>
                      <c:pt idx="488">
                        <c:v>0</c:v>
                      </c:pt>
                      <c:pt idx="489">
                        <c:v>0</c:v>
                      </c:pt>
                      <c:pt idx="490">
                        <c:v>0</c:v>
                      </c:pt>
                      <c:pt idx="491">
                        <c:v>0</c:v>
                      </c:pt>
                      <c:pt idx="492">
                        <c:v>0</c:v>
                      </c:pt>
                      <c:pt idx="493">
                        <c:v>0</c:v>
                      </c:pt>
                      <c:pt idx="494">
                        <c:v>0</c:v>
                      </c:pt>
                      <c:pt idx="495">
                        <c:v>0</c:v>
                      </c:pt>
                      <c:pt idx="496">
                        <c:v>0</c:v>
                      </c:pt>
                      <c:pt idx="497">
                        <c:v>0</c:v>
                      </c:pt>
                      <c:pt idx="498">
                        <c:v>0</c:v>
                      </c:pt>
                      <c:pt idx="499">
                        <c:v>0</c:v>
                      </c:pt>
                      <c:pt idx="500">
                        <c:v>0</c:v>
                      </c:pt>
                      <c:pt idx="501">
                        <c:v>0</c:v>
                      </c:pt>
                      <c:pt idx="502">
                        <c:v>0</c:v>
                      </c:pt>
                      <c:pt idx="503">
                        <c:v>0</c:v>
                      </c:pt>
                      <c:pt idx="504">
                        <c:v>0</c:v>
                      </c:pt>
                      <c:pt idx="505">
                        <c:v>0</c:v>
                      </c:pt>
                      <c:pt idx="506">
                        <c:v>0</c:v>
                      </c:pt>
                      <c:pt idx="507">
                        <c:v>0</c:v>
                      </c:pt>
                      <c:pt idx="508">
                        <c:v>0</c:v>
                      </c:pt>
                      <c:pt idx="509">
                        <c:v>0</c:v>
                      </c:pt>
                      <c:pt idx="510">
                        <c:v>0</c:v>
                      </c:pt>
                      <c:pt idx="511">
                        <c:v>0</c:v>
                      </c:pt>
                      <c:pt idx="512">
                        <c:v>0</c:v>
                      </c:pt>
                      <c:pt idx="513">
                        <c:v>0</c:v>
                      </c:pt>
                      <c:pt idx="514">
                        <c:v>0</c:v>
                      </c:pt>
                      <c:pt idx="515">
                        <c:v>0</c:v>
                      </c:pt>
                      <c:pt idx="516">
                        <c:v>0</c:v>
                      </c:pt>
                      <c:pt idx="517">
                        <c:v>0</c:v>
                      </c:pt>
                      <c:pt idx="518">
                        <c:v>0</c:v>
                      </c:pt>
                      <c:pt idx="519">
                        <c:v>0</c:v>
                      </c:pt>
                      <c:pt idx="520">
                        <c:v>0</c:v>
                      </c:pt>
                      <c:pt idx="521">
                        <c:v>0</c:v>
                      </c:pt>
                      <c:pt idx="522">
                        <c:v>0</c:v>
                      </c:pt>
                      <c:pt idx="523">
                        <c:v>0</c:v>
                      </c:pt>
                      <c:pt idx="524">
                        <c:v>0</c:v>
                      </c:pt>
                      <c:pt idx="525">
                        <c:v>0</c:v>
                      </c:pt>
                      <c:pt idx="526">
                        <c:v>0</c:v>
                      </c:pt>
                      <c:pt idx="527">
                        <c:v>0</c:v>
                      </c:pt>
                      <c:pt idx="528">
                        <c:v>0</c:v>
                      </c:pt>
                      <c:pt idx="529">
                        <c:v>0</c:v>
                      </c:pt>
                      <c:pt idx="530">
                        <c:v>0</c:v>
                      </c:pt>
                      <c:pt idx="531">
                        <c:v>0</c:v>
                      </c:pt>
                      <c:pt idx="532">
                        <c:v>0</c:v>
                      </c:pt>
                      <c:pt idx="533">
                        <c:v>0</c:v>
                      </c:pt>
                      <c:pt idx="534">
                        <c:v>0</c:v>
                      </c:pt>
                      <c:pt idx="535">
                        <c:v>0</c:v>
                      </c:pt>
                      <c:pt idx="536">
                        <c:v>0</c:v>
                      </c:pt>
                      <c:pt idx="537">
                        <c:v>0</c:v>
                      </c:pt>
                      <c:pt idx="538">
                        <c:v>0</c:v>
                      </c:pt>
                      <c:pt idx="539">
                        <c:v>0</c:v>
                      </c:pt>
                      <c:pt idx="540">
                        <c:v>0</c:v>
                      </c:pt>
                      <c:pt idx="541">
                        <c:v>0</c:v>
                      </c:pt>
                      <c:pt idx="542">
                        <c:v>0</c:v>
                      </c:pt>
                      <c:pt idx="543">
                        <c:v>0</c:v>
                      </c:pt>
                      <c:pt idx="544">
                        <c:v>0</c:v>
                      </c:pt>
                      <c:pt idx="545">
                        <c:v>0</c:v>
                      </c:pt>
                      <c:pt idx="546">
                        <c:v>0</c:v>
                      </c:pt>
                      <c:pt idx="547">
                        <c:v>0</c:v>
                      </c:pt>
                      <c:pt idx="548">
                        <c:v>0</c:v>
                      </c:pt>
                      <c:pt idx="549">
                        <c:v>0</c:v>
                      </c:pt>
                      <c:pt idx="550">
                        <c:v>0</c:v>
                      </c:pt>
                      <c:pt idx="551">
                        <c:v>0</c:v>
                      </c:pt>
                      <c:pt idx="552">
                        <c:v>0</c:v>
                      </c:pt>
                      <c:pt idx="553">
                        <c:v>0</c:v>
                      </c:pt>
                      <c:pt idx="554">
                        <c:v>0</c:v>
                      </c:pt>
                      <c:pt idx="555">
                        <c:v>0</c:v>
                      </c:pt>
                      <c:pt idx="556">
                        <c:v>0</c:v>
                      </c:pt>
                      <c:pt idx="557">
                        <c:v>0</c:v>
                      </c:pt>
                      <c:pt idx="558">
                        <c:v>0</c:v>
                      </c:pt>
                      <c:pt idx="559">
                        <c:v>0</c:v>
                      </c:pt>
                      <c:pt idx="560">
                        <c:v>0</c:v>
                      </c:pt>
                      <c:pt idx="561">
                        <c:v>0</c:v>
                      </c:pt>
                      <c:pt idx="562">
                        <c:v>0</c:v>
                      </c:pt>
                      <c:pt idx="563">
                        <c:v>0</c:v>
                      </c:pt>
                      <c:pt idx="564">
                        <c:v>0</c:v>
                      </c:pt>
                      <c:pt idx="565">
                        <c:v>0</c:v>
                      </c:pt>
                      <c:pt idx="566">
                        <c:v>0</c:v>
                      </c:pt>
                      <c:pt idx="567">
                        <c:v>0</c:v>
                      </c:pt>
                      <c:pt idx="568">
                        <c:v>0</c:v>
                      </c:pt>
                      <c:pt idx="569">
                        <c:v>0</c:v>
                      </c:pt>
                      <c:pt idx="570">
                        <c:v>0</c:v>
                      </c:pt>
                      <c:pt idx="571">
                        <c:v>0</c:v>
                      </c:pt>
                      <c:pt idx="572">
                        <c:v>0</c:v>
                      </c:pt>
                      <c:pt idx="573">
                        <c:v>0</c:v>
                      </c:pt>
                      <c:pt idx="574">
                        <c:v>0</c:v>
                      </c:pt>
                      <c:pt idx="575">
                        <c:v>0</c:v>
                      </c:pt>
                      <c:pt idx="576">
                        <c:v>0</c:v>
                      </c:pt>
                      <c:pt idx="577">
                        <c:v>0</c:v>
                      </c:pt>
                      <c:pt idx="578">
                        <c:v>0</c:v>
                      </c:pt>
                      <c:pt idx="579">
                        <c:v>0</c:v>
                      </c:pt>
                      <c:pt idx="580">
                        <c:v>0</c:v>
                      </c:pt>
                      <c:pt idx="581">
                        <c:v>0</c:v>
                      </c:pt>
                      <c:pt idx="582">
                        <c:v>0</c:v>
                      </c:pt>
                      <c:pt idx="583">
                        <c:v>0</c:v>
                      </c:pt>
                      <c:pt idx="584">
                        <c:v>0</c:v>
                      </c:pt>
                      <c:pt idx="585">
                        <c:v>0</c:v>
                      </c:pt>
                      <c:pt idx="586">
                        <c:v>0</c:v>
                      </c:pt>
                      <c:pt idx="587">
                        <c:v>0</c:v>
                      </c:pt>
                      <c:pt idx="588">
                        <c:v>0</c:v>
                      </c:pt>
                      <c:pt idx="589">
                        <c:v>0</c:v>
                      </c:pt>
                      <c:pt idx="590">
                        <c:v>0</c:v>
                      </c:pt>
                      <c:pt idx="591">
                        <c:v>0</c:v>
                      </c:pt>
                      <c:pt idx="592">
                        <c:v>0</c:v>
                      </c:pt>
                      <c:pt idx="593">
                        <c:v>0</c:v>
                      </c:pt>
                      <c:pt idx="594">
                        <c:v>0</c:v>
                      </c:pt>
                      <c:pt idx="595">
                        <c:v>0</c:v>
                      </c:pt>
                      <c:pt idx="596">
                        <c:v>0</c:v>
                      </c:pt>
                      <c:pt idx="597">
                        <c:v>0</c:v>
                      </c:pt>
                      <c:pt idx="598">
                        <c:v>0</c:v>
                      </c:pt>
                      <c:pt idx="599">
                        <c:v>0</c:v>
                      </c:pt>
                      <c:pt idx="600">
                        <c:v>0</c:v>
                      </c:pt>
                      <c:pt idx="601">
                        <c:v>0</c:v>
                      </c:pt>
                      <c:pt idx="602">
                        <c:v>0</c:v>
                      </c:pt>
                      <c:pt idx="603">
                        <c:v>0</c:v>
                      </c:pt>
                      <c:pt idx="604">
                        <c:v>0</c:v>
                      </c:pt>
                      <c:pt idx="605">
                        <c:v>0</c:v>
                      </c:pt>
                      <c:pt idx="606">
                        <c:v>0</c:v>
                      </c:pt>
                      <c:pt idx="607">
                        <c:v>0</c:v>
                      </c:pt>
                      <c:pt idx="608">
                        <c:v>0</c:v>
                      </c:pt>
                      <c:pt idx="609">
                        <c:v>0</c:v>
                      </c:pt>
                      <c:pt idx="610">
                        <c:v>0</c:v>
                      </c:pt>
                      <c:pt idx="611">
                        <c:v>0</c:v>
                      </c:pt>
                      <c:pt idx="612">
                        <c:v>0</c:v>
                      </c:pt>
                      <c:pt idx="613">
                        <c:v>0</c:v>
                      </c:pt>
                      <c:pt idx="614">
                        <c:v>0</c:v>
                      </c:pt>
                      <c:pt idx="615">
                        <c:v>0</c:v>
                      </c:pt>
                      <c:pt idx="616">
                        <c:v>0</c:v>
                      </c:pt>
                      <c:pt idx="617">
                        <c:v>0</c:v>
                      </c:pt>
                      <c:pt idx="618">
                        <c:v>0</c:v>
                      </c:pt>
                      <c:pt idx="619">
                        <c:v>0</c:v>
                      </c:pt>
                      <c:pt idx="620">
                        <c:v>0</c:v>
                      </c:pt>
                      <c:pt idx="621">
                        <c:v>0</c:v>
                      </c:pt>
                      <c:pt idx="622">
                        <c:v>0</c:v>
                      </c:pt>
                      <c:pt idx="623">
                        <c:v>0</c:v>
                      </c:pt>
                      <c:pt idx="624">
                        <c:v>0</c:v>
                      </c:pt>
                      <c:pt idx="625">
                        <c:v>0</c:v>
                      </c:pt>
                      <c:pt idx="626">
                        <c:v>0</c:v>
                      </c:pt>
                      <c:pt idx="627">
                        <c:v>0</c:v>
                      </c:pt>
                      <c:pt idx="628">
                        <c:v>0</c:v>
                      </c:pt>
                      <c:pt idx="629">
                        <c:v>0</c:v>
                      </c:pt>
                      <c:pt idx="630">
                        <c:v>0</c:v>
                      </c:pt>
                      <c:pt idx="631">
                        <c:v>0</c:v>
                      </c:pt>
                      <c:pt idx="632">
                        <c:v>0</c:v>
                      </c:pt>
                      <c:pt idx="633">
                        <c:v>0</c:v>
                      </c:pt>
                      <c:pt idx="634">
                        <c:v>0</c:v>
                      </c:pt>
                      <c:pt idx="635">
                        <c:v>0</c:v>
                      </c:pt>
                      <c:pt idx="636">
                        <c:v>0</c:v>
                      </c:pt>
                      <c:pt idx="637">
                        <c:v>0</c:v>
                      </c:pt>
                      <c:pt idx="638">
                        <c:v>0</c:v>
                      </c:pt>
                      <c:pt idx="639">
                        <c:v>0</c:v>
                      </c:pt>
                      <c:pt idx="640">
                        <c:v>0</c:v>
                      </c:pt>
                      <c:pt idx="641">
                        <c:v>0</c:v>
                      </c:pt>
                      <c:pt idx="642">
                        <c:v>0</c:v>
                      </c:pt>
                      <c:pt idx="643">
                        <c:v>0</c:v>
                      </c:pt>
                      <c:pt idx="644">
                        <c:v>0</c:v>
                      </c:pt>
                      <c:pt idx="645">
                        <c:v>0</c:v>
                      </c:pt>
                      <c:pt idx="646">
                        <c:v>0</c:v>
                      </c:pt>
                      <c:pt idx="647">
                        <c:v>0</c:v>
                      </c:pt>
                      <c:pt idx="648">
                        <c:v>0</c:v>
                      </c:pt>
                      <c:pt idx="649">
                        <c:v>0</c:v>
                      </c:pt>
                      <c:pt idx="650">
                        <c:v>0</c:v>
                      </c:pt>
                      <c:pt idx="651">
                        <c:v>0</c:v>
                      </c:pt>
                      <c:pt idx="652">
                        <c:v>0</c:v>
                      </c:pt>
                      <c:pt idx="653">
                        <c:v>0</c:v>
                      </c:pt>
                      <c:pt idx="654">
                        <c:v>0</c:v>
                      </c:pt>
                      <c:pt idx="655">
                        <c:v>0</c:v>
                      </c:pt>
                      <c:pt idx="656">
                        <c:v>0</c:v>
                      </c:pt>
                      <c:pt idx="657">
                        <c:v>0</c:v>
                      </c:pt>
                      <c:pt idx="658">
                        <c:v>0</c:v>
                      </c:pt>
                      <c:pt idx="659">
                        <c:v>0</c:v>
                      </c:pt>
                      <c:pt idx="660">
                        <c:v>0</c:v>
                      </c:pt>
                      <c:pt idx="661">
                        <c:v>0</c:v>
                      </c:pt>
                      <c:pt idx="662">
                        <c:v>0</c:v>
                      </c:pt>
                      <c:pt idx="663">
                        <c:v>0</c:v>
                      </c:pt>
                      <c:pt idx="664">
                        <c:v>0</c:v>
                      </c:pt>
                      <c:pt idx="665">
                        <c:v>0</c:v>
                      </c:pt>
                      <c:pt idx="666">
                        <c:v>0</c:v>
                      </c:pt>
                      <c:pt idx="667">
                        <c:v>0</c:v>
                      </c:pt>
                      <c:pt idx="668">
                        <c:v>0</c:v>
                      </c:pt>
                      <c:pt idx="669">
                        <c:v>0</c:v>
                      </c:pt>
                      <c:pt idx="670">
                        <c:v>0</c:v>
                      </c:pt>
                      <c:pt idx="671">
                        <c:v>0</c:v>
                      </c:pt>
                      <c:pt idx="672">
                        <c:v>0</c:v>
                      </c:pt>
                      <c:pt idx="673">
                        <c:v>0</c:v>
                      </c:pt>
                      <c:pt idx="674">
                        <c:v>0</c:v>
                      </c:pt>
                      <c:pt idx="675">
                        <c:v>0</c:v>
                      </c:pt>
                      <c:pt idx="676">
                        <c:v>0</c:v>
                      </c:pt>
                      <c:pt idx="677">
                        <c:v>0</c:v>
                      </c:pt>
                      <c:pt idx="678">
                        <c:v>0</c:v>
                      </c:pt>
                      <c:pt idx="679">
                        <c:v>0</c:v>
                      </c:pt>
                      <c:pt idx="680">
                        <c:v>0</c:v>
                      </c:pt>
                      <c:pt idx="681">
                        <c:v>0</c:v>
                      </c:pt>
                      <c:pt idx="682">
                        <c:v>0</c:v>
                      </c:pt>
                      <c:pt idx="683">
                        <c:v>0</c:v>
                      </c:pt>
                      <c:pt idx="684">
                        <c:v>0</c:v>
                      </c:pt>
                      <c:pt idx="685">
                        <c:v>0</c:v>
                      </c:pt>
                      <c:pt idx="686">
                        <c:v>0</c:v>
                      </c:pt>
                      <c:pt idx="687">
                        <c:v>0</c:v>
                      </c:pt>
                      <c:pt idx="688">
                        <c:v>0</c:v>
                      </c:pt>
                      <c:pt idx="689">
                        <c:v>0</c:v>
                      </c:pt>
                      <c:pt idx="690">
                        <c:v>0</c:v>
                      </c:pt>
                      <c:pt idx="691">
                        <c:v>0</c:v>
                      </c:pt>
                      <c:pt idx="692">
                        <c:v>0</c:v>
                      </c:pt>
                      <c:pt idx="693">
                        <c:v>0</c:v>
                      </c:pt>
                      <c:pt idx="694">
                        <c:v>0</c:v>
                      </c:pt>
                      <c:pt idx="695">
                        <c:v>0</c:v>
                      </c:pt>
                      <c:pt idx="696">
                        <c:v>0</c:v>
                      </c:pt>
                      <c:pt idx="697">
                        <c:v>0</c:v>
                      </c:pt>
                      <c:pt idx="698">
                        <c:v>0</c:v>
                      </c:pt>
                      <c:pt idx="699">
                        <c:v>0</c:v>
                      </c:pt>
                      <c:pt idx="700">
                        <c:v>0</c:v>
                      </c:pt>
                      <c:pt idx="701">
                        <c:v>0</c:v>
                      </c:pt>
                      <c:pt idx="702">
                        <c:v>0</c:v>
                      </c:pt>
                      <c:pt idx="703">
                        <c:v>0</c:v>
                      </c:pt>
                      <c:pt idx="704">
                        <c:v>0</c:v>
                      </c:pt>
                      <c:pt idx="705">
                        <c:v>0</c:v>
                      </c:pt>
                      <c:pt idx="706">
                        <c:v>0</c:v>
                      </c:pt>
                      <c:pt idx="707">
                        <c:v>0</c:v>
                      </c:pt>
                      <c:pt idx="708">
                        <c:v>0</c:v>
                      </c:pt>
                      <c:pt idx="709">
                        <c:v>0</c:v>
                      </c:pt>
                      <c:pt idx="710">
                        <c:v>0</c:v>
                      </c:pt>
                      <c:pt idx="711">
                        <c:v>0</c:v>
                      </c:pt>
                      <c:pt idx="712">
                        <c:v>0</c:v>
                      </c:pt>
                      <c:pt idx="713">
                        <c:v>0</c:v>
                      </c:pt>
                      <c:pt idx="714">
                        <c:v>0</c:v>
                      </c:pt>
                      <c:pt idx="715">
                        <c:v>0</c:v>
                      </c:pt>
                      <c:pt idx="716">
                        <c:v>0</c:v>
                      </c:pt>
                      <c:pt idx="717">
                        <c:v>0</c:v>
                      </c:pt>
                      <c:pt idx="718">
                        <c:v>0</c:v>
                      </c:pt>
                      <c:pt idx="719">
                        <c:v>0</c:v>
                      </c:pt>
                      <c:pt idx="720">
                        <c:v>0</c:v>
                      </c:pt>
                      <c:pt idx="721">
                        <c:v>0</c:v>
                      </c:pt>
                      <c:pt idx="722">
                        <c:v>0</c:v>
                      </c:pt>
                      <c:pt idx="723">
                        <c:v>0</c:v>
                      </c:pt>
                      <c:pt idx="724">
                        <c:v>0</c:v>
                      </c:pt>
                      <c:pt idx="725">
                        <c:v>0</c:v>
                      </c:pt>
                      <c:pt idx="726">
                        <c:v>0</c:v>
                      </c:pt>
                      <c:pt idx="727">
                        <c:v>0</c:v>
                      </c:pt>
                      <c:pt idx="728">
                        <c:v>0</c:v>
                      </c:pt>
                      <c:pt idx="729">
                        <c:v>0</c:v>
                      </c:pt>
                      <c:pt idx="730">
                        <c:v>0</c:v>
                      </c:pt>
                      <c:pt idx="731">
                        <c:v>0</c:v>
                      </c:pt>
                      <c:pt idx="732">
                        <c:v>0</c:v>
                      </c:pt>
                      <c:pt idx="733">
                        <c:v>0</c:v>
                      </c:pt>
                      <c:pt idx="734">
                        <c:v>0</c:v>
                      </c:pt>
                      <c:pt idx="735">
                        <c:v>0</c:v>
                      </c:pt>
                      <c:pt idx="736">
                        <c:v>0</c:v>
                      </c:pt>
                      <c:pt idx="737">
                        <c:v>0</c:v>
                      </c:pt>
                      <c:pt idx="738">
                        <c:v>0</c:v>
                      </c:pt>
                      <c:pt idx="739">
                        <c:v>0</c:v>
                      </c:pt>
                      <c:pt idx="740">
                        <c:v>0</c:v>
                      </c:pt>
                      <c:pt idx="741">
                        <c:v>0</c:v>
                      </c:pt>
                      <c:pt idx="742">
                        <c:v>0</c:v>
                      </c:pt>
                      <c:pt idx="743">
                        <c:v>0</c:v>
                      </c:pt>
                      <c:pt idx="744">
                        <c:v>0</c:v>
                      </c:pt>
                      <c:pt idx="745">
                        <c:v>0</c:v>
                      </c:pt>
                      <c:pt idx="746">
                        <c:v>0</c:v>
                      </c:pt>
                      <c:pt idx="747">
                        <c:v>0</c:v>
                      </c:pt>
                      <c:pt idx="748">
                        <c:v>0</c:v>
                      </c:pt>
                      <c:pt idx="749">
                        <c:v>0</c:v>
                      </c:pt>
                      <c:pt idx="750">
                        <c:v>0</c:v>
                      </c:pt>
                      <c:pt idx="751">
                        <c:v>0</c:v>
                      </c:pt>
                      <c:pt idx="752">
                        <c:v>0</c:v>
                      </c:pt>
                      <c:pt idx="753">
                        <c:v>0</c:v>
                      </c:pt>
                      <c:pt idx="754">
                        <c:v>0</c:v>
                      </c:pt>
                      <c:pt idx="755">
                        <c:v>0</c:v>
                      </c:pt>
                      <c:pt idx="756">
                        <c:v>0</c:v>
                      </c:pt>
                      <c:pt idx="757">
                        <c:v>0</c:v>
                      </c:pt>
                      <c:pt idx="758">
                        <c:v>0</c:v>
                      </c:pt>
                      <c:pt idx="759">
                        <c:v>0</c:v>
                      </c:pt>
                      <c:pt idx="760">
                        <c:v>0</c:v>
                      </c:pt>
                      <c:pt idx="761">
                        <c:v>0</c:v>
                      </c:pt>
                      <c:pt idx="762">
                        <c:v>0</c:v>
                      </c:pt>
                      <c:pt idx="763">
                        <c:v>0</c:v>
                      </c:pt>
                      <c:pt idx="764">
                        <c:v>0</c:v>
                      </c:pt>
                      <c:pt idx="765">
                        <c:v>0</c:v>
                      </c:pt>
                      <c:pt idx="766">
                        <c:v>0</c:v>
                      </c:pt>
                      <c:pt idx="767">
                        <c:v>0</c:v>
                      </c:pt>
                      <c:pt idx="768">
                        <c:v>0</c:v>
                      </c:pt>
                      <c:pt idx="769">
                        <c:v>0</c:v>
                      </c:pt>
                      <c:pt idx="770">
                        <c:v>0</c:v>
                      </c:pt>
                      <c:pt idx="771">
                        <c:v>0</c:v>
                      </c:pt>
                      <c:pt idx="772">
                        <c:v>0</c:v>
                      </c:pt>
                      <c:pt idx="773">
                        <c:v>0</c:v>
                      </c:pt>
                      <c:pt idx="774">
                        <c:v>0</c:v>
                      </c:pt>
                      <c:pt idx="775">
                        <c:v>0</c:v>
                      </c:pt>
                      <c:pt idx="776">
                        <c:v>0</c:v>
                      </c:pt>
                      <c:pt idx="777">
                        <c:v>0</c:v>
                      </c:pt>
                      <c:pt idx="778">
                        <c:v>0</c:v>
                      </c:pt>
                      <c:pt idx="779">
                        <c:v>0</c:v>
                      </c:pt>
                      <c:pt idx="780">
                        <c:v>0</c:v>
                      </c:pt>
                      <c:pt idx="781">
                        <c:v>0</c:v>
                      </c:pt>
                      <c:pt idx="782">
                        <c:v>0</c:v>
                      </c:pt>
                      <c:pt idx="783">
                        <c:v>0</c:v>
                      </c:pt>
                      <c:pt idx="784">
                        <c:v>0</c:v>
                      </c:pt>
                      <c:pt idx="785">
                        <c:v>0</c:v>
                      </c:pt>
                      <c:pt idx="786">
                        <c:v>0</c:v>
                      </c:pt>
                      <c:pt idx="787">
                        <c:v>0</c:v>
                      </c:pt>
                      <c:pt idx="788">
                        <c:v>0</c:v>
                      </c:pt>
                      <c:pt idx="789">
                        <c:v>0</c:v>
                      </c:pt>
                      <c:pt idx="790">
                        <c:v>0</c:v>
                      </c:pt>
                      <c:pt idx="791">
                        <c:v>0</c:v>
                      </c:pt>
                      <c:pt idx="792">
                        <c:v>0</c:v>
                      </c:pt>
                      <c:pt idx="793">
                        <c:v>0</c:v>
                      </c:pt>
                      <c:pt idx="794">
                        <c:v>0</c:v>
                      </c:pt>
                      <c:pt idx="795">
                        <c:v>0</c:v>
                      </c:pt>
                      <c:pt idx="796">
                        <c:v>0</c:v>
                      </c:pt>
                      <c:pt idx="797">
                        <c:v>0</c:v>
                      </c:pt>
                      <c:pt idx="798">
                        <c:v>0</c:v>
                      </c:pt>
                      <c:pt idx="799">
                        <c:v>0</c:v>
                      </c:pt>
                      <c:pt idx="800">
                        <c:v>0</c:v>
                      </c:pt>
                      <c:pt idx="801">
                        <c:v>0</c:v>
                      </c:pt>
                      <c:pt idx="802">
                        <c:v>0</c:v>
                      </c:pt>
                      <c:pt idx="803">
                        <c:v>0</c:v>
                      </c:pt>
                      <c:pt idx="804">
                        <c:v>0</c:v>
                      </c:pt>
                      <c:pt idx="805">
                        <c:v>0</c:v>
                      </c:pt>
                      <c:pt idx="806">
                        <c:v>0</c:v>
                      </c:pt>
                      <c:pt idx="807">
                        <c:v>0</c:v>
                      </c:pt>
                      <c:pt idx="808">
                        <c:v>0</c:v>
                      </c:pt>
                      <c:pt idx="809">
                        <c:v>0</c:v>
                      </c:pt>
                      <c:pt idx="810">
                        <c:v>0</c:v>
                      </c:pt>
                      <c:pt idx="811">
                        <c:v>0</c:v>
                      </c:pt>
                      <c:pt idx="812">
                        <c:v>0</c:v>
                      </c:pt>
                      <c:pt idx="813">
                        <c:v>0</c:v>
                      </c:pt>
                      <c:pt idx="814">
                        <c:v>0</c:v>
                      </c:pt>
                      <c:pt idx="815">
                        <c:v>0</c:v>
                      </c:pt>
                      <c:pt idx="816">
                        <c:v>0</c:v>
                      </c:pt>
                      <c:pt idx="817">
                        <c:v>0</c:v>
                      </c:pt>
                      <c:pt idx="818">
                        <c:v>0</c:v>
                      </c:pt>
                      <c:pt idx="819">
                        <c:v>0</c:v>
                      </c:pt>
                      <c:pt idx="820">
                        <c:v>0</c:v>
                      </c:pt>
                      <c:pt idx="821">
                        <c:v>0</c:v>
                      </c:pt>
                      <c:pt idx="822">
                        <c:v>0</c:v>
                      </c:pt>
                      <c:pt idx="823">
                        <c:v>0</c:v>
                      </c:pt>
                      <c:pt idx="824">
                        <c:v>0</c:v>
                      </c:pt>
                      <c:pt idx="825">
                        <c:v>0</c:v>
                      </c:pt>
                      <c:pt idx="826">
                        <c:v>0</c:v>
                      </c:pt>
                      <c:pt idx="827">
                        <c:v>0</c:v>
                      </c:pt>
                      <c:pt idx="828">
                        <c:v>0</c:v>
                      </c:pt>
                      <c:pt idx="829">
                        <c:v>0</c:v>
                      </c:pt>
                      <c:pt idx="830">
                        <c:v>0</c:v>
                      </c:pt>
                      <c:pt idx="831">
                        <c:v>0</c:v>
                      </c:pt>
                      <c:pt idx="832">
                        <c:v>0</c:v>
                      </c:pt>
                      <c:pt idx="833">
                        <c:v>0</c:v>
                      </c:pt>
                      <c:pt idx="834">
                        <c:v>0</c:v>
                      </c:pt>
                      <c:pt idx="835">
                        <c:v>0</c:v>
                      </c:pt>
                      <c:pt idx="836">
                        <c:v>0</c:v>
                      </c:pt>
                      <c:pt idx="837">
                        <c:v>0</c:v>
                      </c:pt>
                      <c:pt idx="838">
                        <c:v>0</c:v>
                      </c:pt>
                      <c:pt idx="839">
                        <c:v>0</c:v>
                      </c:pt>
                      <c:pt idx="840">
                        <c:v>0</c:v>
                      </c:pt>
                      <c:pt idx="841">
                        <c:v>0</c:v>
                      </c:pt>
                      <c:pt idx="842">
                        <c:v>0</c:v>
                      </c:pt>
                      <c:pt idx="843">
                        <c:v>0</c:v>
                      </c:pt>
                      <c:pt idx="844">
                        <c:v>0</c:v>
                      </c:pt>
                      <c:pt idx="845">
                        <c:v>0</c:v>
                      </c:pt>
                      <c:pt idx="846">
                        <c:v>0</c:v>
                      </c:pt>
                      <c:pt idx="847">
                        <c:v>0</c:v>
                      </c:pt>
                      <c:pt idx="848">
                        <c:v>0</c:v>
                      </c:pt>
                      <c:pt idx="849">
                        <c:v>0</c:v>
                      </c:pt>
                      <c:pt idx="850">
                        <c:v>0</c:v>
                      </c:pt>
                      <c:pt idx="851">
                        <c:v>0</c:v>
                      </c:pt>
                      <c:pt idx="852">
                        <c:v>0</c:v>
                      </c:pt>
                      <c:pt idx="853">
                        <c:v>0</c:v>
                      </c:pt>
                      <c:pt idx="854">
                        <c:v>0</c:v>
                      </c:pt>
                      <c:pt idx="855">
                        <c:v>0</c:v>
                      </c:pt>
                      <c:pt idx="856">
                        <c:v>0</c:v>
                      </c:pt>
                      <c:pt idx="857">
                        <c:v>0</c:v>
                      </c:pt>
                      <c:pt idx="858">
                        <c:v>0</c:v>
                      </c:pt>
                      <c:pt idx="859">
                        <c:v>0</c:v>
                      </c:pt>
                      <c:pt idx="860">
                        <c:v>0</c:v>
                      </c:pt>
                      <c:pt idx="861">
                        <c:v>0</c:v>
                      </c:pt>
                      <c:pt idx="862">
                        <c:v>0</c:v>
                      </c:pt>
                      <c:pt idx="863">
                        <c:v>0</c:v>
                      </c:pt>
                      <c:pt idx="864">
                        <c:v>0</c:v>
                      </c:pt>
                      <c:pt idx="865">
                        <c:v>0</c:v>
                      </c:pt>
                      <c:pt idx="866">
                        <c:v>0</c:v>
                      </c:pt>
                      <c:pt idx="867">
                        <c:v>0</c:v>
                      </c:pt>
                      <c:pt idx="868">
                        <c:v>0</c:v>
                      </c:pt>
                      <c:pt idx="869">
                        <c:v>0</c:v>
                      </c:pt>
                      <c:pt idx="870">
                        <c:v>0</c:v>
                      </c:pt>
                      <c:pt idx="871">
                        <c:v>0</c:v>
                      </c:pt>
                      <c:pt idx="872">
                        <c:v>0</c:v>
                      </c:pt>
                      <c:pt idx="873">
                        <c:v>0</c:v>
                      </c:pt>
                      <c:pt idx="874">
                        <c:v>0</c:v>
                      </c:pt>
                      <c:pt idx="875">
                        <c:v>0</c:v>
                      </c:pt>
                      <c:pt idx="876">
                        <c:v>0</c:v>
                      </c:pt>
                      <c:pt idx="877">
                        <c:v>0</c:v>
                      </c:pt>
                      <c:pt idx="878">
                        <c:v>0</c:v>
                      </c:pt>
                      <c:pt idx="879">
                        <c:v>0</c:v>
                      </c:pt>
                      <c:pt idx="880">
                        <c:v>0</c:v>
                      </c:pt>
                      <c:pt idx="881">
                        <c:v>0</c:v>
                      </c:pt>
                      <c:pt idx="882">
                        <c:v>0</c:v>
                      </c:pt>
                      <c:pt idx="883">
                        <c:v>0</c:v>
                      </c:pt>
                      <c:pt idx="884">
                        <c:v>0</c:v>
                      </c:pt>
                      <c:pt idx="885">
                        <c:v>0</c:v>
                      </c:pt>
                      <c:pt idx="886">
                        <c:v>0</c:v>
                      </c:pt>
                      <c:pt idx="887">
                        <c:v>0</c:v>
                      </c:pt>
                      <c:pt idx="888">
                        <c:v>0</c:v>
                      </c:pt>
                      <c:pt idx="889">
                        <c:v>0</c:v>
                      </c:pt>
                      <c:pt idx="890">
                        <c:v>0</c:v>
                      </c:pt>
                      <c:pt idx="891">
                        <c:v>0</c:v>
                      </c:pt>
                      <c:pt idx="892">
                        <c:v>0</c:v>
                      </c:pt>
                      <c:pt idx="893">
                        <c:v>0</c:v>
                      </c:pt>
                      <c:pt idx="894">
                        <c:v>0</c:v>
                      </c:pt>
                      <c:pt idx="895">
                        <c:v>0</c:v>
                      </c:pt>
                      <c:pt idx="896">
                        <c:v>0</c:v>
                      </c:pt>
                      <c:pt idx="897">
                        <c:v>0</c:v>
                      </c:pt>
                      <c:pt idx="898">
                        <c:v>0</c:v>
                      </c:pt>
                      <c:pt idx="899">
                        <c:v>0</c:v>
                      </c:pt>
                      <c:pt idx="900">
                        <c:v>0</c:v>
                      </c:pt>
                      <c:pt idx="901">
                        <c:v>0</c:v>
                      </c:pt>
                      <c:pt idx="902">
                        <c:v>0</c:v>
                      </c:pt>
                      <c:pt idx="903">
                        <c:v>0</c:v>
                      </c:pt>
                      <c:pt idx="904">
                        <c:v>0</c:v>
                      </c:pt>
                      <c:pt idx="905">
                        <c:v>0</c:v>
                      </c:pt>
                      <c:pt idx="906">
                        <c:v>0</c:v>
                      </c:pt>
                      <c:pt idx="907">
                        <c:v>0</c:v>
                      </c:pt>
                      <c:pt idx="908">
                        <c:v>0</c:v>
                      </c:pt>
                      <c:pt idx="909">
                        <c:v>0</c:v>
                      </c:pt>
                      <c:pt idx="910">
                        <c:v>0</c:v>
                      </c:pt>
                      <c:pt idx="911">
                        <c:v>0</c:v>
                      </c:pt>
                      <c:pt idx="912">
                        <c:v>0</c:v>
                      </c:pt>
                      <c:pt idx="913">
                        <c:v>0</c:v>
                      </c:pt>
                      <c:pt idx="914">
                        <c:v>0</c:v>
                      </c:pt>
                      <c:pt idx="915">
                        <c:v>0</c:v>
                      </c:pt>
                      <c:pt idx="916">
                        <c:v>0</c:v>
                      </c:pt>
                      <c:pt idx="917">
                        <c:v>0</c:v>
                      </c:pt>
                      <c:pt idx="918">
                        <c:v>0</c:v>
                      </c:pt>
                      <c:pt idx="919">
                        <c:v>0</c:v>
                      </c:pt>
                      <c:pt idx="920">
                        <c:v>0</c:v>
                      </c:pt>
                      <c:pt idx="921">
                        <c:v>0</c:v>
                      </c:pt>
                      <c:pt idx="922">
                        <c:v>0</c:v>
                      </c:pt>
                      <c:pt idx="923">
                        <c:v>0</c:v>
                      </c:pt>
                      <c:pt idx="924">
                        <c:v>0</c:v>
                      </c:pt>
                      <c:pt idx="925">
                        <c:v>0</c:v>
                      </c:pt>
                      <c:pt idx="926">
                        <c:v>0</c:v>
                      </c:pt>
                      <c:pt idx="927">
                        <c:v>0</c:v>
                      </c:pt>
                      <c:pt idx="928">
                        <c:v>0</c:v>
                      </c:pt>
                      <c:pt idx="929">
                        <c:v>0</c:v>
                      </c:pt>
                      <c:pt idx="930">
                        <c:v>0</c:v>
                      </c:pt>
                      <c:pt idx="931">
                        <c:v>0</c:v>
                      </c:pt>
                      <c:pt idx="932">
                        <c:v>0</c:v>
                      </c:pt>
                      <c:pt idx="933">
                        <c:v>0</c:v>
                      </c:pt>
                      <c:pt idx="934">
                        <c:v>0</c:v>
                      </c:pt>
                      <c:pt idx="935">
                        <c:v>0</c:v>
                      </c:pt>
                      <c:pt idx="936">
                        <c:v>0</c:v>
                      </c:pt>
                      <c:pt idx="937">
                        <c:v>0</c:v>
                      </c:pt>
                      <c:pt idx="938">
                        <c:v>0</c:v>
                      </c:pt>
                      <c:pt idx="939">
                        <c:v>0</c:v>
                      </c:pt>
                      <c:pt idx="940">
                        <c:v>0</c:v>
                      </c:pt>
                      <c:pt idx="941">
                        <c:v>0</c:v>
                      </c:pt>
                      <c:pt idx="942">
                        <c:v>0</c:v>
                      </c:pt>
                      <c:pt idx="943">
                        <c:v>0</c:v>
                      </c:pt>
                      <c:pt idx="944">
                        <c:v>0</c:v>
                      </c:pt>
                      <c:pt idx="945">
                        <c:v>0</c:v>
                      </c:pt>
                      <c:pt idx="946">
                        <c:v>0</c:v>
                      </c:pt>
                      <c:pt idx="947">
                        <c:v>0</c:v>
                      </c:pt>
                      <c:pt idx="948">
                        <c:v>0</c:v>
                      </c:pt>
                      <c:pt idx="949">
                        <c:v>0</c:v>
                      </c:pt>
                      <c:pt idx="950">
                        <c:v>0</c:v>
                      </c:pt>
                      <c:pt idx="951">
                        <c:v>0</c:v>
                      </c:pt>
                      <c:pt idx="952">
                        <c:v>0</c:v>
                      </c:pt>
                      <c:pt idx="953">
                        <c:v>0</c:v>
                      </c:pt>
                      <c:pt idx="954">
                        <c:v>0</c:v>
                      </c:pt>
                      <c:pt idx="955">
                        <c:v>0</c:v>
                      </c:pt>
                      <c:pt idx="956">
                        <c:v>0</c:v>
                      </c:pt>
                      <c:pt idx="957">
                        <c:v>0</c:v>
                      </c:pt>
                      <c:pt idx="958">
                        <c:v>0</c:v>
                      </c:pt>
                      <c:pt idx="959">
                        <c:v>0</c:v>
                      </c:pt>
                      <c:pt idx="960">
                        <c:v>0</c:v>
                      </c:pt>
                      <c:pt idx="961">
                        <c:v>0</c:v>
                      </c:pt>
                      <c:pt idx="962">
                        <c:v>0</c:v>
                      </c:pt>
                      <c:pt idx="963">
                        <c:v>0</c:v>
                      </c:pt>
                      <c:pt idx="964">
                        <c:v>0</c:v>
                      </c:pt>
                      <c:pt idx="965">
                        <c:v>0</c:v>
                      </c:pt>
                      <c:pt idx="966">
                        <c:v>0</c:v>
                      </c:pt>
                      <c:pt idx="967">
                        <c:v>0</c:v>
                      </c:pt>
                      <c:pt idx="968">
                        <c:v>0</c:v>
                      </c:pt>
                      <c:pt idx="969">
                        <c:v>0</c:v>
                      </c:pt>
                      <c:pt idx="970">
                        <c:v>0</c:v>
                      </c:pt>
                      <c:pt idx="971">
                        <c:v>0</c:v>
                      </c:pt>
                      <c:pt idx="972">
                        <c:v>0</c:v>
                      </c:pt>
                      <c:pt idx="973">
                        <c:v>0</c:v>
                      </c:pt>
                      <c:pt idx="974">
                        <c:v>0</c:v>
                      </c:pt>
                      <c:pt idx="975">
                        <c:v>0</c:v>
                      </c:pt>
                      <c:pt idx="976">
                        <c:v>0</c:v>
                      </c:pt>
                      <c:pt idx="977">
                        <c:v>0</c:v>
                      </c:pt>
                      <c:pt idx="978">
                        <c:v>0</c:v>
                      </c:pt>
                      <c:pt idx="979">
                        <c:v>0</c:v>
                      </c:pt>
                      <c:pt idx="980">
                        <c:v>0</c:v>
                      </c:pt>
                      <c:pt idx="981">
                        <c:v>0</c:v>
                      </c:pt>
                      <c:pt idx="982">
                        <c:v>0</c:v>
                      </c:pt>
                      <c:pt idx="983">
                        <c:v>0</c:v>
                      </c:pt>
                      <c:pt idx="984">
                        <c:v>0</c:v>
                      </c:pt>
                      <c:pt idx="985">
                        <c:v>0</c:v>
                      </c:pt>
                      <c:pt idx="986">
                        <c:v>0</c:v>
                      </c:pt>
                      <c:pt idx="987">
                        <c:v>0</c:v>
                      </c:pt>
                      <c:pt idx="988">
                        <c:v>0</c:v>
                      </c:pt>
                      <c:pt idx="989">
                        <c:v>0</c:v>
                      </c:pt>
                      <c:pt idx="990">
                        <c:v>0</c:v>
                      </c:pt>
                      <c:pt idx="991">
                        <c:v>0</c:v>
                      </c:pt>
                      <c:pt idx="992">
                        <c:v>0</c:v>
                      </c:pt>
                      <c:pt idx="993">
                        <c:v>0</c:v>
                      </c:pt>
                      <c:pt idx="994">
                        <c:v>0</c:v>
                      </c:pt>
                      <c:pt idx="995">
                        <c:v>0</c:v>
                      </c:pt>
                      <c:pt idx="996">
                        <c:v>0</c:v>
                      </c:pt>
                      <c:pt idx="997">
                        <c:v>0</c:v>
                      </c:pt>
                      <c:pt idx="998">
                        <c:v>0</c:v>
                      </c:pt>
                      <c:pt idx="999">
                        <c:v>0</c:v>
                      </c:pt>
                      <c:pt idx="1000">
                        <c:v>0</c:v>
                      </c:pt>
                      <c:pt idx="1001">
                        <c:v>0</c:v>
                      </c:pt>
                      <c:pt idx="1002">
                        <c:v>0</c:v>
                      </c:pt>
                      <c:pt idx="1003">
                        <c:v>0</c:v>
                      </c:pt>
                      <c:pt idx="1004">
                        <c:v>0</c:v>
                      </c:pt>
                      <c:pt idx="1005">
                        <c:v>0</c:v>
                      </c:pt>
                      <c:pt idx="1006">
                        <c:v>0</c:v>
                      </c:pt>
                      <c:pt idx="1007">
                        <c:v>0</c:v>
                      </c:pt>
                      <c:pt idx="1008">
                        <c:v>0</c:v>
                      </c:pt>
                      <c:pt idx="1009">
                        <c:v>0</c:v>
                      </c:pt>
                      <c:pt idx="1010">
                        <c:v>0</c:v>
                      </c:pt>
                      <c:pt idx="1011">
                        <c:v>0</c:v>
                      </c:pt>
                      <c:pt idx="1012">
                        <c:v>0</c:v>
                      </c:pt>
                      <c:pt idx="1013">
                        <c:v>0</c:v>
                      </c:pt>
                      <c:pt idx="1014">
                        <c:v>0</c:v>
                      </c:pt>
                      <c:pt idx="1015">
                        <c:v>0</c:v>
                      </c:pt>
                      <c:pt idx="1016">
                        <c:v>0</c:v>
                      </c:pt>
                      <c:pt idx="1017">
                        <c:v>0</c:v>
                      </c:pt>
                      <c:pt idx="1018">
                        <c:v>0</c:v>
                      </c:pt>
                      <c:pt idx="1019">
                        <c:v>0</c:v>
                      </c:pt>
                      <c:pt idx="1020">
                        <c:v>0</c:v>
                      </c:pt>
                      <c:pt idx="1021">
                        <c:v>0</c:v>
                      </c:pt>
                      <c:pt idx="1022">
                        <c:v>0</c:v>
                      </c:pt>
                      <c:pt idx="1023">
                        <c:v>0</c:v>
                      </c:pt>
                      <c:pt idx="1024">
                        <c:v>0</c:v>
                      </c:pt>
                      <c:pt idx="1025">
                        <c:v>0</c:v>
                      </c:pt>
                      <c:pt idx="1026">
                        <c:v>0</c:v>
                      </c:pt>
                      <c:pt idx="1027">
                        <c:v>0</c:v>
                      </c:pt>
                      <c:pt idx="1028">
                        <c:v>0</c:v>
                      </c:pt>
                      <c:pt idx="1029">
                        <c:v>0</c:v>
                      </c:pt>
                      <c:pt idx="1030">
                        <c:v>0</c:v>
                      </c:pt>
                      <c:pt idx="1031">
                        <c:v>0</c:v>
                      </c:pt>
                      <c:pt idx="1032">
                        <c:v>0</c:v>
                      </c:pt>
                      <c:pt idx="1033">
                        <c:v>0</c:v>
                      </c:pt>
                      <c:pt idx="1034">
                        <c:v>0</c:v>
                      </c:pt>
                      <c:pt idx="1035">
                        <c:v>0</c:v>
                      </c:pt>
                      <c:pt idx="1036">
                        <c:v>0</c:v>
                      </c:pt>
                      <c:pt idx="1037">
                        <c:v>0</c:v>
                      </c:pt>
                      <c:pt idx="1038">
                        <c:v>0</c:v>
                      </c:pt>
                      <c:pt idx="1039">
                        <c:v>0</c:v>
                      </c:pt>
                      <c:pt idx="1040">
                        <c:v>0</c:v>
                      </c:pt>
                      <c:pt idx="1041">
                        <c:v>0</c:v>
                      </c:pt>
                      <c:pt idx="1042">
                        <c:v>0</c:v>
                      </c:pt>
                      <c:pt idx="1043">
                        <c:v>0</c:v>
                      </c:pt>
                      <c:pt idx="1044">
                        <c:v>0</c:v>
                      </c:pt>
                      <c:pt idx="1045">
                        <c:v>0</c:v>
                      </c:pt>
                      <c:pt idx="1046">
                        <c:v>0</c:v>
                      </c:pt>
                      <c:pt idx="1047">
                        <c:v>0</c:v>
                      </c:pt>
                      <c:pt idx="1048">
                        <c:v>0</c:v>
                      </c:pt>
                      <c:pt idx="1049">
                        <c:v>0</c:v>
                      </c:pt>
                      <c:pt idx="1050">
                        <c:v>0</c:v>
                      </c:pt>
                      <c:pt idx="1051">
                        <c:v>0</c:v>
                      </c:pt>
                      <c:pt idx="1052">
                        <c:v>0</c:v>
                      </c:pt>
                      <c:pt idx="1053">
                        <c:v>0</c:v>
                      </c:pt>
                      <c:pt idx="1054">
                        <c:v>0</c:v>
                      </c:pt>
                      <c:pt idx="1055">
                        <c:v>0</c:v>
                      </c:pt>
                      <c:pt idx="1056">
                        <c:v>0</c:v>
                      </c:pt>
                      <c:pt idx="1057">
                        <c:v>0</c:v>
                      </c:pt>
                      <c:pt idx="1058">
                        <c:v>0</c:v>
                      </c:pt>
                      <c:pt idx="1059">
                        <c:v>0</c:v>
                      </c:pt>
                      <c:pt idx="1060">
                        <c:v>0</c:v>
                      </c:pt>
                      <c:pt idx="1061">
                        <c:v>0</c:v>
                      </c:pt>
                      <c:pt idx="1062">
                        <c:v>0</c:v>
                      </c:pt>
                      <c:pt idx="1063">
                        <c:v>0</c:v>
                      </c:pt>
                      <c:pt idx="1064">
                        <c:v>0</c:v>
                      </c:pt>
                      <c:pt idx="1065">
                        <c:v>0</c:v>
                      </c:pt>
                      <c:pt idx="1066">
                        <c:v>0</c:v>
                      </c:pt>
                      <c:pt idx="1067">
                        <c:v>0</c:v>
                      </c:pt>
                      <c:pt idx="1068">
                        <c:v>0</c:v>
                      </c:pt>
                      <c:pt idx="1069">
                        <c:v>0</c:v>
                      </c:pt>
                      <c:pt idx="1070">
                        <c:v>0</c:v>
                      </c:pt>
                      <c:pt idx="1071">
                        <c:v>0</c:v>
                      </c:pt>
                      <c:pt idx="1072">
                        <c:v>0</c:v>
                      </c:pt>
                      <c:pt idx="1073">
                        <c:v>0</c:v>
                      </c:pt>
                      <c:pt idx="1074">
                        <c:v>0</c:v>
                      </c:pt>
                      <c:pt idx="1075">
                        <c:v>0</c:v>
                      </c:pt>
                      <c:pt idx="1076">
                        <c:v>0</c:v>
                      </c:pt>
                      <c:pt idx="1077">
                        <c:v>0</c:v>
                      </c:pt>
                      <c:pt idx="1078">
                        <c:v>0</c:v>
                      </c:pt>
                      <c:pt idx="1079">
                        <c:v>0</c:v>
                      </c:pt>
                      <c:pt idx="1080">
                        <c:v>0</c:v>
                      </c:pt>
                      <c:pt idx="1081">
                        <c:v>0</c:v>
                      </c:pt>
                      <c:pt idx="1082">
                        <c:v>0</c:v>
                      </c:pt>
                      <c:pt idx="1083">
                        <c:v>0</c:v>
                      </c:pt>
                      <c:pt idx="1084">
                        <c:v>0</c:v>
                      </c:pt>
                      <c:pt idx="1085">
                        <c:v>0</c:v>
                      </c:pt>
                      <c:pt idx="1086">
                        <c:v>0</c:v>
                      </c:pt>
                      <c:pt idx="1087">
                        <c:v>0</c:v>
                      </c:pt>
                      <c:pt idx="1088">
                        <c:v>0</c:v>
                      </c:pt>
                      <c:pt idx="1089">
                        <c:v>0</c:v>
                      </c:pt>
                      <c:pt idx="1090">
                        <c:v>0</c:v>
                      </c:pt>
                      <c:pt idx="1091">
                        <c:v>0</c:v>
                      </c:pt>
                      <c:pt idx="1092">
                        <c:v>0</c:v>
                      </c:pt>
                      <c:pt idx="1093">
                        <c:v>0</c:v>
                      </c:pt>
                      <c:pt idx="1094">
                        <c:v>0</c:v>
                      </c:pt>
                      <c:pt idx="1095">
                        <c:v>0</c:v>
                      </c:pt>
                      <c:pt idx="1096">
                        <c:v>0</c:v>
                      </c:pt>
                      <c:pt idx="1097">
                        <c:v>0</c:v>
                      </c:pt>
                      <c:pt idx="1098">
                        <c:v>0</c:v>
                      </c:pt>
                      <c:pt idx="1099">
                        <c:v>0</c:v>
                      </c:pt>
                      <c:pt idx="1100">
                        <c:v>0</c:v>
                      </c:pt>
                      <c:pt idx="1101">
                        <c:v>0</c:v>
                      </c:pt>
                      <c:pt idx="1102">
                        <c:v>0</c:v>
                      </c:pt>
                      <c:pt idx="1103">
                        <c:v>0</c:v>
                      </c:pt>
                      <c:pt idx="1104">
                        <c:v>0</c:v>
                      </c:pt>
                      <c:pt idx="1105">
                        <c:v>0</c:v>
                      </c:pt>
                      <c:pt idx="1106">
                        <c:v>0</c:v>
                      </c:pt>
                      <c:pt idx="1107">
                        <c:v>0</c:v>
                      </c:pt>
                      <c:pt idx="1108">
                        <c:v>0</c:v>
                      </c:pt>
                      <c:pt idx="1109">
                        <c:v>0</c:v>
                      </c:pt>
                      <c:pt idx="1110">
                        <c:v>0</c:v>
                      </c:pt>
                      <c:pt idx="1111">
                        <c:v>0</c:v>
                      </c:pt>
                      <c:pt idx="1112">
                        <c:v>0</c:v>
                      </c:pt>
                      <c:pt idx="1113">
                        <c:v>0</c:v>
                      </c:pt>
                      <c:pt idx="1114">
                        <c:v>0</c:v>
                      </c:pt>
                      <c:pt idx="1115">
                        <c:v>0</c:v>
                      </c:pt>
                      <c:pt idx="1116">
                        <c:v>0</c:v>
                      </c:pt>
                      <c:pt idx="1117">
                        <c:v>0</c:v>
                      </c:pt>
                      <c:pt idx="1118">
                        <c:v>0</c:v>
                      </c:pt>
                      <c:pt idx="1119">
                        <c:v>0</c:v>
                      </c:pt>
                      <c:pt idx="1120">
                        <c:v>0</c:v>
                      </c:pt>
                      <c:pt idx="1121">
                        <c:v>0</c:v>
                      </c:pt>
                      <c:pt idx="1122">
                        <c:v>0</c:v>
                      </c:pt>
                      <c:pt idx="1123">
                        <c:v>0</c:v>
                      </c:pt>
                      <c:pt idx="1124">
                        <c:v>0</c:v>
                      </c:pt>
                      <c:pt idx="1125">
                        <c:v>0</c:v>
                      </c:pt>
                      <c:pt idx="1126">
                        <c:v>0</c:v>
                      </c:pt>
                      <c:pt idx="1127">
                        <c:v>0</c:v>
                      </c:pt>
                      <c:pt idx="1128">
                        <c:v>0</c:v>
                      </c:pt>
                      <c:pt idx="1129">
                        <c:v>0</c:v>
                      </c:pt>
                      <c:pt idx="1130">
                        <c:v>0</c:v>
                      </c:pt>
                      <c:pt idx="1131">
                        <c:v>0</c:v>
                      </c:pt>
                      <c:pt idx="1132">
                        <c:v>0</c:v>
                      </c:pt>
                      <c:pt idx="1133">
                        <c:v>0</c:v>
                      </c:pt>
                      <c:pt idx="1134">
                        <c:v>0</c:v>
                      </c:pt>
                      <c:pt idx="1135">
                        <c:v>0</c:v>
                      </c:pt>
                      <c:pt idx="1136">
                        <c:v>0</c:v>
                      </c:pt>
                      <c:pt idx="1137">
                        <c:v>0</c:v>
                      </c:pt>
                      <c:pt idx="1138">
                        <c:v>0</c:v>
                      </c:pt>
                      <c:pt idx="1139">
                        <c:v>0</c:v>
                      </c:pt>
                      <c:pt idx="1140">
                        <c:v>0</c:v>
                      </c:pt>
                      <c:pt idx="1141">
                        <c:v>0</c:v>
                      </c:pt>
                      <c:pt idx="1142">
                        <c:v>0</c:v>
                      </c:pt>
                      <c:pt idx="1143">
                        <c:v>0</c:v>
                      </c:pt>
                      <c:pt idx="1144">
                        <c:v>0</c:v>
                      </c:pt>
                      <c:pt idx="1145">
                        <c:v>0</c:v>
                      </c:pt>
                      <c:pt idx="1146">
                        <c:v>0</c:v>
                      </c:pt>
                      <c:pt idx="1147">
                        <c:v>0</c:v>
                      </c:pt>
                      <c:pt idx="1148">
                        <c:v>0</c:v>
                      </c:pt>
                      <c:pt idx="1149">
                        <c:v>0</c:v>
                      </c:pt>
                      <c:pt idx="1150">
                        <c:v>0</c:v>
                      </c:pt>
                      <c:pt idx="1151">
                        <c:v>0</c:v>
                      </c:pt>
                      <c:pt idx="1152">
                        <c:v>0</c:v>
                      </c:pt>
                      <c:pt idx="1153">
                        <c:v>0</c:v>
                      </c:pt>
                      <c:pt idx="1154">
                        <c:v>0</c:v>
                      </c:pt>
                      <c:pt idx="1155">
                        <c:v>0</c:v>
                      </c:pt>
                      <c:pt idx="1156">
                        <c:v>0</c:v>
                      </c:pt>
                      <c:pt idx="1157">
                        <c:v>0</c:v>
                      </c:pt>
                      <c:pt idx="1158">
                        <c:v>0</c:v>
                      </c:pt>
                      <c:pt idx="1159">
                        <c:v>0</c:v>
                      </c:pt>
                      <c:pt idx="1160">
                        <c:v>0</c:v>
                      </c:pt>
                      <c:pt idx="1161">
                        <c:v>0</c:v>
                      </c:pt>
                      <c:pt idx="1162">
                        <c:v>0</c:v>
                      </c:pt>
                      <c:pt idx="1163">
                        <c:v>0</c:v>
                      </c:pt>
                      <c:pt idx="1164">
                        <c:v>0</c:v>
                      </c:pt>
                      <c:pt idx="1165">
                        <c:v>0</c:v>
                      </c:pt>
                      <c:pt idx="1166">
                        <c:v>0</c:v>
                      </c:pt>
                      <c:pt idx="1167">
                        <c:v>0</c:v>
                      </c:pt>
                      <c:pt idx="1168">
                        <c:v>0</c:v>
                      </c:pt>
                      <c:pt idx="1169">
                        <c:v>0</c:v>
                      </c:pt>
                      <c:pt idx="1170">
                        <c:v>0</c:v>
                      </c:pt>
                      <c:pt idx="1171">
                        <c:v>0</c:v>
                      </c:pt>
                      <c:pt idx="1172">
                        <c:v>0</c:v>
                      </c:pt>
                      <c:pt idx="1173">
                        <c:v>0</c:v>
                      </c:pt>
                      <c:pt idx="1174">
                        <c:v>0</c:v>
                      </c:pt>
                      <c:pt idx="1175">
                        <c:v>0</c:v>
                      </c:pt>
                      <c:pt idx="1176">
                        <c:v>0</c:v>
                      </c:pt>
                      <c:pt idx="1177">
                        <c:v>0</c:v>
                      </c:pt>
                      <c:pt idx="1178">
                        <c:v>0</c:v>
                      </c:pt>
                      <c:pt idx="1179">
                        <c:v>0</c:v>
                      </c:pt>
                      <c:pt idx="1180">
                        <c:v>0</c:v>
                      </c:pt>
                      <c:pt idx="1181">
                        <c:v>0</c:v>
                      </c:pt>
                      <c:pt idx="1182">
                        <c:v>0</c:v>
                      </c:pt>
                      <c:pt idx="1183">
                        <c:v>0</c:v>
                      </c:pt>
                      <c:pt idx="1184">
                        <c:v>0</c:v>
                      </c:pt>
                      <c:pt idx="1185">
                        <c:v>0</c:v>
                      </c:pt>
                      <c:pt idx="1186">
                        <c:v>0</c:v>
                      </c:pt>
                      <c:pt idx="1187">
                        <c:v>0</c:v>
                      </c:pt>
                      <c:pt idx="1188">
                        <c:v>0</c:v>
                      </c:pt>
                      <c:pt idx="1189">
                        <c:v>0</c:v>
                      </c:pt>
                      <c:pt idx="1190">
                        <c:v>0</c:v>
                      </c:pt>
                      <c:pt idx="1191">
                        <c:v>0</c:v>
                      </c:pt>
                      <c:pt idx="1192">
                        <c:v>0</c:v>
                      </c:pt>
                      <c:pt idx="1193">
                        <c:v>0</c:v>
                      </c:pt>
                      <c:pt idx="1194">
                        <c:v>0</c:v>
                      </c:pt>
                      <c:pt idx="1195">
                        <c:v>0</c:v>
                      </c:pt>
                      <c:pt idx="1196">
                        <c:v>0</c:v>
                      </c:pt>
                      <c:pt idx="1197">
                        <c:v>0</c:v>
                      </c:pt>
                      <c:pt idx="1198">
                        <c:v>0</c:v>
                      </c:pt>
                      <c:pt idx="1199">
                        <c:v>0</c:v>
                      </c:pt>
                      <c:pt idx="1200">
                        <c:v>0</c:v>
                      </c:pt>
                      <c:pt idx="1201">
                        <c:v>0</c:v>
                      </c:pt>
                      <c:pt idx="1202">
                        <c:v>0</c:v>
                      </c:pt>
                      <c:pt idx="1203">
                        <c:v>0</c:v>
                      </c:pt>
                      <c:pt idx="1204">
                        <c:v>0</c:v>
                      </c:pt>
                      <c:pt idx="1205">
                        <c:v>0</c:v>
                      </c:pt>
                      <c:pt idx="1206">
                        <c:v>0</c:v>
                      </c:pt>
                      <c:pt idx="1207">
                        <c:v>0</c:v>
                      </c:pt>
                      <c:pt idx="1208">
                        <c:v>0</c:v>
                      </c:pt>
                      <c:pt idx="1209">
                        <c:v>0</c:v>
                      </c:pt>
                      <c:pt idx="1210">
                        <c:v>0</c:v>
                      </c:pt>
                      <c:pt idx="1211">
                        <c:v>0</c:v>
                      </c:pt>
                      <c:pt idx="1212">
                        <c:v>0</c:v>
                      </c:pt>
                      <c:pt idx="1213">
                        <c:v>0</c:v>
                      </c:pt>
                      <c:pt idx="1214">
                        <c:v>0</c:v>
                      </c:pt>
                      <c:pt idx="1215">
                        <c:v>0</c:v>
                      </c:pt>
                      <c:pt idx="1216">
                        <c:v>0</c:v>
                      </c:pt>
                      <c:pt idx="1217">
                        <c:v>0</c:v>
                      </c:pt>
                      <c:pt idx="1218">
                        <c:v>0</c:v>
                      </c:pt>
                      <c:pt idx="1219">
                        <c:v>0</c:v>
                      </c:pt>
                      <c:pt idx="1220">
                        <c:v>0</c:v>
                      </c:pt>
                      <c:pt idx="1221">
                        <c:v>0</c:v>
                      </c:pt>
                      <c:pt idx="1222">
                        <c:v>0</c:v>
                      </c:pt>
                      <c:pt idx="1223">
                        <c:v>0</c:v>
                      </c:pt>
                      <c:pt idx="1224">
                        <c:v>0</c:v>
                      </c:pt>
                      <c:pt idx="1225">
                        <c:v>0</c:v>
                      </c:pt>
                      <c:pt idx="1226">
                        <c:v>0</c:v>
                      </c:pt>
                      <c:pt idx="1227">
                        <c:v>0</c:v>
                      </c:pt>
                      <c:pt idx="1228">
                        <c:v>0</c:v>
                      </c:pt>
                      <c:pt idx="1229">
                        <c:v>0</c:v>
                      </c:pt>
                      <c:pt idx="1230">
                        <c:v>0</c:v>
                      </c:pt>
                      <c:pt idx="1231">
                        <c:v>0</c:v>
                      </c:pt>
                      <c:pt idx="1232">
                        <c:v>0</c:v>
                      </c:pt>
                      <c:pt idx="1233">
                        <c:v>0</c:v>
                      </c:pt>
                      <c:pt idx="1234">
                        <c:v>0</c:v>
                      </c:pt>
                      <c:pt idx="1235">
                        <c:v>0</c:v>
                      </c:pt>
                      <c:pt idx="1236">
                        <c:v>0</c:v>
                      </c:pt>
                      <c:pt idx="1237">
                        <c:v>0</c:v>
                      </c:pt>
                      <c:pt idx="1238">
                        <c:v>0</c:v>
                      </c:pt>
                      <c:pt idx="1239">
                        <c:v>0</c:v>
                      </c:pt>
                      <c:pt idx="1240">
                        <c:v>0</c:v>
                      </c:pt>
                      <c:pt idx="1241">
                        <c:v>0</c:v>
                      </c:pt>
                      <c:pt idx="1242">
                        <c:v>0</c:v>
                      </c:pt>
                      <c:pt idx="1243">
                        <c:v>0</c:v>
                      </c:pt>
                      <c:pt idx="1244">
                        <c:v>0</c:v>
                      </c:pt>
                      <c:pt idx="1245">
                        <c:v>0</c:v>
                      </c:pt>
                      <c:pt idx="1246">
                        <c:v>0</c:v>
                      </c:pt>
                      <c:pt idx="1247">
                        <c:v>0</c:v>
                      </c:pt>
                      <c:pt idx="1248">
                        <c:v>0</c:v>
                      </c:pt>
                      <c:pt idx="1249">
                        <c:v>0</c:v>
                      </c:pt>
                      <c:pt idx="1250">
                        <c:v>0</c:v>
                      </c:pt>
                      <c:pt idx="1251">
                        <c:v>0</c:v>
                      </c:pt>
                      <c:pt idx="1252">
                        <c:v>0</c:v>
                      </c:pt>
                      <c:pt idx="1253">
                        <c:v>0</c:v>
                      </c:pt>
                      <c:pt idx="1254">
                        <c:v>0</c:v>
                      </c:pt>
                      <c:pt idx="1255">
                        <c:v>0</c:v>
                      </c:pt>
                      <c:pt idx="1256">
                        <c:v>0</c:v>
                      </c:pt>
                      <c:pt idx="1257">
                        <c:v>0</c:v>
                      </c:pt>
                      <c:pt idx="1258">
                        <c:v>0</c:v>
                      </c:pt>
                      <c:pt idx="1259">
                        <c:v>0</c:v>
                      </c:pt>
                      <c:pt idx="1260">
                        <c:v>0</c:v>
                      </c:pt>
                      <c:pt idx="1261">
                        <c:v>0</c:v>
                      </c:pt>
                      <c:pt idx="1262">
                        <c:v>0</c:v>
                      </c:pt>
                      <c:pt idx="1263">
                        <c:v>0</c:v>
                      </c:pt>
                      <c:pt idx="1264">
                        <c:v>0</c:v>
                      </c:pt>
                      <c:pt idx="1265">
                        <c:v>0</c:v>
                      </c:pt>
                      <c:pt idx="1266">
                        <c:v>0</c:v>
                      </c:pt>
                      <c:pt idx="1267">
                        <c:v>0</c:v>
                      </c:pt>
                      <c:pt idx="1268">
                        <c:v>0</c:v>
                      </c:pt>
                      <c:pt idx="1269">
                        <c:v>0</c:v>
                      </c:pt>
                      <c:pt idx="1270">
                        <c:v>0</c:v>
                      </c:pt>
                      <c:pt idx="1271">
                        <c:v>0</c:v>
                      </c:pt>
                      <c:pt idx="1272">
                        <c:v>0</c:v>
                      </c:pt>
                      <c:pt idx="1273">
                        <c:v>0</c:v>
                      </c:pt>
                      <c:pt idx="1274">
                        <c:v>0</c:v>
                      </c:pt>
                      <c:pt idx="1275">
                        <c:v>0</c:v>
                      </c:pt>
                      <c:pt idx="1276">
                        <c:v>0</c:v>
                      </c:pt>
                      <c:pt idx="1277">
                        <c:v>0</c:v>
                      </c:pt>
                      <c:pt idx="1278">
                        <c:v>0</c:v>
                      </c:pt>
                      <c:pt idx="1279">
                        <c:v>0</c:v>
                      </c:pt>
                      <c:pt idx="1280">
                        <c:v>0</c:v>
                      </c:pt>
                      <c:pt idx="1281">
                        <c:v>0</c:v>
                      </c:pt>
                      <c:pt idx="1282">
                        <c:v>0</c:v>
                      </c:pt>
                      <c:pt idx="1283">
                        <c:v>0</c:v>
                      </c:pt>
                      <c:pt idx="1284">
                        <c:v>0</c:v>
                      </c:pt>
                      <c:pt idx="1285">
                        <c:v>0</c:v>
                      </c:pt>
                      <c:pt idx="1286">
                        <c:v>0</c:v>
                      </c:pt>
                      <c:pt idx="1287">
                        <c:v>0</c:v>
                      </c:pt>
                      <c:pt idx="1288">
                        <c:v>0</c:v>
                      </c:pt>
                      <c:pt idx="1289">
                        <c:v>0</c:v>
                      </c:pt>
                      <c:pt idx="1290">
                        <c:v>0</c:v>
                      </c:pt>
                      <c:pt idx="1291">
                        <c:v>0</c:v>
                      </c:pt>
                      <c:pt idx="1292">
                        <c:v>0</c:v>
                      </c:pt>
                      <c:pt idx="1293">
                        <c:v>0</c:v>
                      </c:pt>
                      <c:pt idx="1294">
                        <c:v>0</c:v>
                      </c:pt>
                      <c:pt idx="1295">
                        <c:v>0</c:v>
                      </c:pt>
                      <c:pt idx="1296">
                        <c:v>0</c:v>
                      </c:pt>
                      <c:pt idx="1297">
                        <c:v>0</c:v>
                      </c:pt>
                      <c:pt idx="1298">
                        <c:v>0</c:v>
                      </c:pt>
                      <c:pt idx="1299">
                        <c:v>0</c:v>
                      </c:pt>
                      <c:pt idx="1300">
                        <c:v>0</c:v>
                      </c:pt>
                      <c:pt idx="1301">
                        <c:v>0</c:v>
                      </c:pt>
                      <c:pt idx="1302">
                        <c:v>0</c:v>
                      </c:pt>
                      <c:pt idx="1303">
                        <c:v>0</c:v>
                      </c:pt>
                      <c:pt idx="1304">
                        <c:v>0</c:v>
                      </c:pt>
                      <c:pt idx="1305">
                        <c:v>0</c:v>
                      </c:pt>
                      <c:pt idx="1306">
                        <c:v>0</c:v>
                      </c:pt>
                      <c:pt idx="1307">
                        <c:v>0</c:v>
                      </c:pt>
                      <c:pt idx="1308">
                        <c:v>0</c:v>
                      </c:pt>
                      <c:pt idx="1309">
                        <c:v>0</c:v>
                      </c:pt>
                      <c:pt idx="1310">
                        <c:v>0</c:v>
                      </c:pt>
                      <c:pt idx="1311">
                        <c:v>0</c:v>
                      </c:pt>
                      <c:pt idx="1312">
                        <c:v>0</c:v>
                      </c:pt>
                      <c:pt idx="1313">
                        <c:v>0</c:v>
                      </c:pt>
                      <c:pt idx="1314">
                        <c:v>0</c:v>
                      </c:pt>
                      <c:pt idx="1315">
                        <c:v>0</c:v>
                      </c:pt>
                      <c:pt idx="1316">
                        <c:v>0</c:v>
                      </c:pt>
                      <c:pt idx="1317">
                        <c:v>0</c:v>
                      </c:pt>
                      <c:pt idx="1318">
                        <c:v>0</c:v>
                      </c:pt>
                      <c:pt idx="1319">
                        <c:v>0</c:v>
                      </c:pt>
                      <c:pt idx="1320">
                        <c:v>0</c:v>
                      </c:pt>
                      <c:pt idx="1321">
                        <c:v>0</c:v>
                      </c:pt>
                      <c:pt idx="1322">
                        <c:v>0</c:v>
                      </c:pt>
                      <c:pt idx="1323">
                        <c:v>0</c:v>
                      </c:pt>
                      <c:pt idx="1324">
                        <c:v>0</c:v>
                      </c:pt>
                      <c:pt idx="1325">
                        <c:v>0</c:v>
                      </c:pt>
                      <c:pt idx="1326">
                        <c:v>0</c:v>
                      </c:pt>
                      <c:pt idx="1327">
                        <c:v>0</c:v>
                      </c:pt>
                      <c:pt idx="1328">
                        <c:v>0</c:v>
                      </c:pt>
                      <c:pt idx="1329">
                        <c:v>0</c:v>
                      </c:pt>
                      <c:pt idx="1330">
                        <c:v>0</c:v>
                      </c:pt>
                      <c:pt idx="1331">
                        <c:v>0</c:v>
                      </c:pt>
                      <c:pt idx="1332">
                        <c:v>0</c:v>
                      </c:pt>
                      <c:pt idx="1333">
                        <c:v>0</c:v>
                      </c:pt>
                      <c:pt idx="1334">
                        <c:v>0</c:v>
                      </c:pt>
                      <c:pt idx="1335">
                        <c:v>0</c:v>
                      </c:pt>
                      <c:pt idx="1336">
                        <c:v>0</c:v>
                      </c:pt>
                      <c:pt idx="1337">
                        <c:v>0</c:v>
                      </c:pt>
                      <c:pt idx="1338">
                        <c:v>0</c:v>
                      </c:pt>
                      <c:pt idx="1339">
                        <c:v>0</c:v>
                      </c:pt>
                      <c:pt idx="1340">
                        <c:v>0</c:v>
                      </c:pt>
                      <c:pt idx="1341">
                        <c:v>0</c:v>
                      </c:pt>
                      <c:pt idx="1342">
                        <c:v>0</c:v>
                      </c:pt>
                      <c:pt idx="1343">
                        <c:v>0</c:v>
                      </c:pt>
                      <c:pt idx="1344">
                        <c:v>0</c:v>
                      </c:pt>
                      <c:pt idx="1345">
                        <c:v>0</c:v>
                      </c:pt>
                      <c:pt idx="1346">
                        <c:v>0</c:v>
                      </c:pt>
                      <c:pt idx="1347">
                        <c:v>0</c:v>
                      </c:pt>
                      <c:pt idx="1348">
                        <c:v>0</c:v>
                      </c:pt>
                      <c:pt idx="1349">
                        <c:v>0</c:v>
                      </c:pt>
                      <c:pt idx="1350">
                        <c:v>0</c:v>
                      </c:pt>
                      <c:pt idx="1351">
                        <c:v>0</c:v>
                      </c:pt>
                      <c:pt idx="1352">
                        <c:v>0</c:v>
                      </c:pt>
                      <c:pt idx="1353">
                        <c:v>0</c:v>
                      </c:pt>
                      <c:pt idx="1354">
                        <c:v>0</c:v>
                      </c:pt>
                      <c:pt idx="1355">
                        <c:v>0</c:v>
                      </c:pt>
                      <c:pt idx="1356">
                        <c:v>0</c:v>
                      </c:pt>
                      <c:pt idx="1357">
                        <c:v>0</c:v>
                      </c:pt>
                      <c:pt idx="1358">
                        <c:v>0</c:v>
                      </c:pt>
                      <c:pt idx="1359">
                        <c:v>0</c:v>
                      </c:pt>
                      <c:pt idx="1360">
                        <c:v>0</c:v>
                      </c:pt>
                      <c:pt idx="1361">
                        <c:v>0</c:v>
                      </c:pt>
                      <c:pt idx="1362">
                        <c:v>0</c:v>
                      </c:pt>
                      <c:pt idx="1363">
                        <c:v>0</c:v>
                      </c:pt>
                      <c:pt idx="1364">
                        <c:v>0</c:v>
                      </c:pt>
                      <c:pt idx="1365">
                        <c:v>0</c:v>
                      </c:pt>
                      <c:pt idx="1366">
                        <c:v>0</c:v>
                      </c:pt>
                      <c:pt idx="1367">
                        <c:v>0</c:v>
                      </c:pt>
                      <c:pt idx="1368">
                        <c:v>0</c:v>
                      </c:pt>
                      <c:pt idx="1369">
                        <c:v>0</c:v>
                      </c:pt>
                      <c:pt idx="1370">
                        <c:v>0</c:v>
                      </c:pt>
                      <c:pt idx="1371">
                        <c:v>0</c:v>
                      </c:pt>
                      <c:pt idx="1372">
                        <c:v>0</c:v>
                      </c:pt>
                      <c:pt idx="1373">
                        <c:v>0</c:v>
                      </c:pt>
                      <c:pt idx="1374">
                        <c:v>0</c:v>
                      </c:pt>
                      <c:pt idx="1375">
                        <c:v>0</c:v>
                      </c:pt>
                      <c:pt idx="1376">
                        <c:v>0</c:v>
                      </c:pt>
                      <c:pt idx="1377">
                        <c:v>0</c:v>
                      </c:pt>
                      <c:pt idx="1378">
                        <c:v>0</c:v>
                      </c:pt>
                      <c:pt idx="1379">
                        <c:v>0</c:v>
                      </c:pt>
                      <c:pt idx="1380">
                        <c:v>0</c:v>
                      </c:pt>
                      <c:pt idx="1381">
                        <c:v>0</c:v>
                      </c:pt>
                      <c:pt idx="1382">
                        <c:v>0</c:v>
                      </c:pt>
                      <c:pt idx="1383">
                        <c:v>0</c:v>
                      </c:pt>
                      <c:pt idx="1384">
                        <c:v>0</c:v>
                      </c:pt>
                      <c:pt idx="1385">
                        <c:v>0</c:v>
                      </c:pt>
                      <c:pt idx="1386">
                        <c:v>0</c:v>
                      </c:pt>
                      <c:pt idx="1387">
                        <c:v>0</c:v>
                      </c:pt>
                      <c:pt idx="1388">
                        <c:v>0</c:v>
                      </c:pt>
                      <c:pt idx="1389">
                        <c:v>0</c:v>
                      </c:pt>
                      <c:pt idx="1390">
                        <c:v>0</c:v>
                      </c:pt>
                      <c:pt idx="1391">
                        <c:v>0</c:v>
                      </c:pt>
                      <c:pt idx="1392">
                        <c:v>0</c:v>
                      </c:pt>
                      <c:pt idx="1393">
                        <c:v>0</c:v>
                      </c:pt>
                      <c:pt idx="1394">
                        <c:v>0</c:v>
                      </c:pt>
                      <c:pt idx="1395">
                        <c:v>0</c:v>
                      </c:pt>
                      <c:pt idx="1396">
                        <c:v>0</c:v>
                      </c:pt>
                      <c:pt idx="1397">
                        <c:v>0</c:v>
                      </c:pt>
                      <c:pt idx="1398">
                        <c:v>0</c:v>
                      </c:pt>
                      <c:pt idx="1399">
                        <c:v>0</c:v>
                      </c:pt>
                      <c:pt idx="1400">
                        <c:v>0</c:v>
                      </c:pt>
                      <c:pt idx="1401">
                        <c:v>0</c:v>
                      </c:pt>
                      <c:pt idx="1402">
                        <c:v>0</c:v>
                      </c:pt>
                      <c:pt idx="1403">
                        <c:v>0</c:v>
                      </c:pt>
                      <c:pt idx="1404">
                        <c:v>0</c:v>
                      </c:pt>
                      <c:pt idx="1405">
                        <c:v>0</c:v>
                      </c:pt>
                      <c:pt idx="1406">
                        <c:v>0</c:v>
                      </c:pt>
                      <c:pt idx="1407">
                        <c:v>0</c:v>
                      </c:pt>
                      <c:pt idx="1408">
                        <c:v>0</c:v>
                      </c:pt>
                      <c:pt idx="1409">
                        <c:v>0</c:v>
                      </c:pt>
                      <c:pt idx="1410">
                        <c:v>0</c:v>
                      </c:pt>
                      <c:pt idx="1411">
                        <c:v>0</c:v>
                      </c:pt>
                      <c:pt idx="1412">
                        <c:v>0</c:v>
                      </c:pt>
                      <c:pt idx="1413">
                        <c:v>0</c:v>
                      </c:pt>
                      <c:pt idx="1414">
                        <c:v>0</c:v>
                      </c:pt>
                      <c:pt idx="1415">
                        <c:v>0</c:v>
                      </c:pt>
                      <c:pt idx="1416">
                        <c:v>0</c:v>
                      </c:pt>
                      <c:pt idx="1417">
                        <c:v>0</c:v>
                      </c:pt>
                      <c:pt idx="1418">
                        <c:v>0</c:v>
                      </c:pt>
                      <c:pt idx="1419">
                        <c:v>0</c:v>
                      </c:pt>
                      <c:pt idx="1420">
                        <c:v>0</c:v>
                      </c:pt>
                      <c:pt idx="1421">
                        <c:v>0</c:v>
                      </c:pt>
                      <c:pt idx="1422">
                        <c:v>0</c:v>
                      </c:pt>
                      <c:pt idx="1423">
                        <c:v>0</c:v>
                      </c:pt>
                      <c:pt idx="1424">
                        <c:v>0</c:v>
                      </c:pt>
                      <c:pt idx="1425">
                        <c:v>0</c:v>
                      </c:pt>
                      <c:pt idx="1426">
                        <c:v>0</c:v>
                      </c:pt>
                      <c:pt idx="1427">
                        <c:v>0</c:v>
                      </c:pt>
                      <c:pt idx="1428">
                        <c:v>0</c:v>
                      </c:pt>
                      <c:pt idx="1429">
                        <c:v>0</c:v>
                      </c:pt>
                      <c:pt idx="1430">
                        <c:v>0</c:v>
                      </c:pt>
                      <c:pt idx="1431">
                        <c:v>0</c:v>
                      </c:pt>
                      <c:pt idx="1432">
                        <c:v>0</c:v>
                      </c:pt>
                      <c:pt idx="1433">
                        <c:v>0</c:v>
                      </c:pt>
                      <c:pt idx="1434">
                        <c:v>0</c:v>
                      </c:pt>
                      <c:pt idx="1435">
                        <c:v>0</c:v>
                      </c:pt>
                      <c:pt idx="1436">
                        <c:v>0</c:v>
                      </c:pt>
                      <c:pt idx="1437">
                        <c:v>0</c:v>
                      </c:pt>
                      <c:pt idx="1438">
                        <c:v>0</c:v>
                      </c:pt>
                      <c:pt idx="1439">
                        <c:v>0</c:v>
                      </c:pt>
                      <c:pt idx="1440">
                        <c:v>0</c:v>
                      </c:pt>
                      <c:pt idx="1441">
                        <c:v>0</c:v>
                      </c:pt>
                      <c:pt idx="1442">
                        <c:v>0</c:v>
                      </c:pt>
                      <c:pt idx="1443">
                        <c:v>0</c:v>
                      </c:pt>
                      <c:pt idx="1444">
                        <c:v>0</c:v>
                      </c:pt>
                      <c:pt idx="1445">
                        <c:v>0</c:v>
                      </c:pt>
                      <c:pt idx="1446">
                        <c:v>0</c:v>
                      </c:pt>
                      <c:pt idx="1447">
                        <c:v>0</c:v>
                      </c:pt>
                      <c:pt idx="1448">
                        <c:v>0</c:v>
                      </c:pt>
                      <c:pt idx="1449">
                        <c:v>0</c:v>
                      </c:pt>
                      <c:pt idx="1450">
                        <c:v>0</c:v>
                      </c:pt>
                      <c:pt idx="1451">
                        <c:v>0</c:v>
                      </c:pt>
                      <c:pt idx="1452">
                        <c:v>0</c:v>
                      </c:pt>
                      <c:pt idx="1453">
                        <c:v>0</c:v>
                      </c:pt>
                      <c:pt idx="1454">
                        <c:v>0</c:v>
                      </c:pt>
                      <c:pt idx="1455">
                        <c:v>0</c:v>
                      </c:pt>
                      <c:pt idx="1456">
                        <c:v>0</c:v>
                      </c:pt>
                      <c:pt idx="1457">
                        <c:v>0</c:v>
                      </c:pt>
                      <c:pt idx="1458">
                        <c:v>0</c:v>
                      </c:pt>
                      <c:pt idx="1459">
                        <c:v>0</c:v>
                      </c:pt>
                      <c:pt idx="1460">
                        <c:v>0</c:v>
                      </c:pt>
                      <c:pt idx="1461">
                        <c:v>0</c:v>
                      </c:pt>
                      <c:pt idx="1462">
                        <c:v>0</c:v>
                      </c:pt>
                      <c:pt idx="1463">
                        <c:v>0</c:v>
                      </c:pt>
                      <c:pt idx="1464">
                        <c:v>0</c:v>
                      </c:pt>
                      <c:pt idx="1465">
                        <c:v>0</c:v>
                      </c:pt>
                      <c:pt idx="1466">
                        <c:v>0</c:v>
                      </c:pt>
                      <c:pt idx="1467">
                        <c:v>0</c:v>
                      </c:pt>
                      <c:pt idx="1468">
                        <c:v>0</c:v>
                      </c:pt>
                      <c:pt idx="1469">
                        <c:v>0</c:v>
                      </c:pt>
                      <c:pt idx="1470">
                        <c:v>0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2-2A86-4638-A9E1-02D09133811F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1'!$E$9</c15:sqref>
                        </c15:formulaRef>
                      </c:ext>
                    </c:extLst>
                    <c:strCache>
                      <c:ptCount val="1"/>
                      <c:pt idx="0">
                        <c:v>NH₃ Reading (PPM)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1'!$A$10:$A$1480</c15:sqref>
                        </c15:formulaRef>
                      </c:ext>
                    </c:extLst>
                    <c:numCache>
                      <c:formatCode>h:mm;@</c:formatCode>
                      <c:ptCount val="1471"/>
                      <c:pt idx="0">
                        <c:v>0.42465277777777777</c:v>
                      </c:pt>
                      <c:pt idx="1">
                        <c:v>0.42482638888888891</c:v>
                      </c:pt>
                      <c:pt idx="2">
                        <c:v>0.42499999999999999</c:v>
                      </c:pt>
                      <c:pt idx="3">
                        <c:v>0.42517361111111113</c:v>
                      </c:pt>
                      <c:pt idx="4">
                        <c:v>0.42534722222222221</c:v>
                      </c:pt>
                      <c:pt idx="5">
                        <c:v>0.42552083333333335</c:v>
                      </c:pt>
                      <c:pt idx="6">
                        <c:v>0.42569444444444443</c:v>
                      </c:pt>
                      <c:pt idx="7">
                        <c:v>0.42586805555555557</c:v>
                      </c:pt>
                      <c:pt idx="8">
                        <c:v>0.42604166666666665</c:v>
                      </c:pt>
                      <c:pt idx="9">
                        <c:v>0.42621527777777779</c:v>
                      </c:pt>
                      <c:pt idx="10">
                        <c:v>0.42638888888888887</c:v>
                      </c:pt>
                      <c:pt idx="11">
                        <c:v>0.42656250000000001</c:v>
                      </c:pt>
                      <c:pt idx="12">
                        <c:v>0.42673611111111109</c:v>
                      </c:pt>
                      <c:pt idx="13">
                        <c:v>0.42690972222222223</c:v>
                      </c:pt>
                      <c:pt idx="14">
                        <c:v>0.42708333333333331</c:v>
                      </c:pt>
                      <c:pt idx="15">
                        <c:v>0.42725694444444445</c:v>
                      </c:pt>
                      <c:pt idx="16">
                        <c:v>0.42743055555555554</c:v>
                      </c:pt>
                      <c:pt idx="17">
                        <c:v>0.42760416666666667</c:v>
                      </c:pt>
                      <c:pt idx="18">
                        <c:v>0.42777777777777776</c:v>
                      </c:pt>
                      <c:pt idx="19">
                        <c:v>0.4279513888888889</c:v>
                      </c:pt>
                      <c:pt idx="20">
                        <c:v>0.42812499999999998</c:v>
                      </c:pt>
                      <c:pt idx="21">
                        <c:v>0.42829861111111112</c:v>
                      </c:pt>
                      <c:pt idx="22">
                        <c:v>0.4284722222222222</c:v>
                      </c:pt>
                      <c:pt idx="23">
                        <c:v>0.42864583333333334</c:v>
                      </c:pt>
                      <c:pt idx="24">
                        <c:v>0.42881944444444442</c:v>
                      </c:pt>
                      <c:pt idx="25">
                        <c:v>0.42899305555555556</c:v>
                      </c:pt>
                      <c:pt idx="26">
                        <c:v>0.42916666666666664</c:v>
                      </c:pt>
                      <c:pt idx="27">
                        <c:v>0.42934027777777778</c:v>
                      </c:pt>
                      <c:pt idx="28">
                        <c:v>0.42951388888888886</c:v>
                      </c:pt>
                      <c:pt idx="29">
                        <c:v>0.4296875</c:v>
                      </c:pt>
                      <c:pt idx="30">
                        <c:v>0.42986111111111114</c:v>
                      </c:pt>
                      <c:pt idx="31">
                        <c:v>0.44305555555555554</c:v>
                      </c:pt>
                      <c:pt idx="32">
                        <c:v>0.44322916666666667</c:v>
                      </c:pt>
                      <c:pt idx="33">
                        <c:v>0.44340277777777776</c:v>
                      </c:pt>
                      <c:pt idx="34">
                        <c:v>0.4435763888888889</c:v>
                      </c:pt>
                      <c:pt idx="35">
                        <c:v>0.44374999999999998</c:v>
                      </c:pt>
                      <c:pt idx="36">
                        <c:v>0.44392361111111112</c:v>
                      </c:pt>
                      <c:pt idx="37">
                        <c:v>0.4440972222222222</c:v>
                      </c:pt>
                      <c:pt idx="38">
                        <c:v>0.44427083333333334</c:v>
                      </c:pt>
                      <c:pt idx="39">
                        <c:v>0.44444444444444442</c:v>
                      </c:pt>
                      <c:pt idx="40">
                        <c:v>0.44461805555555556</c:v>
                      </c:pt>
                      <c:pt idx="41">
                        <c:v>0.44479166666666664</c:v>
                      </c:pt>
                      <c:pt idx="42">
                        <c:v>0.44496527777777778</c:v>
                      </c:pt>
                      <c:pt idx="43">
                        <c:v>0.44513888888888886</c:v>
                      </c:pt>
                      <c:pt idx="44">
                        <c:v>0.4453125</c:v>
                      </c:pt>
                      <c:pt idx="45">
                        <c:v>0.44548611111111114</c:v>
                      </c:pt>
                      <c:pt idx="46">
                        <c:v>0.44565972222222222</c:v>
                      </c:pt>
                      <c:pt idx="47">
                        <c:v>0.44583333333333336</c:v>
                      </c:pt>
                      <c:pt idx="48">
                        <c:v>0.44600694444444444</c:v>
                      </c:pt>
                      <c:pt idx="49">
                        <c:v>0.44618055555555558</c:v>
                      </c:pt>
                      <c:pt idx="50">
                        <c:v>0.44635416666666666</c:v>
                      </c:pt>
                      <c:pt idx="51">
                        <c:v>0.4465277777777778</c:v>
                      </c:pt>
                      <c:pt idx="52">
                        <c:v>0.44670138888888888</c:v>
                      </c:pt>
                      <c:pt idx="53">
                        <c:v>0.44687500000000002</c:v>
                      </c:pt>
                      <c:pt idx="54">
                        <c:v>0.4470486111111111</c:v>
                      </c:pt>
                      <c:pt idx="55">
                        <c:v>0.44722222222222224</c:v>
                      </c:pt>
                      <c:pt idx="56">
                        <c:v>0.44739583333333333</c:v>
                      </c:pt>
                      <c:pt idx="57">
                        <c:v>0.44756944444444446</c:v>
                      </c:pt>
                      <c:pt idx="58">
                        <c:v>0.44774305555555555</c:v>
                      </c:pt>
                      <c:pt idx="59">
                        <c:v>0.44791666666666669</c:v>
                      </c:pt>
                      <c:pt idx="60">
                        <c:v>0.44809027777777777</c:v>
                      </c:pt>
                      <c:pt idx="61">
                        <c:v>0.44826388888888891</c:v>
                      </c:pt>
                      <c:pt idx="62">
                        <c:v>0.44843749999999999</c:v>
                      </c:pt>
                      <c:pt idx="63">
                        <c:v>0.44861111111111113</c:v>
                      </c:pt>
                      <c:pt idx="64">
                        <c:v>0.44878472222222221</c:v>
                      </c:pt>
                      <c:pt idx="65">
                        <c:v>0.44895833333333335</c:v>
                      </c:pt>
                      <c:pt idx="66">
                        <c:v>0.44913194444444443</c:v>
                      </c:pt>
                      <c:pt idx="67">
                        <c:v>0.44930555555555557</c:v>
                      </c:pt>
                      <c:pt idx="68">
                        <c:v>0.44947916666666665</c:v>
                      </c:pt>
                      <c:pt idx="69">
                        <c:v>0.44965277777777779</c:v>
                      </c:pt>
                      <c:pt idx="70">
                        <c:v>0.44982638888888887</c:v>
                      </c:pt>
                      <c:pt idx="71">
                        <c:v>0.45</c:v>
                      </c:pt>
                      <c:pt idx="72">
                        <c:v>0.45017361111111109</c:v>
                      </c:pt>
                      <c:pt idx="73">
                        <c:v>0.45034722222222223</c:v>
                      </c:pt>
                      <c:pt idx="74">
                        <c:v>0.45052083333333331</c:v>
                      </c:pt>
                      <c:pt idx="75">
                        <c:v>0.45069444444444445</c:v>
                      </c:pt>
                      <c:pt idx="76">
                        <c:v>0.45086805555555554</c:v>
                      </c:pt>
                      <c:pt idx="77">
                        <c:v>0.45104166666666667</c:v>
                      </c:pt>
                      <c:pt idx="78">
                        <c:v>0.45121527777777776</c:v>
                      </c:pt>
                      <c:pt idx="79">
                        <c:v>0.4513888888888889</c:v>
                      </c:pt>
                      <c:pt idx="80">
                        <c:v>0.45156249999999998</c:v>
                      </c:pt>
                      <c:pt idx="81">
                        <c:v>0.45173611111111112</c:v>
                      </c:pt>
                      <c:pt idx="82">
                        <c:v>0.4519097222222222</c:v>
                      </c:pt>
                      <c:pt idx="83">
                        <c:v>0.45208333333333334</c:v>
                      </c:pt>
                      <c:pt idx="84">
                        <c:v>0.45225694444444442</c:v>
                      </c:pt>
                      <c:pt idx="85">
                        <c:v>0.45243055555555556</c:v>
                      </c:pt>
                      <c:pt idx="86">
                        <c:v>0.45260416666666664</c:v>
                      </c:pt>
                      <c:pt idx="87">
                        <c:v>0.45277777777777778</c:v>
                      </c:pt>
                      <c:pt idx="88">
                        <c:v>0.45295138888888886</c:v>
                      </c:pt>
                      <c:pt idx="89">
                        <c:v>0.453125</c:v>
                      </c:pt>
                      <c:pt idx="90">
                        <c:v>0.45329861111111114</c:v>
                      </c:pt>
                      <c:pt idx="91">
                        <c:v>0.45347222222222222</c:v>
                      </c:pt>
                      <c:pt idx="92">
                        <c:v>0.45364583333333336</c:v>
                      </c:pt>
                      <c:pt idx="93">
                        <c:v>0.45381944444444444</c:v>
                      </c:pt>
                      <c:pt idx="94">
                        <c:v>0.45399305555555558</c:v>
                      </c:pt>
                      <c:pt idx="95">
                        <c:v>0.45416666666666666</c:v>
                      </c:pt>
                      <c:pt idx="96">
                        <c:v>0.4543402777777778</c:v>
                      </c:pt>
                      <c:pt idx="97">
                        <c:v>0.45451388888888888</c:v>
                      </c:pt>
                      <c:pt idx="98">
                        <c:v>0.45468750000000002</c:v>
                      </c:pt>
                      <c:pt idx="99">
                        <c:v>0.4548611111111111</c:v>
                      </c:pt>
                      <c:pt idx="100">
                        <c:v>0.45503472222222224</c:v>
                      </c:pt>
                      <c:pt idx="101">
                        <c:v>0.45520833333333333</c:v>
                      </c:pt>
                      <c:pt idx="102">
                        <c:v>0.45538194444444446</c:v>
                      </c:pt>
                      <c:pt idx="103">
                        <c:v>0.45555555555555555</c:v>
                      </c:pt>
                      <c:pt idx="104">
                        <c:v>0.45572916666666669</c:v>
                      </c:pt>
                      <c:pt idx="105">
                        <c:v>0.45590277777777777</c:v>
                      </c:pt>
                      <c:pt idx="106">
                        <c:v>0.45607638888888891</c:v>
                      </c:pt>
                      <c:pt idx="107">
                        <c:v>0.45624999999999999</c:v>
                      </c:pt>
                      <c:pt idx="108">
                        <c:v>0.45642361111111113</c:v>
                      </c:pt>
                      <c:pt idx="109">
                        <c:v>0.45659722222222221</c:v>
                      </c:pt>
                      <c:pt idx="110">
                        <c:v>0.45677083333333335</c:v>
                      </c:pt>
                      <c:pt idx="111">
                        <c:v>0.45694444444444443</c:v>
                      </c:pt>
                      <c:pt idx="112">
                        <c:v>0.45711805555555557</c:v>
                      </c:pt>
                      <c:pt idx="113">
                        <c:v>0.45729166666666665</c:v>
                      </c:pt>
                      <c:pt idx="114">
                        <c:v>0.45746527777777779</c:v>
                      </c:pt>
                      <c:pt idx="115">
                        <c:v>0.45763888888888887</c:v>
                      </c:pt>
                      <c:pt idx="116">
                        <c:v>0.45781250000000001</c:v>
                      </c:pt>
                      <c:pt idx="117">
                        <c:v>0.45798611111111109</c:v>
                      </c:pt>
                      <c:pt idx="118">
                        <c:v>0.45815972222222223</c:v>
                      </c:pt>
                      <c:pt idx="119">
                        <c:v>0.45833333333333331</c:v>
                      </c:pt>
                      <c:pt idx="120">
                        <c:v>0.45850694444444445</c:v>
                      </c:pt>
                      <c:pt idx="121">
                        <c:v>0.45868055555555554</c:v>
                      </c:pt>
                      <c:pt idx="122">
                        <c:v>0.45885416666666667</c:v>
                      </c:pt>
                      <c:pt idx="123">
                        <c:v>0.45902777777777776</c:v>
                      </c:pt>
                      <c:pt idx="124">
                        <c:v>0.4592013888888889</c:v>
                      </c:pt>
                      <c:pt idx="125">
                        <c:v>0.45937499999999998</c:v>
                      </c:pt>
                      <c:pt idx="126">
                        <c:v>0.45954861111111112</c:v>
                      </c:pt>
                      <c:pt idx="127">
                        <c:v>0.4597222222222222</c:v>
                      </c:pt>
                      <c:pt idx="128">
                        <c:v>0.45989583333333334</c:v>
                      </c:pt>
                      <c:pt idx="129">
                        <c:v>0.46006944444444442</c:v>
                      </c:pt>
                      <c:pt idx="130">
                        <c:v>0.46024305555555556</c:v>
                      </c:pt>
                      <c:pt idx="131">
                        <c:v>0.46041666666666664</c:v>
                      </c:pt>
                      <c:pt idx="132">
                        <c:v>0.46059027777777778</c:v>
                      </c:pt>
                      <c:pt idx="133">
                        <c:v>0.46076388888888886</c:v>
                      </c:pt>
                      <c:pt idx="134">
                        <c:v>0.4609375</c:v>
                      </c:pt>
                      <c:pt idx="135">
                        <c:v>0.46111111111111114</c:v>
                      </c:pt>
                      <c:pt idx="136">
                        <c:v>0.46128472222222222</c:v>
                      </c:pt>
                      <c:pt idx="137">
                        <c:v>0.46145833333333336</c:v>
                      </c:pt>
                      <c:pt idx="138">
                        <c:v>0.46163194444444444</c:v>
                      </c:pt>
                      <c:pt idx="139">
                        <c:v>0.46180555555555558</c:v>
                      </c:pt>
                      <c:pt idx="140">
                        <c:v>0.46197916666666666</c:v>
                      </c:pt>
                      <c:pt idx="141">
                        <c:v>0.4621527777777778</c:v>
                      </c:pt>
                      <c:pt idx="142">
                        <c:v>0.46232638888888888</c:v>
                      </c:pt>
                      <c:pt idx="143">
                        <c:v>0.46250000000000002</c:v>
                      </c:pt>
                      <c:pt idx="144">
                        <c:v>0.4626736111111111</c:v>
                      </c:pt>
                      <c:pt idx="145">
                        <c:v>0.46284722222222224</c:v>
                      </c:pt>
                      <c:pt idx="146">
                        <c:v>0.46302083333333333</c:v>
                      </c:pt>
                      <c:pt idx="147">
                        <c:v>0.46319444444444446</c:v>
                      </c:pt>
                      <c:pt idx="148">
                        <c:v>0.46336805555555555</c:v>
                      </c:pt>
                      <c:pt idx="149">
                        <c:v>0.46354166666666669</c:v>
                      </c:pt>
                      <c:pt idx="150">
                        <c:v>0.46371527777777777</c:v>
                      </c:pt>
                      <c:pt idx="151">
                        <c:v>0.46388888888888891</c:v>
                      </c:pt>
                      <c:pt idx="152">
                        <c:v>0.46406249999999999</c:v>
                      </c:pt>
                      <c:pt idx="153">
                        <c:v>0.46423611111111113</c:v>
                      </c:pt>
                      <c:pt idx="154">
                        <c:v>0.46440972222222221</c:v>
                      </c:pt>
                      <c:pt idx="155">
                        <c:v>0.46458333333333335</c:v>
                      </c:pt>
                      <c:pt idx="156">
                        <c:v>0.46475694444444443</c:v>
                      </c:pt>
                      <c:pt idx="157">
                        <c:v>0.46493055555555557</c:v>
                      </c:pt>
                      <c:pt idx="158">
                        <c:v>0.46510416666666665</c:v>
                      </c:pt>
                      <c:pt idx="159">
                        <c:v>0.46527777777777779</c:v>
                      </c:pt>
                      <c:pt idx="160">
                        <c:v>0.46545138888888887</c:v>
                      </c:pt>
                      <c:pt idx="161">
                        <c:v>0.46562500000000001</c:v>
                      </c:pt>
                      <c:pt idx="162">
                        <c:v>0.46579861111111109</c:v>
                      </c:pt>
                      <c:pt idx="163">
                        <c:v>0.46597222222222223</c:v>
                      </c:pt>
                      <c:pt idx="164">
                        <c:v>0.46614583333333331</c:v>
                      </c:pt>
                      <c:pt idx="165">
                        <c:v>0.46631944444444445</c:v>
                      </c:pt>
                      <c:pt idx="166">
                        <c:v>0.46649305555555554</c:v>
                      </c:pt>
                      <c:pt idx="167">
                        <c:v>0.46666666666666667</c:v>
                      </c:pt>
                      <c:pt idx="168" formatCode="h:mm:ss">
                        <c:v>0.46684027777777776</c:v>
                      </c:pt>
                      <c:pt idx="169" formatCode="h:mm:ss">
                        <c:v>0.4670138888888889</c:v>
                      </c:pt>
                      <c:pt idx="170" formatCode="h:mm:ss">
                        <c:v>0.46718749999999998</c:v>
                      </c:pt>
                      <c:pt idx="171" formatCode="h:mm:ss">
                        <c:v>0.46736111111111112</c:v>
                      </c:pt>
                      <c:pt idx="172" formatCode="h:mm:ss">
                        <c:v>0.4675347222222222</c:v>
                      </c:pt>
                      <c:pt idx="173" formatCode="h:mm:ss">
                        <c:v>0.46770833333333334</c:v>
                      </c:pt>
                      <c:pt idx="174" formatCode="h:mm:ss">
                        <c:v>0.46788194444444442</c:v>
                      </c:pt>
                      <c:pt idx="175" formatCode="h:mm:ss">
                        <c:v>0.46805555555555556</c:v>
                      </c:pt>
                      <c:pt idx="176" formatCode="h:mm:ss">
                        <c:v>0.46822916666666664</c:v>
                      </c:pt>
                      <c:pt idx="177" formatCode="h:mm:ss">
                        <c:v>0.46840277777777778</c:v>
                      </c:pt>
                      <c:pt idx="178" formatCode="h:mm:ss">
                        <c:v>0.46857638888888886</c:v>
                      </c:pt>
                      <c:pt idx="179" formatCode="h:mm:ss">
                        <c:v>0.46875</c:v>
                      </c:pt>
                      <c:pt idx="180" formatCode="h:mm:ss">
                        <c:v>0.46892361111111114</c:v>
                      </c:pt>
                      <c:pt idx="181" formatCode="h:mm:ss">
                        <c:v>0.46909722222222222</c:v>
                      </c:pt>
                      <c:pt idx="182" formatCode="h:mm:ss">
                        <c:v>0.46927083333333336</c:v>
                      </c:pt>
                      <c:pt idx="183" formatCode="h:mm:ss">
                        <c:v>0.46944444444444444</c:v>
                      </c:pt>
                      <c:pt idx="184" formatCode="h:mm:ss">
                        <c:v>0.46961805555555558</c:v>
                      </c:pt>
                      <c:pt idx="185" formatCode="h:mm:ss">
                        <c:v>0.46979166666666666</c:v>
                      </c:pt>
                      <c:pt idx="186" formatCode="h:mm:ss">
                        <c:v>0.4699652777777778</c:v>
                      </c:pt>
                      <c:pt idx="187" formatCode="h:mm:ss">
                        <c:v>0.47013888888888888</c:v>
                      </c:pt>
                      <c:pt idx="188" formatCode="h:mm:ss">
                        <c:v>0.47031250000000002</c:v>
                      </c:pt>
                      <c:pt idx="189" formatCode="h:mm:ss">
                        <c:v>0.4704861111111111</c:v>
                      </c:pt>
                      <c:pt idx="190" formatCode="h:mm:ss">
                        <c:v>0.47065972222222224</c:v>
                      </c:pt>
                      <c:pt idx="191" formatCode="h:mm:ss">
                        <c:v>0.47083333333333333</c:v>
                      </c:pt>
                      <c:pt idx="192" formatCode="h:mm:ss">
                        <c:v>0.47100694444444446</c:v>
                      </c:pt>
                      <c:pt idx="193" formatCode="h:mm:ss">
                        <c:v>0.47118055555555555</c:v>
                      </c:pt>
                      <c:pt idx="194" formatCode="h:mm:ss">
                        <c:v>0.47135416666666669</c:v>
                      </c:pt>
                      <c:pt idx="195" formatCode="h:mm:ss">
                        <c:v>0.47152777777777777</c:v>
                      </c:pt>
                      <c:pt idx="196" formatCode="h:mm:ss">
                        <c:v>0.47170138888888891</c:v>
                      </c:pt>
                      <c:pt idx="197" formatCode="h:mm:ss">
                        <c:v>0.47187499999999999</c:v>
                      </c:pt>
                      <c:pt idx="198" formatCode="h:mm:ss">
                        <c:v>0.47204861111111113</c:v>
                      </c:pt>
                      <c:pt idx="199" formatCode="h:mm:ss">
                        <c:v>0.47222222222222221</c:v>
                      </c:pt>
                      <c:pt idx="200" formatCode="h:mm:ss">
                        <c:v>0.47239583333333335</c:v>
                      </c:pt>
                      <c:pt idx="201" formatCode="h:mm:ss">
                        <c:v>0.47256944444444443</c:v>
                      </c:pt>
                      <c:pt idx="202" formatCode="h:mm:ss">
                        <c:v>0.47274305555555557</c:v>
                      </c:pt>
                      <c:pt idx="203" formatCode="h:mm:ss">
                        <c:v>0.47291666666666665</c:v>
                      </c:pt>
                      <c:pt idx="204" formatCode="h:mm:ss">
                        <c:v>0.47309027777777779</c:v>
                      </c:pt>
                      <c:pt idx="205" formatCode="h:mm:ss">
                        <c:v>0.47326388888888887</c:v>
                      </c:pt>
                      <c:pt idx="206" formatCode="h:mm:ss">
                        <c:v>0.47343750000000001</c:v>
                      </c:pt>
                      <c:pt idx="207" formatCode="h:mm:ss">
                        <c:v>0.47361111111111109</c:v>
                      </c:pt>
                      <c:pt idx="208" formatCode="h:mm:ss">
                        <c:v>0.47378472222222223</c:v>
                      </c:pt>
                      <c:pt idx="209" formatCode="h:mm:ss">
                        <c:v>0.47395833333333331</c:v>
                      </c:pt>
                      <c:pt idx="210" formatCode="h:mm:ss">
                        <c:v>0.47413194444444445</c:v>
                      </c:pt>
                      <c:pt idx="211" formatCode="h:mm:ss">
                        <c:v>0.47430555555555554</c:v>
                      </c:pt>
                      <c:pt idx="212" formatCode="h:mm:ss">
                        <c:v>0.47447916666666667</c:v>
                      </c:pt>
                      <c:pt idx="213" formatCode="h:mm:ss">
                        <c:v>0.47465277777777776</c:v>
                      </c:pt>
                      <c:pt idx="214" formatCode="h:mm:ss">
                        <c:v>0.4748263888888889</c:v>
                      </c:pt>
                      <c:pt idx="215" formatCode="h:mm:ss">
                        <c:v>0.47499999999999998</c:v>
                      </c:pt>
                      <c:pt idx="216" formatCode="h:mm:ss">
                        <c:v>0.47517361111111112</c:v>
                      </c:pt>
                      <c:pt idx="217" formatCode="h:mm:ss">
                        <c:v>0.4753472222222222</c:v>
                      </c:pt>
                      <c:pt idx="218" formatCode="h:mm:ss">
                        <c:v>0.47552083333333334</c:v>
                      </c:pt>
                      <c:pt idx="219" formatCode="h:mm:ss">
                        <c:v>0.47569444444444442</c:v>
                      </c:pt>
                      <c:pt idx="220" formatCode="h:mm:ss">
                        <c:v>0.47586805555555556</c:v>
                      </c:pt>
                      <c:pt idx="221" formatCode="h:mm:ss">
                        <c:v>0.47604166666666664</c:v>
                      </c:pt>
                      <c:pt idx="222" formatCode="h:mm:ss">
                        <c:v>0.47621527777777778</c:v>
                      </c:pt>
                      <c:pt idx="223" formatCode="h:mm:ss">
                        <c:v>0.47638888888888886</c:v>
                      </c:pt>
                      <c:pt idx="224" formatCode="h:mm:ss">
                        <c:v>0.4765625</c:v>
                      </c:pt>
                      <c:pt idx="225" formatCode="h:mm:ss">
                        <c:v>0.47673611111111114</c:v>
                      </c:pt>
                      <c:pt idx="226" formatCode="h:mm:ss">
                        <c:v>0.47690972222222222</c:v>
                      </c:pt>
                      <c:pt idx="227" formatCode="h:mm:ss">
                        <c:v>0.47708333333333336</c:v>
                      </c:pt>
                      <c:pt idx="228" formatCode="h:mm:ss">
                        <c:v>0.47725694444444444</c:v>
                      </c:pt>
                      <c:pt idx="229" formatCode="h:mm:ss">
                        <c:v>0.47743055555555558</c:v>
                      </c:pt>
                      <c:pt idx="230" formatCode="h:mm:ss">
                        <c:v>0.47760416666666666</c:v>
                      </c:pt>
                      <c:pt idx="231" formatCode="h:mm:ss">
                        <c:v>0.4777777777777778</c:v>
                      </c:pt>
                      <c:pt idx="232" formatCode="h:mm:ss">
                        <c:v>0.47795138888888888</c:v>
                      </c:pt>
                      <c:pt idx="233" formatCode="h:mm:ss">
                        <c:v>0.47812500000000002</c:v>
                      </c:pt>
                      <c:pt idx="234" formatCode="h:mm:ss">
                        <c:v>0.4782986111111111</c:v>
                      </c:pt>
                      <c:pt idx="235" formatCode="h:mm:ss">
                        <c:v>0.47847222222222224</c:v>
                      </c:pt>
                      <c:pt idx="236" formatCode="h:mm:ss">
                        <c:v>0.47864583333333333</c:v>
                      </c:pt>
                      <c:pt idx="237" formatCode="h:mm:ss">
                        <c:v>0.47881944444444446</c:v>
                      </c:pt>
                      <c:pt idx="238" formatCode="h:mm:ss">
                        <c:v>0.47899305555555555</c:v>
                      </c:pt>
                      <c:pt idx="239" formatCode="h:mm:ss">
                        <c:v>0.47916666666666669</c:v>
                      </c:pt>
                      <c:pt idx="240" formatCode="h:mm:ss">
                        <c:v>0.47934027777777777</c:v>
                      </c:pt>
                      <c:pt idx="241" formatCode="h:mm:ss">
                        <c:v>0.47951388888888891</c:v>
                      </c:pt>
                      <c:pt idx="242" formatCode="h:mm:ss">
                        <c:v>0.47968749999999999</c:v>
                      </c:pt>
                      <c:pt idx="243" formatCode="h:mm:ss">
                        <c:v>0.47986111111111113</c:v>
                      </c:pt>
                      <c:pt idx="244" formatCode="h:mm:ss">
                        <c:v>0.48003472222222221</c:v>
                      </c:pt>
                      <c:pt idx="245" formatCode="h:mm:ss">
                        <c:v>0.48020833333333335</c:v>
                      </c:pt>
                      <c:pt idx="246" formatCode="h:mm:ss">
                        <c:v>0.48038194444444443</c:v>
                      </c:pt>
                      <c:pt idx="247" formatCode="h:mm:ss">
                        <c:v>0.48055555555555557</c:v>
                      </c:pt>
                      <c:pt idx="248" formatCode="h:mm:ss">
                        <c:v>0.48072916666666665</c:v>
                      </c:pt>
                      <c:pt idx="249" formatCode="h:mm:ss">
                        <c:v>0.48090277777777779</c:v>
                      </c:pt>
                      <c:pt idx="250" formatCode="h:mm:ss">
                        <c:v>0.48107638888888887</c:v>
                      </c:pt>
                      <c:pt idx="251" formatCode="h:mm:ss">
                        <c:v>0.48125000000000001</c:v>
                      </c:pt>
                      <c:pt idx="252" formatCode="h:mm:ss">
                        <c:v>0.48142361111111109</c:v>
                      </c:pt>
                      <c:pt idx="253" formatCode="h:mm:ss">
                        <c:v>0.48159722222222223</c:v>
                      </c:pt>
                      <c:pt idx="254" formatCode="h:mm:ss">
                        <c:v>0.48177083333333331</c:v>
                      </c:pt>
                      <c:pt idx="255" formatCode="h:mm:ss">
                        <c:v>0.48194444444444445</c:v>
                      </c:pt>
                      <c:pt idx="256" formatCode="h:mm:ss">
                        <c:v>0.48211805555555554</c:v>
                      </c:pt>
                      <c:pt idx="257" formatCode="h:mm:ss">
                        <c:v>0.48229166666666667</c:v>
                      </c:pt>
                      <c:pt idx="258" formatCode="h:mm:ss">
                        <c:v>0.48246527777777776</c:v>
                      </c:pt>
                      <c:pt idx="259" formatCode="h:mm:ss">
                        <c:v>0.4826388888888889</c:v>
                      </c:pt>
                      <c:pt idx="260" formatCode="h:mm:ss">
                        <c:v>0.48281249999999998</c:v>
                      </c:pt>
                      <c:pt idx="261" formatCode="h:mm:ss">
                        <c:v>0.48298611111111112</c:v>
                      </c:pt>
                      <c:pt idx="262" formatCode="h:mm:ss">
                        <c:v>0.4831597222222222</c:v>
                      </c:pt>
                      <c:pt idx="263" formatCode="h:mm:ss">
                        <c:v>0.48333333333333334</c:v>
                      </c:pt>
                      <c:pt idx="264" formatCode="h:mm:ss">
                        <c:v>0.48350694444444442</c:v>
                      </c:pt>
                      <c:pt idx="265" formatCode="h:mm:ss">
                        <c:v>0.48368055555555556</c:v>
                      </c:pt>
                      <c:pt idx="266" formatCode="h:mm:ss">
                        <c:v>0.48385416666666664</c:v>
                      </c:pt>
                      <c:pt idx="267" formatCode="h:mm:ss">
                        <c:v>0.48402777777777778</c:v>
                      </c:pt>
                      <c:pt idx="268" formatCode="h:mm:ss">
                        <c:v>0.48420138888888886</c:v>
                      </c:pt>
                      <c:pt idx="269" formatCode="h:mm:ss">
                        <c:v>0.484375</c:v>
                      </c:pt>
                      <c:pt idx="270" formatCode="h:mm:ss">
                        <c:v>0.48454861111111114</c:v>
                      </c:pt>
                      <c:pt idx="271" formatCode="h:mm:ss">
                        <c:v>0.48472222222222222</c:v>
                      </c:pt>
                      <c:pt idx="272" formatCode="h:mm:ss">
                        <c:v>0.48489583333333336</c:v>
                      </c:pt>
                      <c:pt idx="273" formatCode="h:mm:ss">
                        <c:v>0.48506944444444444</c:v>
                      </c:pt>
                      <c:pt idx="274" formatCode="h:mm:ss">
                        <c:v>0.48524305555555558</c:v>
                      </c:pt>
                      <c:pt idx="275" formatCode="h:mm:ss">
                        <c:v>0.48541666666666666</c:v>
                      </c:pt>
                      <c:pt idx="276" formatCode="h:mm:ss">
                        <c:v>0.4855902777777778</c:v>
                      </c:pt>
                      <c:pt idx="277" formatCode="h:mm:ss">
                        <c:v>0.48576388888888888</c:v>
                      </c:pt>
                      <c:pt idx="278" formatCode="h:mm:ss">
                        <c:v>0.48593750000000002</c:v>
                      </c:pt>
                      <c:pt idx="279" formatCode="h:mm:ss">
                        <c:v>0.4861111111111111</c:v>
                      </c:pt>
                      <c:pt idx="280" formatCode="h:mm:ss">
                        <c:v>0.48628472222222224</c:v>
                      </c:pt>
                      <c:pt idx="281" formatCode="h:mm:ss">
                        <c:v>0.48645833333333333</c:v>
                      </c:pt>
                      <c:pt idx="282" formatCode="h:mm:ss">
                        <c:v>0.48663194444444446</c:v>
                      </c:pt>
                      <c:pt idx="283" formatCode="h:mm:ss">
                        <c:v>0.48680555555555555</c:v>
                      </c:pt>
                      <c:pt idx="284" formatCode="h:mm:ss">
                        <c:v>0.48697916666666669</c:v>
                      </c:pt>
                      <c:pt idx="285" formatCode="h:mm:ss">
                        <c:v>0.48715277777777777</c:v>
                      </c:pt>
                      <c:pt idx="286" formatCode="h:mm:ss">
                        <c:v>0.48732638888888891</c:v>
                      </c:pt>
                      <c:pt idx="287" formatCode="h:mm:ss">
                        <c:v>0.48749999999999999</c:v>
                      </c:pt>
                      <c:pt idx="288" formatCode="h:mm:ss">
                        <c:v>0.48767361111111113</c:v>
                      </c:pt>
                      <c:pt idx="289" formatCode="h:mm:ss">
                        <c:v>0.48784722222222221</c:v>
                      </c:pt>
                      <c:pt idx="290" formatCode="h:mm:ss">
                        <c:v>0.48802083333333335</c:v>
                      </c:pt>
                      <c:pt idx="291" formatCode="h:mm:ss">
                        <c:v>0.48819444444444443</c:v>
                      </c:pt>
                      <c:pt idx="292" formatCode="h:mm:ss">
                        <c:v>0.48836805555555557</c:v>
                      </c:pt>
                      <c:pt idx="293" formatCode="h:mm:ss">
                        <c:v>0.48854166666666665</c:v>
                      </c:pt>
                      <c:pt idx="294" formatCode="h:mm:ss">
                        <c:v>0.48871527777777779</c:v>
                      </c:pt>
                      <c:pt idx="295" formatCode="h:mm:ss">
                        <c:v>0.48888888888888887</c:v>
                      </c:pt>
                      <c:pt idx="296" formatCode="h:mm:ss">
                        <c:v>0.48906250000000001</c:v>
                      </c:pt>
                      <c:pt idx="297" formatCode="h:mm:ss">
                        <c:v>0.48923611111111109</c:v>
                      </c:pt>
                      <c:pt idx="298" formatCode="h:mm:ss">
                        <c:v>0.48940972222222223</c:v>
                      </c:pt>
                      <c:pt idx="299" formatCode="h:mm:ss">
                        <c:v>0.48958333333333331</c:v>
                      </c:pt>
                      <c:pt idx="300" formatCode="h:mm:ss">
                        <c:v>0.48975694444444445</c:v>
                      </c:pt>
                      <c:pt idx="301" formatCode="h:mm:ss">
                        <c:v>0.48993055555555554</c:v>
                      </c:pt>
                      <c:pt idx="302" formatCode="h:mm:ss">
                        <c:v>0.49010416666666667</c:v>
                      </c:pt>
                      <c:pt idx="303" formatCode="h:mm:ss">
                        <c:v>0.49027777777777776</c:v>
                      </c:pt>
                      <c:pt idx="304" formatCode="h:mm:ss">
                        <c:v>0.4904513888888889</c:v>
                      </c:pt>
                      <c:pt idx="305" formatCode="h:mm:ss">
                        <c:v>0.49062499999999998</c:v>
                      </c:pt>
                      <c:pt idx="306" formatCode="h:mm:ss">
                        <c:v>0.49079861111111112</c:v>
                      </c:pt>
                      <c:pt idx="307" formatCode="h:mm:ss">
                        <c:v>0.4909722222222222</c:v>
                      </c:pt>
                      <c:pt idx="308" formatCode="h:mm:ss">
                        <c:v>0.49114583333333334</c:v>
                      </c:pt>
                      <c:pt idx="309" formatCode="h:mm:ss">
                        <c:v>0.49131944444444442</c:v>
                      </c:pt>
                      <c:pt idx="310" formatCode="h:mm:ss">
                        <c:v>0.49149305555555556</c:v>
                      </c:pt>
                      <c:pt idx="311" formatCode="h:mm:ss">
                        <c:v>0.49166666666666664</c:v>
                      </c:pt>
                      <c:pt idx="312" formatCode="h:mm:ss">
                        <c:v>0.49184027777777778</c:v>
                      </c:pt>
                      <c:pt idx="313" formatCode="h:mm:ss">
                        <c:v>0.49201388888888886</c:v>
                      </c:pt>
                      <c:pt idx="314" formatCode="h:mm:ss">
                        <c:v>0.4921875</c:v>
                      </c:pt>
                      <c:pt idx="315" formatCode="h:mm:ss">
                        <c:v>0.49236111111111114</c:v>
                      </c:pt>
                      <c:pt idx="316" formatCode="h:mm:ss">
                        <c:v>0.49253472222222222</c:v>
                      </c:pt>
                      <c:pt idx="317" formatCode="h:mm:ss">
                        <c:v>0.49270833333333336</c:v>
                      </c:pt>
                      <c:pt idx="318" formatCode="h:mm:ss">
                        <c:v>0.49288194444444444</c:v>
                      </c:pt>
                      <c:pt idx="319" formatCode="h:mm:ss">
                        <c:v>0.49305555555555558</c:v>
                      </c:pt>
                      <c:pt idx="320" formatCode="h:mm:ss">
                        <c:v>0.49322916666666666</c:v>
                      </c:pt>
                      <c:pt idx="321" formatCode="h:mm:ss">
                        <c:v>0.4934027777777778</c:v>
                      </c:pt>
                      <c:pt idx="322" formatCode="h:mm:ss">
                        <c:v>0.49357638888888888</c:v>
                      </c:pt>
                      <c:pt idx="323" formatCode="h:mm:ss">
                        <c:v>0.49375000000000002</c:v>
                      </c:pt>
                      <c:pt idx="324" formatCode="h:mm:ss">
                        <c:v>0.4939236111111111</c:v>
                      </c:pt>
                      <c:pt idx="325" formatCode="h:mm:ss">
                        <c:v>0.49409722222222224</c:v>
                      </c:pt>
                      <c:pt idx="326" formatCode="h:mm:ss">
                        <c:v>0.49427083333333333</c:v>
                      </c:pt>
                      <c:pt idx="327" formatCode="h:mm:ss">
                        <c:v>0.49444444444444446</c:v>
                      </c:pt>
                      <c:pt idx="328" formatCode="h:mm:ss">
                        <c:v>0.49461805555555555</c:v>
                      </c:pt>
                      <c:pt idx="329" formatCode="h:mm:ss">
                        <c:v>0.49479166666666669</c:v>
                      </c:pt>
                      <c:pt idx="330" formatCode="h:mm:ss">
                        <c:v>0.49496527777777777</c:v>
                      </c:pt>
                      <c:pt idx="331" formatCode="h:mm:ss">
                        <c:v>0.49513888888888891</c:v>
                      </c:pt>
                      <c:pt idx="332" formatCode="h:mm:ss">
                        <c:v>0.49531249999999999</c:v>
                      </c:pt>
                      <c:pt idx="333" formatCode="h:mm:ss">
                        <c:v>0.49548611111111113</c:v>
                      </c:pt>
                      <c:pt idx="334" formatCode="h:mm:ss">
                        <c:v>0.49565972222222221</c:v>
                      </c:pt>
                      <c:pt idx="335" formatCode="h:mm:ss">
                        <c:v>0.49583333333333335</c:v>
                      </c:pt>
                      <c:pt idx="336" formatCode="h:mm:ss">
                        <c:v>0.49600694444444443</c:v>
                      </c:pt>
                      <c:pt idx="337" formatCode="h:mm:ss">
                        <c:v>0.49618055555555557</c:v>
                      </c:pt>
                      <c:pt idx="338" formatCode="h:mm:ss">
                        <c:v>0.49635416666666665</c:v>
                      </c:pt>
                      <c:pt idx="339" formatCode="h:mm:ss">
                        <c:v>0.49652777777777779</c:v>
                      </c:pt>
                      <c:pt idx="340" formatCode="h:mm:ss">
                        <c:v>0.49670138888888887</c:v>
                      </c:pt>
                      <c:pt idx="341" formatCode="h:mm:ss">
                        <c:v>0.49687500000000001</c:v>
                      </c:pt>
                      <c:pt idx="342" formatCode="h:mm:ss">
                        <c:v>0.49704861111111109</c:v>
                      </c:pt>
                      <c:pt idx="343" formatCode="h:mm:ss">
                        <c:v>0.49722222222222223</c:v>
                      </c:pt>
                      <c:pt idx="344" formatCode="h:mm:ss">
                        <c:v>0.49739583333333331</c:v>
                      </c:pt>
                      <c:pt idx="345" formatCode="h:mm:ss">
                        <c:v>0.49756944444444445</c:v>
                      </c:pt>
                      <c:pt idx="346" formatCode="h:mm:ss">
                        <c:v>0.49774305555555554</c:v>
                      </c:pt>
                      <c:pt idx="347" formatCode="h:mm:ss">
                        <c:v>0.49791666666666667</c:v>
                      </c:pt>
                      <c:pt idx="348" formatCode="h:mm:ss">
                        <c:v>0.49809027777777776</c:v>
                      </c:pt>
                      <c:pt idx="349" formatCode="h:mm:ss">
                        <c:v>0.4982638888888889</c:v>
                      </c:pt>
                      <c:pt idx="350" formatCode="h:mm:ss">
                        <c:v>0.49843749999999998</c:v>
                      </c:pt>
                      <c:pt idx="351" formatCode="h:mm:ss">
                        <c:v>0.49861111111111112</c:v>
                      </c:pt>
                      <c:pt idx="352" formatCode="h:mm:ss">
                        <c:v>0.4987847222222222</c:v>
                      </c:pt>
                      <c:pt idx="353" formatCode="h:mm:ss">
                        <c:v>0.49895833333333334</c:v>
                      </c:pt>
                      <c:pt idx="354" formatCode="h:mm:ss">
                        <c:v>0.49913194444444442</c:v>
                      </c:pt>
                      <c:pt idx="355" formatCode="h:mm:ss">
                        <c:v>0.49930555555555556</c:v>
                      </c:pt>
                      <c:pt idx="356" formatCode="h:mm:ss">
                        <c:v>0.49947916666666664</c:v>
                      </c:pt>
                      <c:pt idx="357" formatCode="h:mm:ss">
                        <c:v>0.49965277777777778</c:v>
                      </c:pt>
                      <c:pt idx="358" formatCode="h:mm:ss">
                        <c:v>0.49982638888888886</c:v>
                      </c:pt>
                      <c:pt idx="359" formatCode="h:mm:ss">
                        <c:v>0.5</c:v>
                      </c:pt>
                      <c:pt idx="360" formatCode="h:mm:ss">
                        <c:v>0.50017361111111114</c:v>
                      </c:pt>
                      <c:pt idx="361" formatCode="h:mm:ss">
                        <c:v>0.50034722222222228</c:v>
                      </c:pt>
                      <c:pt idx="362" formatCode="h:mm:ss">
                        <c:v>0.5005208333333333</c:v>
                      </c:pt>
                      <c:pt idx="363" formatCode="h:mm:ss">
                        <c:v>0.50069444444444444</c:v>
                      </c:pt>
                      <c:pt idx="364" formatCode="h:mm:ss">
                        <c:v>0.50086805555555558</c:v>
                      </c:pt>
                      <c:pt idx="365" formatCode="h:mm:ss">
                        <c:v>0.50104166666666672</c:v>
                      </c:pt>
                      <c:pt idx="366" formatCode="h:mm:ss">
                        <c:v>0.50121527777777775</c:v>
                      </c:pt>
                      <c:pt idx="367" formatCode="h:mm:ss">
                        <c:v>0.50138888888888888</c:v>
                      </c:pt>
                      <c:pt idx="368" formatCode="h:mm:ss">
                        <c:v>0.50156250000000002</c:v>
                      </c:pt>
                      <c:pt idx="369" formatCode="h:mm:ss">
                        <c:v>0.50173611111111116</c:v>
                      </c:pt>
                      <c:pt idx="370" formatCode="h:mm:ss">
                        <c:v>0.50190972222222219</c:v>
                      </c:pt>
                      <c:pt idx="371" formatCode="h:mm:ss">
                        <c:v>0.50208333333333333</c:v>
                      </c:pt>
                      <c:pt idx="372" formatCode="h:mm:ss">
                        <c:v>0.50225694444444446</c:v>
                      </c:pt>
                      <c:pt idx="373" formatCode="h:mm:ss">
                        <c:v>0.5024305555555556</c:v>
                      </c:pt>
                      <c:pt idx="374" formatCode="h:mm:ss">
                        <c:v>0.50260416666666663</c:v>
                      </c:pt>
                      <c:pt idx="375" formatCode="h:mm:ss">
                        <c:v>0.50277777777777777</c:v>
                      </c:pt>
                      <c:pt idx="376" formatCode="h:mm:ss">
                        <c:v>0.50295138888888891</c:v>
                      </c:pt>
                      <c:pt idx="377" formatCode="h:mm:ss">
                        <c:v>0.50312500000000004</c:v>
                      </c:pt>
                      <c:pt idx="378" formatCode="h:mm:ss">
                        <c:v>0.50329861111111107</c:v>
                      </c:pt>
                      <c:pt idx="379" formatCode="h:mm:ss">
                        <c:v>0.50347222222222221</c:v>
                      </c:pt>
                      <c:pt idx="380" formatCode="h:mm:ss">
                        <c:v>0.50364583333333335</c:v>
                      </c:pt>
                      <c:pt idx="381" formatCode="h:mm:ss">
                        <c:v>0.50381944444444449</c:v>
                      </c:pt>
                      <c:pt idx="382" formatCode="h:mm:ss">
                        <c:v>0.50399305555555551</c:v>
                      </c:pt>
                      <c:pt idx="383" formatCode="h:mm:ss">
                        <c:v>0.50416666666666665</c:v>
                      </c:pt>
                      <c:pt idx="384" formatCode="h:mm:ss">
                        <c:v>0.50434027777777779</c:v>
                      </c:pt>
                      <c:pt idx="385" formatCode="h:mm:ss">
                        <c:v>0.50451388888888893</c:v>
                      </c:pt>
                      <c:pt idx="386" formatCode="h:mm:ss">
                        <c:v>0.50468749999999996</c:v>
                      </c:pt>
                      <c:pt idx="387" formatCode="h:mm:ss">
                        <c:v>0.50486111111111109</c:v>
                      </c:pt>
                      <c:pt idx="388" formatCode="h:mm:ss">
                        <c:v>0.50503472222222223</c:v>
                      </c:pt>
                      <c:pt idx="389" formatCode="h:mm:ss">
                        <c:v>0.50520833333333337</c:v>
                      </c:pt>
                      <c:pt idx="390" formatCode="h:mm:ss">
                        <c:v>0.5053819444444444</c:v>
                      </c:pt>
                      <c:pt idx="391" formatCode="h:mm:ss">
                        <c:v>0.50555555555555554</c:v>
                      </c:pt>
                      <c:pt idx="392" formatCode="h:mm:ss">
                        <c:v>0.50572916666666667</c:v>
                      </c:pt>
                      <c:pt idx="393" formatCode="h:mm:ss">
                        <c:v>0.50590277777777781</c:v>
                      </c:pt>
                      <c:pt idx="394" formatCode="h:mm:ss">
                        <c:v>0.50607638888888884</c:v>
                      </c:pt>
                      <c:pt idx="395" formatCode="h:mm:ss">
                        <c:v>0.50624999999999998</c:v>
                      </c:pt>
                      <c:pt idx="396" formatCode="h:mm:ss">
                        <c:v>0.50642361111111112</c:v>
                      </c:pt>
                      <c:pt idx="397" formatCode="h:mm:ss">
                        <c:v>0.50659722222222225</c:v>
                      </c:pt>
                      <c:pt idx="398" formatCode="h:mm:ss">
                        <c:v>0.50677083333333328</c:v>
                      </c:pt>
                      <c:pt idx="399" formatCode="h:mm:ss">
                        <c:v>0.50694444444444442</c:v>
                      </c:pt>
                      <c:pt idx="400" formatCode="h:mm:ss">
                        <c:v>0.50711805555555556</c:v>
                      </c:pt>
                      <c:pt idx="401" formatCode="h:mm:ss">
                        <c:v>0.5072916666666667</c:v>
                      </c:pt>
                      <c:pt idx="402" formatCode="h:mm:ss">
                        <c:v>0.50746527777777772</c:v>
                      </c:pt>
                      <c:pt idx="403" formatCode="h:mm:ss">
                        <c:v>0.50763888888888886</c:v>
                      </c:pt>
                      <c:pt idx="404" formatCode="h:mm:ss">
                        <c:v>0.5078125</c:v>
                      </c:pt>
                      <c:pt idx="405" formatCode="h:mm:ss">
                        <c:v>0.50798611111111114</c:v>
                      </c:pt>
                      <c:pt idx="406" formatCode="h:mm:ss">
                        <c:v>0.50815972222222228</c:v>
                      </c:pt>
                      <c:pt idx="407" formatCode="h:mm:ss">
                        <c:v>0.5083333333333333</c:v>
                      </c:pt>
                      <c:pt idx="408" formatCode="h:mm:ss">
                        <c:v>0.50850694444444444</c:v>
                      </c:pt>
                      <c:pt idx="409" formatCode="h:mm:ss">
                        <c:v>0.50868055555555558</c:v>
                      </c:pt>
                      <c:pt idx="410" formatCode="h:mm:ss">
                        <c:v>0.50885416666666672</c:v>
                      </c:pt>
                      <c:pt idx="411" formatCode="h:mm:ss">
                        <c:v>0.50902777777777775</c:v>
                      </c:pt>
                      <c:pt idx="412" formatCode="h:mm:ss">
                        <c:v>0.50920138888888888</c:v>
                      </c:pt>
                      <c:pt idx="413" formatCode="h:mm:ss">
                        <c:v>0.50937500000000002</c:v>
                      </c:pt>
                      <c:pt idx="414" formatCode="h:mm:ss">
                        <c:v>0.50954861111111116</c:v>
                      </c:pt>
                      <c:pt idx="415" formatCode="h:mm:ss">
                        <c:v>0.50972222222222219</c:v>
                      </c:pt>
                      <c:pt idx="416" formatCode="h:mm:ss">
                        <c:v>0.50989583333333333</c:v>
                      </c:pt>
                      <c:pt idx="417" formatCode="h:mm:ss">
                        <c:v>0.51006944444444446</c:v>
                      </c:pt>
                      <c:pt idx="418" formatCode="h:mm:ss">
                        <c:v>0.5102430555555556</c:v>
                      </c:pt>
                      <c:pt idx="419" formatCode="h:mm:ss">
                        <c:v>0.51041666666666663</c:v>
                      </c:pt>
                      <c:pt idx="420" formatCode="h:mm:ss">
                        <c:v>0.51059027777777777</c:v>
                      </c:pt>
                      <c:pt idx="421" formatCode="h:mm:ss">
                        <c:v>0.51076388888888891</c:v>
                      </c:pt>
                      <c:pt idx="422" formatCode="h:mm:ss">
                        <c:v>0.51093750000000004</c:v>
                      </c:pt>
                      <c:pt idx="423" formatCode="h:mm:ss">
                        <c:v>0.51111111111111107</c:v>
                      </c:pt>
                      <c:pt idx="424" formatCode="h:mm:ss">
                        <c:v>0.51128472222222221</c:v>
                      </c:pt>
                      <c:pt idx="425" formatCode="h:mm:ss">
                        <c:v>0.51145833333333335</c:v>
                      </c:pt>
                      <c:pt idx="426" formatCode="h:mm:ss">
                        <c:v>0.51163194444444449</c:v>
                      </c:pt>
                      <c:pt idx="427" formatCode="h:mm:ss">
                        <c:v>0.51180555555555551</c:v>
                      </c:pt>
                      <c:pt idx="428" formatCode="h:mm:ss">
                        <c:v>0.51197916666666665</c:v>
                      </c:pt>
                      <c:pt idx="429" formatCode="h:mm:ss">
                        <c:v>0.51215277777777779</c:v>
                      </c:pt>
                      <c:pt idx="430" formatCode="h:mm:ss">
                        <c:v>0.51232638888888893</c:v>
                      </c:pt>
                      <c:pt idx="431" formatCode="h:mm:ss">
                        <c:v>0.51249999999999996</c:v>
                      </c:pt>
                      <c:pt idx="432" formatCode="h:mm:ss">
                        <c:v>0.51267361111111109</c:v>
                      </c:pt>
                      <c:pt idx="433" formatCode="h:mm:ss">
                        <c:v>0.51284722222222223</c:v>
                      </c:pt>
                      <c:pt idx="434" formatCode="h:mm:ss">
                        <c:v>0.51302083333333337</c:v>
                      </c:pt>
                      <c:pt idx="435" formatCode="h:mm:ss">
                        <c:v>0.5131944444444444</c:v>
                      </c:pt>
                      <c:pt idx="436" formatCode="h:mm:ss">
                        <c:v>0.51336805555555554</c:v>
                      </c:pt>
                      <c:pt idx="437" formatCode="h:mm:ss">
                        <c:v>0.51354166666666667</c:v>
                      </c:pt>
                      <c:pt idx="438" formatCode="h:mm:ss">
                        <c:v>0.51371527777777781</c:v>
                      </c:pt>
                      <c:pt idx="439" formatCode="h:mm:ss">
                        <c:v>0.51388888888888884</c:v>
                      </c:pt>
                      <c:pt idx="440" formatCode="h:mm:ss">
                        <c:v>0.51406249999999998</c:v>
                      </c:pt>
                      <c:pt idx="441" formatCode="h:mm:ss">
                        <c:v>0.51423611111111112</c:v>
                      </c:pt>
                      <c:pt idx="442" formatCode="h:mm:ss">
                        <c:v>0.51440972222222225</c:v>
                      </c:pt>
                      <c:pt idx="443" formatCode="h:mm:ss">
                        <c:v>0.51458333333333328</c:v>
                      </c:pt>
                      <c:pt idx="444" formatCode="h:mm:ss">
                        <c:v>0.51475694444444442</c:v>
                      </c:pt>
                      <c:pt idx="445" formatCode="h:mm:ss">
                        <c:v>0.51493055555555556</c:v>
                      </c:pt>
                      <c:pt idx="446" formatCode="h:mm:ss">
                        <c:v>0.5151041666666667</c:v>
                      </c:pt>
                      <c:pt idx="447" formatCode="h:mm:ss">
                        <c:v>0.51527777777777772</c:v>
                      </c:pt>
                      <c:pt idx="448" formatCode="h:mm:ss">
                        <c:v>0.51545138888888886</c:v>
                      </c:pt>
                      <c:pt idx="449" formatCode="h:mm:ss">
                        <c:v>0.515625</c:v>
                      </c:pt>
                      <c:pt idx="450" formatCode="h:mm:ss">
                        <c:v>0.51579861111111114</c:v>
                      </c:pt>
                      <c:pt idx="451" formatCode="h:mm:ss">
                        <c:v>0.51597222222222228</c:v>
                      </c:pt>
                      <c:pt idx="452" formatCode="h:mm:ss">
                        <c:v>0.5161458333333333</c:v>
                      </c:pt>
                      <c:pt idx="453" formatCode="h:mm:ss">
                        <c:v>0.51631944444444444</c:v>
                      </c:pt>
                      <c:pt idx="454" formatCode="h:mm:ss">
                        <c:v>0.51649305555555558</c:v>
                      </c:pt>
                      <c:pt idx="455" formatCode="h:mm:ss">
                        <c:v>0.51666666666666672</c:v>
                      </c:pt>
                      <c:pt idx="456" formatCode="h:mm:ss">
                        <c:v>0.51684027777777775</c:v>
                      </c:pt>
                      <c:pt idx="457" formatCode="h:mm:ss">
                        <c:v>0.51701388888888888</c:v>
                      </c:pt>
                      <c:pt idx="458" formatCode="h:mm:ss">
                        <c:v>0.51718750000000002</c:v>
                      </c:pt>
                      <c:pt idx="459" formatCode="h:mm:ss">
                        <c:v>0.51736111111111116</c:v>
                      </c:pt>
                      <c:pt idx="460" formatCode="h:mm:ss">
                        <c:v>0.51753472222222219</c:v>
                      </c:pt>
                      <c:pt idx="461" formatCode="h:mm:ss">
                        <c:v>0.51770833333333333</c:v>
                      </c:pt>
                      <c:pt idx="462" formatCode="h:mm:ss">
                        <c:v>0.51788194444444446</c:v>
                      </c:pt>
                      <c:pt idx="463" formatCode="h:mm:ss">
                        <c:v>0.5180555555555556</c:v>
                      </c:pt>
                      <c:pt idx="464" formatCode="h:mm:ss">
                        <c:v>0.51822916666666663</c:v>
                      </c:pt>
                      <c:pt idx="465" formatCode="h:mm:ss">
                        <c:v>0.51840277777777777</c:v>
                      </c:pt>
                      <c:pt idx="466" formatCode="h:mm:ss">
                        <c:v>0.51857638888888891</c:v>
                      </c:pt>
                      <c:pt idx="467" formatCode="h:mm:ss">
                        <c:v>0.51875000000000004</c:v>
                      </c:pt>
                      <c:pt idx="468" formatCode="h:mm:ss">
                        <c:v>0.51892361111111107</c:v>
                      </c:pt>
                      <c:pt idx="469" formatCode="h:mm:ss">
                        <c:v>0.51909722222222221</c:v>
                      </c:pt>
                      <c:pt idx="470" formatCode="h:mm:ss">
                        <c:v>0.51927083333333335</c:v>
                      </c:pt>
                      <c:pt idx="471" formatCode="h:mm:ss">
                        <c:v>0.51944444444444449</c:v>
                      </c:pt>
                      <c:pt idx="472" formatCode="h:mm:ss">
                        <c:v>0.51961805555555551</c:v>
                      </c:pt>
                      <c:pt idx="473" formatCode="h:mm:ss">
                        <c:v>0.51979166666666665</c:v>
                      </c:pt>
                      <c:pt idx="474" formatCode="h:mm:ss">
                        <c:v>0.51996527777777779</c:v>
                      </c:pt>
                      <c:pt idx="475" formatCode="h:mm:ss">
                        <c:v>0.52013888888888893</c:v>
                      </c:pt>
                      <c:pt idx="476" formatCode="h:mm:ss">
                        <c:v>0.52031249999999996</c:v>
                      </c:pt>
                      <c:pt idx="477" formatCode="h:mm:ss">
                        <c:v>0.52048611111111109</c:v>
                      </c:pt>
                      <c:pt idx="478" formatCode="h:mm:ss">
                        <c:v>0.52065972222222223</c:v>
                      </c:pt>
                      <c:pt idx="479" formatCode="h:mm:ss">
                        <c:v>0.52083333333333337</c:v>
                      </c:pt>
                      <c:pt idx="480" formatCode="h:mm:ss">
                        <c:v>0.5210069444444444</c:v>
                      </c:pt>
                      <c:pt idx="481" formatCode="h:mm:ss">
                        <c:v>0.52118055555555554</c:v>
                      </c:pt>
                      <c:pt idx="482" formatCode="h:mm:ss">
                        <c:v>0.52135416666666667</c:v>
                      </c:pt>
                      <c:pt idx="483" formatCode="h:mm:ss">
                        <c:v>0.52152777777777781</c:v>
                      </c:pt>
                      <c:pt idx="484" formatCode="h:mm:ss">
                        <c:v>0.52170138888888884</c:v>
                      </c:pt>
                      <c:pt idx="485" formatCode="h:mm:ss">
                        <c:v>0.52187499999999998</c:v>
                      </c:pt>
                      <c:pt idx="486" formatCode="h:mm:ss">
                        <c:v>0.52204861111111112</c:v>
                      </c:pt>
                      <c:pt idx="487" formatCode="h:mm:ss">
                        <c:v>0.52222222222222225</c:v>
                      </c:pt>
                      <c:pt idx="488" formatCode="h:mm:ss">
                        <c:v>0.52239583333333328</c:v>
                      </c:pt>
                      <c:pt idx="489" formatCode="h:mm:ss">
                        <c:v>0.52256944444444442</c:v>
                      </c:pt>
                      <c:pt idx="490" formatCode="h:mm:ss">
                        <c:v>0.52274305555555556</c:v>
                      </c:pt>
                      <c:pt idx="491" formatCode="h:mm:ss">
                        <c:v>0.5229166666666667</c:v>
                      </c:pt>
                      <c:pt idx="492" formatCode="h:mm:ss">
                        <c:v>0.52309027777777772</c:v>
                      </c:pt>
                      <c:pt idx="493" formatCode="h:mm:ss">
                        <c:v>0.52326388888888886</c:v>
                      </c:pt>
                      <c:pt idx="494" formatCode="h:mm:ss">
                        <c:v>0.5234375</c:v>
                      </c:pt>
                      <c:pt idx="495" formatCode="h:mm:ss">
                        <c:v>0.52361111111111114</c:v>
                      </c:pt>
                      <c:pt idx="496" formatCode="h:mm:ss">
                        <c:v>0.52378472222222228</c:v>
                      </c:pt>
                      <c:pt idx="497" formatCode="h:mm:ss">
                        <c:v>0.5239583333333333</c:v>
                      </c:pt>
                      <c:pt idx="498" formatCode="h:mm:ss">
                        <c:v>0.52413194444444444</c:v>
                      </c:pt>
                      <c:pt idx="499" formatCode="h:mm:ss">
                        <c:v>0.52430555555555558</c:v>
                      </c:pt>
                      <c:pt idx="500" formatCode="h:mm:ss">
                        <c:v>0.52447916666666672</c:v>
                      </c:pt>
                      <c:pt idx="501" formatCode="h:mm:ss">
                        <c:v>0.52465277777777775</c:v>
                      </c:pt>
                      <c:pt idx="502" formatCode="h:mm:ss">
                        <c:v>0.52482638888888888</c:v>
                      </c:pt>
                      <c:pt idx="503" formatCode="h:mm:ss">
                        <c:v>0.52500000000000002</c:v>
                      </c:pt>
                      <c:pt idx="504" formatCode="h:mm:ss">
                        <c:v>0.52517361111111116</c:v>
                      </c:pt>
                      <c:pt idx="505" formatCode="h:mm:ss">
                        <c:v>0.52534722222222219</c:v>
                      </c:pt>
                      <c:pt idx="506" formatCode="h:mm:ss">
                        <c:v>0.52552083333333333</c:v>
                      </c:pt>
                      <c:pt idx="507" formatCode="h:mm:ss">
                        <c:v>0.52569444444444446</c:v>
                      </c:pt>
                      <c:pt idx="508" formatCode="h:mm:ss">
                        <c:v>0.5258680555555556</c:v>
                      </c:pt>
                      <c:pt idx="509" formatCode="h:mm:ss">
                        <c:v>0.52604166666666663</c:v>
                      </c:pt>
                      <c:pt idx="510" formatCode="h:mm:ss">
                        <c:v>0.52621527777777777</c:v>
                      </c:pt>
                      <c:pt idx="511" formatCode="h:mm:ss">
                        <c:v>0.52638888888888891</c:v>
                      </c:pt>
                      <c:pt idx="512" formatCode="h:mm:ss">
                        <c:v>0.52656250000000004</c:v>
                      </c:pt>
                      <c:pt idx="513" formatCode="h:mm:ss">
                        <c:v>0.52673611111111107</c:v>
                      </c:pt>
                      <c:pt idx="514" formatCode="h:mm:ss">
                        <c:v>0.52690972222222221</c:v>
                      </c:pt>
                      <c:pt idx="515" formatCode="h:mm:ss">
                        <c:v>0.52708333333333335</c:v>
                      </c:pt>
                      <c:pt idx="516" formatCode="h:mm:ss">
                        <c:v>0.52725694444444449</c:v>
                      </c:pt>
                      <c:pt idx="517" formatCode="h:mm:ss">
                        <c:v>0.52743055555555551</c:v>
                      </c:pt>
                      <c:pt idx="518" formatCode="h:mm:ss">
                        <c:v>0.52760416666666665</c:v>
                      </c:pt>
                      <c:pt idx="519" formatCode="h:mm:ss">
                        <c:v>0.52777777777777779</c:v>
                      </c:pt>
                      <c:pt idx="520" formatCode="h:mm:ss">
                        <c:v>0.52795138888888893</c:v>
                      </c:pt>
                      <c:pt idx="521" formatCode="h:mm:ss">
                        <c:v>0.52812499999999996</c:v>
                      </c:pt>
                      <c:pt idx="522" formatCode="h:mm:ss">
                        <c:v>0.52829861111111109</c:v>
                      </c:pt>
                      <c:pt idx="523" formatCode="h:mm:ss">
                        <c:v>0.52847222222222223</c:v>
                      </c:pt>
                      <c:pt idx="524" formatCode="h:mm:ss">
                        <c:v>0.52864583333333337</c:v>
                      </c:pt>
                      <c:pt idx="525" formatCode="h:mm:ss">
                        <c:v>0.5288194444444444</c:v>
                      </c:pt>
                      <c:pt idx="526" formatCode="h:mm:ss">
                        <c:v>0.52899305555555554</c:v>
                      </c:pt>
                      <c:pt idx="527" formatCode="h:mm:ss">
                        <c:v>0.52916666666666667</c:v>
                      </c:pt>
                      <c:pt idx="528" formatCode="h:mm:ss">
                        <c:v>0.52934027777777781</c:v>
                      </c:pt>
                      <c:pt idx="529" formatCode="h:mm:ss">
                        <c:v>0.52951388888888884</c:v>
                      </c:pt>
                      <c:pt idx="530" formatCode="h:mm:ss">
                        <c:v>0.52968749999999998</c:v>
                      </c:pt>
                      <c:pt idx="531" formatCode="h:mm:ss">
                        <c:v>0.52986111111111112</c:v>
                      </c:pt>
                      <c:pt idx="532" formatCode="h:mm:ss">
                        <c:v>0.53003472222222225</c:v>
                      </c:pt>
                      <c:pt idx="533" formatCode="h:mm:ss">
                        <c:v>0.53020833333333328</c:v>
                      </c:pt>
                      <c:pt idx="534" formatCode="h:mm:ss">
                        <c:v>0.53038194444444442</c:v>
                      </c:pt>
                      <c:pt idx="535" formatCode="h:mm:ss">
                        <c:v>0.53055555555555556</c:v>
                      </c:pt>
                      <c:pt idx="536" formatCode="h:mm:ss">
                        <c:v>0.5307291666666667</c:v>
                      </c:pt>
                      <c:pt idx="537" formatCode="h:mm:ss">
                        <c:v>0.53090277777777772</c:v>
                      </c:pt>
                      <c:pt idx="538" formatCode="h:mm:ss">
                        <c:v>0.53107638888888886</c:v>
                      </c:pt>
                      <c:pt idx="539" formatCode="h:mm:ss">
                        <c:v>0.53125</c:v>
                      </c:pt>
                      <c:pt idx="540" formatCode="h:mm:ss">
                        <c:v>0.53142361111111114</c:v>
                      </c:pt>
                      <c:pt idx="541" formatCode="h:mm:ss">
                        <c:v>0.53159722222222228</c:v>
                      </c:pt>
                      <c:pt idx="542" formatCode="h:mm:ss">
                        <c:v>0.5317708333333333</c:v>
                      </c:pt>
                      <c:pt idx="543" formatCode="h:mm:ss">
                        <c:v>0.53194444444444444</c:v>
                      </c:pt>
                      <c:pt idx="544" formatCode="h:mm:ss">
                        <c:v>0.53211805555555558</c:v>
                      </c:pt>
                      <c:pt idx="545" formatCode="h:mm:ss">
                        <c:v>0.53229166666666672</c:v>
                      </c:pt>
                      <c:pt idx="546" formatCode="h:mm:ss">
                        <c:v>0.53246527777777775</c:v>
                      </c:pt>
                      <c:pt idx="547" formatCode="h:mm:ss">
                        <c:v>0.53263888888888888</c:v>
                      </c:pt>
                      <c:pt idx="548" formatCode="h:mm:ss">
                        <c:v>0.53281250000000002</c:v>
                      </c:pt>
                      <c:pt idx="549" formatCode="h:mm:ss">
                        <c:v>0.53298611111111116</c:v>
                      </c:pt>
                      <c:pt idx="550" formatCode="h:mm:ss">
                        <c:v>0.53315972222222219</c:v>
                      </c:pt>
                      <c:pt idx="551" formatCode="h:mm:ss">
                        <c:v>0.53333333333333333</c:v>
                      </c:pt>
                      <c:pt idx="552" formatCode="h:mm:ss">
                        <c:v>0.53350694444444446</c:v>
                      </c:pt>
                      <c:pt idx="553" formatCode="h:mm:ss">
                        <c:v>0.5336805555555556</c:v>
                      </c:pt>
                      <c:pt idx="554" formatCode="h:mm:ss">
                        <c:v>0.53385416666666663</c:v>
                      </c:pt>
                      <c:pt idx="555" formatCode="h:mm:ss">
                        <c:v>0.53402777777777777</c:v>
                      </c:pt>
                      <c:pt idx="556" formatCode="h:mm:ss">
                        <c:v>0.53420138888888891</c:v>
                      </c:pt>
                      <c:pt idx="557" formatCode="h:mm:ss">
                        <c:v>0.53437500000000004</c:v>
                      </c:pt>
                      <c:pt idx="558" formatCode="h:mm:ss">
                        <c:v>0.53454861111111107</c:v>
                      </c:pt>
                      <c:pt idx="559" formatCode="h:mm:ss">
                        <c:v>0.53472222222222221</c:v>
                      </c:pt>
                      <c:pt idx="560" formatCode="h:mm:ss">
                        <c:v>0.53489583333333335</c:v>
                      </c:pt>
                      <c:pt idx="561" formatCode="h:mm:ss">
                        <c:v>0.53506944444444449</c:v>
                      </c:pt>
                      <c:pt idx="562" formatCode="h:mm:ss">
                        <c:v>0.53524305555555551</c:v>
                      </c:pt>
                      <c:pt idx="563" formatCode="h:mm:ss">
                        <c:v>0.53541666666666665</c:v>
                      </c:pt>
                      <c:pt idx="564" formatCode="h:mm:ss">
                        <c:v>0.53559027777777779</c:v>
                      </c:pt>
                      <c:pt idx="565" formatCode="h:mm:ss">
                        <c:v>0.53576388888888893</c:v>
                      </c:pt>
                      <c:pt idx="566" formatCode="h:mm:ss">
                        <c:v>0.53593749999999996</c:v>
                      </c:pt>
                      <c:pt idx="567" formatCode="h:mm:ss">
                        <c:v>0.53611111111111109</c:v>
                      </c:pt>
                      <c:pt idx="568" formatCode="h:mm:ss">
                        <c:v>0.53628472222222223</c:v>
                      </c:pt>
                      <c:pt idx="569" formatCode="h:mm:ss">
                        <c:v>0.53645833333333337</c:v>
                      </c:pt>
                      <c:pt idx="570" formatCode="h:mm:ss">
                        <c:v>0.5366319444444444</c:v>
                      </c:pt>
                      <c:pt idx="571" formatCode="h:mm:ss">
                        <c:v>0.53680555555555554</c:v>
                      </c:pt>
                      <c:pt idx="572" formatCode="h:mm:ss">
                        <c:v>0.53697916666666667</c:v>
                      </c:pt>
                      <c:pt idx="573" formatCode="h:mm:ss">
                        <c:v>0.53715277777777781</c:v>
                      </c:pt>
                      <c:pt idx="574" formatCode="h:mm:ss">
                        <c:v>0.53732638888888884</c:v>
                      </c:pt>
                      <c:pt idx="575" formatCode="h:mm:ss">
                        <c:v>0.53749999999999998</c:v>
                      </c:pt>
                      <c:pt idx="576" formatCode="h:mm:ss">
                        <c:v>0.53767361111111112</c:v>
                      </c:pt>
                      <c:pt idx="577" formatCode="h:mm:ss">
                        <c:v>0.53784722222222225</c:v>
                      </c:pt>
                      <c:pt idx="578" formatCode="h:mm:ss">
                        <c:v>0.53802083333333328</c:v>
                      </c:pt>
                      <c:pt idx="579" formatCode="h:mm:ss">
                        <c:v>0.53819444444444442</c:v>
                      </c:pt>
                      <c:pt idx="580" formatCode="h:mm:ss">
                        <c:v>0.53836805555555556</c:v>
                      </c:pt>
                      <c:pt idx="581" formatCode="h:mm:ss">
                        <c:v>0.5385416666666667</c:v>
                      </c:pt>
                      <c:pt idx="582" formatCode="h:mm:ss">
                        <c:v>0.53871527777777772</c:v>
                      </c:pt>
                      <c:pt idx="583" formatCode="h:mm:ss">
                        <c:v>0.53888888888888886</c:v>
                      </c:pt>
                      <c:pt idx="584" formatCode="h:mm:ss">
                        <c:v>0.5390625</c:v>
                      </c:pt>
                      <c:pt idx="585" formatCode="h:mm:ss">
                        <c:v>0.53923611111111114</c:v>
                      </c:pt>
                      <c:pt idx="586" formatCode="h:mm:ss">
                        <c:v>0.53940972222222228</c:v>
                      </c:pt>
                      <c:pt idx="587" formatCode="h:mm:ss">
                        <c:v>0.5395833333333333</c:v>
                      </c:pt>
                      <c:pt idx="588" formatCode="h:mm:ss">
                        <c:v>0.53975694444444444</c:v>
                      </c:pt>
                      <c:pt idx="589" formatCode="h:mm:ss">
                        <c:v>0.53993055555555558</c:v>
                      </c:pt>
                      <c:pt idx="590" formatCode="h:mm:ss">
                        <c:v>0.54010416666666672</c:v>
                      </c:pt>
                      <c:pt idx="591" formatCode="h:mm:ss">
                        <c:v>0.54027777777777775</c:v>
                      </c:pt>
                      <c:pt idx="592" formatCode="h:mm:ss">
                        <c:v>0.54045138888888888</c:v>
                      </c:pt>
                      <c:pt idx="593" formatCode="h:mm:ss">
                        <c:v>0.54062500000000002</c:v>
                      </c:pt>
                      <c:pt idx="594" formatCode="h:mm:ss">
                        <c:v>0.54079861111111116</c:v>
                      </c:pt>
                      <c:pt idx="595" formatCode="h:mm:ss">
                        <c:v>0.54097222222222219</c:v>
                      </c:pt>
                      <c:pt idx="596" formatCode="h:mm:ss">
                        <c:v>0.54114583333333333</c:v>
                      </c:pt>
                      <c:pt idx="597" formatCode="h:mm:ss">
                        <c:v>0.54131944444444446</c:v>
                      </c:pt>
                      <c:pt idx="598" formatCode="h:mm:ss">
                        <c:v>0.5414930555555556</c:v>
                      </c:pt>
                      <c:pt idx="599" formatCode="h:mm:ss">
                        <c:v>0.54166666666666663</c:v>
                      </c:pt>
                      <c:pt idx="600" formatCode="h:mm:ss">
                        <c:v>0.54184027777777777</c:v>
                      </c:pt>
                      <c:pt idx="601" formatCode="h:mm:ss">
                        <c:v>0.54201388888888891</c:v>
                      </c:pt>
                      <c:pt idx="602" formatCode="h:mm:ss">
                        <c:v>0.54218750000000004</c:v>
                      </c:pt>
                      <c:pt idx="603" formatCode="h:mm:ss">
                        <c:v>0.54236111111111107</c:v>
                      </c:pt>
                      <c:pt idx="604" formatCode="h:mm:ss">
                        <c:v>0.54253472222222221</c:v>
                      </c:pt>
                      <c:pt idx="605" formatCode="h:mm:ss">
                        <c:v>0.54270833333333335</c:v>
                      </c:pt>
                      <c:pt idx="606" formatCode="h:mm:ss">
                        <c:v>0.54288194444444449</c:v>
                      </c:pt>
                      <c:pt idx="607" formatCode="h:mm:ss">
                        <c:v>0.54305555555555551</c:v>
                      </c:pt>
                      <c:pt idx="608" formatCode="h:mm:ss">
                        <c:v>0.54322916666666665</c:v>
                      </c:pt>
                      <c:pt idx="609" formatCode="h:mm:ss">
                        <c:v>0.54340277777777779</c:v>
                      </c:pt>
                      <c:pt idx="610" formatCode="h:mm:ss">
                        <c:v>0.54357638888888893</c:v>
                      </c:pt>
                      <c:pt idx="611" formatCode="h:mm:ss">
                        <c:v>0.54374999999999996</c:v>
                      </c:pt>
                      <c:pt idx="612" formatCode="h:mm:ss">
                        <c:v>0.54392361111111109</c:v>
                      </c:pt>
                      <c:pt idx="613" formatCode="h:mm:ss">
                        <c:v>0.54409722222222223</c:v>
                      </c:pt>
                      <c:pt idx="614" formatCode="h:mm:ss">
                        <c:v>0.54427083333333337</c:v>
                      </c:pt>
                      <c:pt idx="615" formatCode="h:mm:ss">
                        <c:v>0.5444444444444444</c:v>
                      </c:pt>
                      <c:pt idx="616" formatCode="h:mm:ss">
                        <c:v>0.54461805555555554</c:v>
                      </c:pt>
                      <c:pt idx="617" formatCode="h:mm:ss">
                        <c:v>0.54479166666666667</c:v>
                      </c:pt>
                      <c:pt idx="618" formatCode="h:mm:ss">
                        <c:v>0.54496527777777781</c:v>
                      </c:pt>
                      <c:pt idx="619" formatCode="h:mm:ss">
                        <c:v>0.54513888888888884</c:v>
                      </c:pt>
                      <c:pt idx="620" formatCode="h:mm:ss">
                        <c:v>0.54531249999999998</c:v>
                      </c:pt>
                      <c:pt idx="621" formatCode="h:mm:ss">
                        <c:v>0.54548611111111112</c:v>
                      </c:pt>
                      <c:pt idx="622" formatCode="h:mm:ss">
                        <c:v>0.54565972222222225</c:v>
                      </c:pt>
                      <c:pt idx="623" formatCode="h:mm:ss">
                        <c:v>0.54583333333333328</c:v>
                      </c:pt>
                      <c:pt idx="624" formatCode="h:mm:ss">
                        <c:v>0.54600694444444442</c:v>
                      </c:pt>
                      <c:pt idx="625" formatCode="h:mm:ss">
                        <c:v>0.54618055555555556</c:v>
                      </c:pt>
                      <c:pt idx="626" formatCode="h:mm:ss">
                        <c:v>0.5463541666666667</c:v>
                      </c:pt>
                      <c:pt idx="627" formatCode="h:mm:ss">
                        <c:v>0.54652777777777772</c:v>
                      </c:pt>
                      <c:pt idx="628" formatCode="h:mm:ss">
                        <c:v>0.54670138888888886</c:v>
                      </c:pt>
                      <c:pt idx="629" formatCode="h:mm:ss">
                        <c:v>0.546875</c:v>
                      </c:pt>
                      <c:pt idx="630" formatCode="h:mm:ss">
                        <c:v>0.54704861111111114</c:v>
                      </c:pt>
                      <c:pt idx="631" formatCode="h:mm:ss">
                        <c:v>0.54722222222222228</c:v>
                      </c:pt>
                      <c:pt idx="632" formatCode="h:mm:ss">
                        <c:v>0.5473958333333333</c:v>
                      </c:pt>
                      <c:pt idx="633" formatCode="h:mm:ss">
                        <c:v>0.54756944444444444</c:v>
                      </c:pt>
                      <c:pt idx="634" formatCode="h:mm:ss">
                        <c:v>0.54774305555555558</c:v>
                      </c:pt>
                      <c:pt idx="635" formatCode="h:mm:ss">
                        <c:v>0.54791666666666672</c:v>
                      </c:pt>
                      <c:pt idx="636" formatCode="h:mm:ss">
                        <c:v>0.54809027777777775</c:v>
                      </c:pt>
                      <c:pt idx="637" formatCode="h:mm:ss">
                        <c:v>0.54826388888888888</c:v>
                      </c:pt>
                      <c:pt idx="638" formatCode="h:mm:ss">
                        <c:v>0.54843750000000002</c:v>
                      </c:pt>
                      <c:pt idx="639" formatCode="h:mm:ss">
                        <c:v>0.54861111111111116</c:v>
                      </c:pt>
                      <c:pt idx="640" formatCode="h:mm:ss">
                        <c:v>0.54878472222222219</c:v>
                      </c:pt>
                      <c:pt idx="641" formatCode="h:mm:ss">
                        <c:v>0.54895833333333333</c:v>
                      </c:pt>
                      <c:pt idx="642" formatCode="h:mm:ss">
                        <c:v>0.54913194444444446</c:v>
                      </c:pt>
                      <c:pt idx="643" formatCode="h:mm:ss">
                        <c:v>0.5493055555555556</c:v>
                      </c:pt>
                      <c:pt idx="644" formatCode="h:mm:ss">
                        <c:v>0.54947916666666663</c:v>
                      </c:pt>
                      <c:pt idx="645" formatCode="h:mm:ss">
                        <c:v>0.54965277777777777</c:v>
                      </c:pt>
                      <c:pt idx="646" formatCode="h:mm:ss">
                        <c:v>0.54982638888888891</c:v>
                      </c:pt>
                      <c:pt idx="647" formatCode="h:mm:ss">
                        <c:v>0.55000000000000004</c:v>
                      </c:pt>
                      <c:pt idx="648" formatCode="h:mm:ss">
                        <c:v>0.55017361111111107</c:v>
                      </c:pt>
                      <c:pt idx="649" formatCode="h:mm:ss">
                        <c:v>0.55034722222222221</c:v>
                      </c:pt>
                      <c:pt idx="650" formatCode="h:mm:ss">
                        <c:v>0.55052083333333335</c:v>
                      </c:pt>
                      <c:pt idx="651" formatCode="h:mm:ss">
                        <c:v>0.55069444444444449</c:v>
                      </c:pt>
                      <c:pt idx="652" formatCode="h:mm:ss">
                        <c:v>0.55086805555555551</c:v>
                      </c:pt>
                      <c:pt idx="653" formatCode="h:mm:ss">
                        <c:v>0.55104166666666665</c:v>
                      </c:pt>
                      <c:pt idx="654" formatCode="h:mm:ss">
                        <c:v>0.55121527777777779</c:v>
                      </c:pt>
                      <c:pt idx="655" formatCode="h:mm:ss">
                        <c:v>0.55138888888888893</c:v>
                      </c:pt>
                      <c:pt idx="656" formatCode="h:mm:ss">
                        <c:v>0.55156249999999996</c:v>
                      </c:pt>
                      <c:pt idx="657" formatCode="h:mm:ss">
                        <c:v>0.55173611111111109</c:v>
                      </c:pt>
                      <c:pt idx="658" formatCode="h:mm:ss">
                        <c:v>0.55190972222222223</c:v>
                      </c:pt>
                      <c:pt idx="659" formatCode="h:mm:ss">
                        <c:v>0.55208333333333337</c:v>
                      </c:pt>
                      <c:pt idx="660" formatCode="h:mm:ss">
                        <c:v>0.5522569444444444</c:v>
                      </c:pt>
                      <c:pt idx="661" formatCode="h:mm:ss">
                        <c:v>0.55243055555555554</c:v>
                      </c:pt>
                      <c:pt idx="662" formatCode="h:mm:ss">
                        <c:v>0.55260416666666667</c:v>
                      </c:pt>
                      <c:pt idx="663" formatCode="h:mm:ss">
                        <c:v>0.55277777777777781</c:v>
                      </c:pt>
                      <c:pt idx="664" formatCode="h:mm:ss">
                        <c:v>0.55295138888888884</c:v>
                      </c:pt>
                      <c:pt idx="665" formatCode="h:mm:ss">
                        <c:v>0.55312499999999998</c:v>
                      </c:pt>
                      <c:pt idx="666" formatCode="h:mm:ss">
                        <c:v>0.55329861111111112</c:v>
                      </c:pt>
                      <c:pt idx="667" formatCode="h:mm:ss">
                        <c:v>0.55347222222222225</c:v>
                      </c:pt>
                      <c:pt idx="668" formatCode="h:mm:ss">
                        <c:v>0.55364583333333328</c:v>
                      </c:pt>
                      <c:pt idx="669" formatCode="h:mm:ss">
                        <c:v>0.55381944444444442</c:v>
                      </c:pt>
                      <c:pt idx="670" formatCode="h:mm:ss">
                        <c:v>0.55399305555555556</c:v>
                      </c:pt>
                      <c:pt idx="671" formatCode="h:mm:ss">
                        <c:v>0.5541666666666667</c:v>
                      </c:pt>
                      <c:pt idx="672" formatCode="h:mm:ss">
                        <c:v>0.55434027777777772</c:v>
                      </c:pt>
                      <c:pt idx="673" formatCode="h:mm:ss">
                        <c:v>0.55451388888888886</c:v>
                      </c:pt>
                      <c:pt idx="674" formatCode="h:mm:ss">
                        <c:v>0.5546875</c:v>
                      </c:pt>
                      <c:pt idx="675" formatCode="h:mm:ss">
                        <c:v>0.55486111111111114</c:v>
                      </c:pt>
                      <c:pt idx="676" formatCode="h:mm:ss">
                        <c:v>0.55503472222222228</c:v>
                      </c:pt>
                      <c:pt idx="677" formatCode="h:mm:ss">
                        <c:v>0.5552083333333333</c:v>
                      </c:pt>
                      <c:pt idx="678" formatCode="h:mm:ss">
                        <c:v>0.55538194444444444</c:v>
                      </c:pt>
                      <c:pt idx="679" formatCode="h:mm:ss">
                        <c:v>0.55555555555555558</c:v>
                      </c:pt>
                      <c:pt idx="680" formatCode="h:mm:ss">
                        <c:v>0.55572916666666672</c:v>
                      </c:pt>
                      <c:pt idx="681" formatCode="h:mm:ss">
                        <c:v>0.55590277777777775</c:v>
                      </c:pt>
                      <c:pt idx="682" formatCode="h:mm:ss">
                        <c:v>0.55607638888888888</c:v>
                      </c:pt>
                      <c:pt idx="683" formatCode="h:mm:ss">
                        <c:v>0.55625000000000002</c:v>
                      </c:pt>
                      <c:pt idx="684" formatCode="h:mm:ss">
                        <c:v>0.55642361111111116</c:v>
                      </c:pt>
                      <c:pt idx="685" formatCode="h:mm:ss">
                        <c:v>0.55659722222222219</c:v>
                      </c:pt>
                      <c:pt idx="686" formatCode="h:mm:ss">
                        <c:v>0.55677083333333333</c:v>
                      </c:pt>
                      <c:pt idx="687" formatCode="h:mm:ss">
                        <c:v>0.55694444444444446</c:v>
                      </c:pt>
                      <c:pt idx="688" formatCode="h:mm:ss">
                        <c:v>0.5571180555555556</c:v>
                      </c:pt>
                      <c:pt idx="689" formatCode="h:mm:ss">
                        <c:v>0.55729166666666663</c:v>
                      </c:pt>
                      <c:pt idx="690" formatCode="h:mm:ss">
                        <c:v>0.55746527777777777</c:v>
                      </c:pt>
                      <c:pt idx="691" formatCode="h:mm:ss">
                        <c:v>0.55763888888888891</c:v>
                      </c:pt>
                      <c:pt idx="692" formatCode="h:mm:ss">
                        <c:v>0.55781250000000004</c:v>
                      </c:pt>
                      <c:pt idx="693" formatCode="h:mm:ss">
                        <c:v>0.55798611111111107</c:v>
                      </c:pt>
                      <c:pt idx="694" formatCode="h:mm:ss">
                        <c:v>0.55815972222222221</c:v>
                      </c:pt>
                      <c:pt idx="695" formatCode="h:mm:ss">
                        <c:v>0.55833333333333335</c:v>
                      </c:pt>
                      <c:pt idx="696" formatCode="h:mm:ss">
                        <c:v>0.55850694444444449</c:v>
                      </c:pt>
                      <c:pt idx="697" formatCode="h:mm:ss">
                        <c:v>0.55868055555555551</c:v>
                      </c:pt>
                      <c:pt idx="698" formatCode="h:mm:ss">
                        <c:v>0.55885416666666665</c:v>
                      </c:pt>
                      <c:pt idx="699" formatCode="h:mm:ss">
                        <c:v>0.55902777777777779</c:v>
                      </c:pt>
                      <c:pt idx="700" formatCode="h:mm:ss">
                        <c:v>0.55920138888888893</c:v>
                      </c:pt>
                      <c:pt idx="701" formatCode="h:mm:ss">
                        <c:v>0.55937499999999996</c:v>
                      </c:pt>
                      <c:pt idx="702" formatCode="h:mm:ss">
                        <c:v>0.55954861111111109</c:v>
                      </c:pt>
                      <c:pt idx="703" formatCode="h:mm:ss">
                        <c:v>0.55972222222222223</c:v>
                      </c:pt>
                      <c:pt idx="704" formatCode="h:mm:ss">
                        <c:v>0.55989583333333337</c:v>
                      </c:pt>
                      <c:pt idx="705" formatCode="h:mm:ss">
                        <c:v>0.5600694444444444</c:v>
                      </c:pt>
                      <c:pt idx="706" formatCode="h:mm:ss">
                        <c:v>0.56024305555555554</c:v>
                      </c:pt>
                      <c:pt idx="707" formatCode="h:mm:ss">
                        <c:v>0.56041666666666667</c:v>
                      </c:pt>
                      <c:pt idx="708" formatCode="h:mm:ss">
                        <c:v>0.56059027777777781</c:v>
                      </c:pt>
                      <c:pt idx="709" formatCode="h:mm:ss">
                        <c:v>0.56076388888888884</c:v>
                      </c:pt>
                      <c:pt idx="710" formatCode="h:mm:ss">
                        <c:v>0.56093749999999998</c:v>
                      </c:pt>
                      <c:pt idx="711" formatCode="h:mm:ss">
                        <c:v>0.56111111111111112</c:v>
                      </c:pt>
                      <c:pt idx="712" formatCode="h:mm:ss">
                        <c:v>0.56128472222222225</c:v>
                      </c:pt>
                      <c:pt idx="713" formatCode="h:mm:ss">
                        <c:v>0.56145833333333328</c:v>
                      </c:pt>
                      <c:pt idx="714" formatCode="h:mm:ss">
                        <c:v>0.56163194444444442</c:v>
                      </c:pt>
                      <c:pt idx="715" formatCode="h:mm:ss">
                        <c:v>0.56180555555555556</c:v>
                      </c:pt>
                      <c:pt idx="716" formatCode="h:mm:ss">
                        <c:v>0.5619791666666667</c:v>
                      </c:pt>
                      <c:pt idx="717" formatCode="h:mm:ss">
                        <c:v>0.56215277777777772</c:v>
                      </c:pt>
                      <c:pt idx="718" formatCode="h:mm:ss">
                        <c:v>0.56232638888888886</c:v>
                      </c:pt>
                      <c:pt idx="719" formatCode="h:mm:ss">
                        <c:v>0.5625</c:v>
                      </c:pt>
                      <c:pt idx="720" formatCode="h:mm:ss">
                        <c:v>0.56267361111111114</c:v>
                      </c:pt>
                      <c:pt idx="721" formatCode="h:mm:ss">
                        <c:v>0.56284722222222228</c:v>
                      </c:pt>
                      <c:pt idx="722" formatCode="h:mm:ss">
                        <c:v>0.5630208333333333</c:v>
                      </c:pt>
                      <c:pt idx="723" formatCode="h:mm:ss">
                        <c:v>0.56319444444444444</c:v>
                      </c:pt>
                      <c:pt idx="724" formatCode="h:mm:ss">
                        <c:v>0.56336805555555558</c:v>
                      </c:pt>
                      <c:pt idx="725" formatCode="h:mm:ss">
                        <c:v>0.56354166666666672</c:v>
                      </c:pt>
                      <c:pt idx="726" formatCode="h:mm:ss">
                        <c:v>0.56371527777777775</c:v>
                      </c:pt>
                      <c:pt idx="727" formatCode="h:mm:ss">
                        <c:v>0.56388888888888888</c:v>
                      </c:pt>
                      <c:pt idx="728" formatCode="h:mm:ss">
                        <c:v>0.56406250000000002</c:v>
                      </c:pt>
                      <c:pt idx="729" formatCode="h:mm:ss">
                        <c:v>0.56423611111111116</c:v>
                      </c:pt>
                      <c:pt idx="730" formatCode="h:mm:ss">
                        <c:v>0.56440972222222219</c:v>
                      </c:pt>
                      <c:pt idx="731" formatCode="h:mm:ss">
                        <c:v>0.56458333333333333</c:v>
                      </c:pt>
                      <c:pt idx="732" formatCode="h:mm:ss">
                        <c:v>0.56475694444444446</c:v>
                      </c:pt>
                      <c:pt idx="733" formatCode="h:mm:ss">
                        <c:v>0.5649305555555556</c:v>
                      </c:pt>
                      <c:pt idx="734" formatCode="h:mm:ss">
                        <c:v>0.56510416666666663</c:v>
                      </c:pt>
                      <c:pt idx="735" formatCode="h:mm:ss">
                        <c:v>0.56527777777777777</c:v>
                      </c:pt>
                      <c:pt idx="736" formatCode="h:mm:ss">
                        <c:v>0.56545138888888891</c:v>
                      </c:pt>
                      <c:pt idx="737" formatCode="h:mm:ss">
                        <c:v>0.56562500000000004</c:v>
                      </c:pt>
                      <c:pt idx="738" formatCode="h:mm:ss">
                        <c:v>0.56579861111111107</c:v>
                      </c:pt>
                      <c:pt idx="739" formatCode="h:mm:ss">
                        <c:v>0.56597222222222221</c:v>
                      </c:pt>
                      <c:pt idx="740" formatCode="h:mm:ss">
                        <c:v>0.56614583333333335</c:v>
                      </c:pt>
                      <c:pt idx="741" formatCode="h:mm:ss">
                        <c:v>0.56631944444444449</c:v>
                      </c:pt>
                      <c:pt idx="742" formatCode="h:mm:ss">
                        <c:v>0.56649305555555551</c:v>
                      </c:pt>
                      <c:pt idx="743" formatCode="h:mm:ss">
                        <c:v>0.56666666666666665</c:v>
                      </c:pt>
                      <c:pt idx="744" formatCode="h:mm:ss">
                        <c:v>0.56684027777777779</c:v>
                      </c:pt>
                      <c:pt idx="745" formatCode="h:mm:ss">
                        <c:v>0.56701388888888893</c:v>
                      </c:pt>
                      <c:pt idx="746" formatCode="h:mm:ss">
                        <c:v>0.56718749999999996</c:v>
                      </c:pt>
                      <c:pt idx="747" formatCode="h:mm:ss">
                        <c:v>0.56736111111111109</c:v>
                      </c:pt>
                      <c:pt idx="748" formatCode="h:mm:ss">
                        <c:v>0.56753472222222223</c:v>
                      </c:pt>
                      <c:pt idx="749" formatCode="h:mm:ss">
                        <c:v>0.56770833333333337</c:v>
                      </c:pt>
                      <c:pt idx="750" formatCode="h:mm:ss">
                        <c:v>0.5678819444444444</c:v>
                      </c:pt>
                      <c:pt idx="751" formatCode="h:mm:ss">
                        <c:v>0.56805555555555554</c:v>
                      </c:pt>
                      <c:pt idx="752" formatCode="h:mm:ss">
                        <c:v>0.56822916666666667</c:v>
                      </c:pt>
                      <c:pt idx="753" formatCode="h:mm:ss">
                        <c:v>0.56840277777777781</c:v>
                      </c:pt>
                      <c:pt idx="754" formatCode="h:mm:ss">
                        <c:v>0.56857638888888884</c:v>
                      </c:pt>
                      <c:pt idx="755" formatCode="h:mm:ss">
                        <c:v>0.56874999999999998</c:v>
                      </c:pt>
                      <c:pt idx="756" formatCode="h:mm:ss">
                        <c:v>0.56892361111111112</c:v>
                      </c:pt>
                      <c:pt idx="757" formatCode="h:mm:ss">
                        <c:v>0.56909722222222225</c:v>
                      </c:pt>
                      <c:pt idx="758" formatCode="h:mm:ss">
                        <c:v>0.56927083333333328</c:v>
                      </c:pt>
                      <c:pt idx="759" formatCode="h:mm:ss">
                        <c:v>0.56944444444444442</c:v>
                      </c:pt>
                      <c:pt idx="760" formatCode="h:mm:ss">
                        <c:v>0.56961805555555556</c:v>
                      </c:pt>
                      <c:pt idx="761" formatCode="h:mm:ss">
                        <c:v>0.5697916666666667</c:v>
                      </c:pt>
                      <c:pt idx="762" formatCode="h:mm:ss">
                        <c:v>0.56996527777777772</c:v>
                      </c:pt>
                      <c:pt idx="763" formatCode="h:mm:ss">
                        <c:v>0.57013888888888886</c:v>
                      </c:pt>
                      <c:pt idx="764" formatCode="h:mm:ss">
                        <c:v>0.5703125</c:v>
                      </c:pt>
                      <c:pt idx="765" formatCode="h:mm:ss">
                        <c:v>0.57048611111111114</c:v>
                      </c:pt>
                      <c:pt idx="766" formatCode="h:mm:ss">
                        <c:v>0.57065972222222228</c:v>
                      </c:pt>
                      <c:pt idx="767" formatCode="h:mm:ss">
                        <c:v>0.5708333333333333</c:v>
                      </c:pt>
                      <c:pt idx="768" formatCode="h:mm:ss">
                        <c:v>0.57100694444444444</c:v>
                      </c:pt>
                      <c:pt idx="769" formatCode="h:mm:ss">
                        <c:v>0.57118055555555558</c:v>
                      </c:pt>
                      <c:pt idx="770" formatCode="h:mm:ss">
                        <c:v>0.57135416666666672</c:v>
                      </c:pt>
                      <c:pt idx="771" formatCode="h:mm:ss">
                        <c:v>0.57152777777777775</c:v>
                      </c:pt>
                      <c:pt idx="772" formatCode="h:mm:ss">
                        <c:v>0.57170138888888888</c:v>
                      </c:pt>
                      <c:pt idx="773" formatCode="h:mm:ss">
                        <c:v>0.57187500000000002</c:v>
                      </c:pt>
                      <c:pt idx="774" formatCode="h:mm:ss">
                        <c:v>0.57204861111111116</c:v>
                      </c:pt>
                      <c:pt idx="775" formatCode="h:mm:ss">
                        <c:v>0.57222222222222219</c:v>
                      </c:pt>
                      <c:pt idx="776" formatCode="h:mm:ss">
                        <c:v>0.57239583333333333</c:v>
                      </c:pt>
                      <c:pt idx="777" formatCode="h:mm:ss">
                        <c:v>0.57256944444444446</c:v>
                      </c:pt>
                      <c:pt idx="778" formatCode="h:mm:ss">
                        <c:v>0.5727430555555556</c:v>
                      </c:pt>
                      <c:pt idx="779" formatCode="h:mm:ss">
                        <c:v>0.57291666666666663</c:v>
                      </c:pt>
                      <c:pt idx="780" formatCode="h:mm:ss">
                        <c:v>0.57309027777777777</c:v>
                      </c:pt>
                      <c:pt idx="781" formatCode="h:mm:ss">
                        <c:v>0.57326388888888891</c:v>
                      </c:pt>
                      <c:pt idx="782" formatCode="h:mm:ss">
                        <c:v>0.57343750000000004</c:v>
                      </c:pt>
                      <c:pt idx="783" formatCode="h:mm:ss">
                        <c:v>0.57361111111111107</c:v>
                      </c:pt>
                      <c:pt idx="784" formatCode="h:mm:ss">
                        <c:v>0.57378472222222221</c:v>
                      </c:pt>
                      <c:pt idx="785" formatCode="h:mm:ss">
                        <c:v>0.57395833333333335</c:v>
                      </c:pt>
                      <c:pt idx="786" formatCode="h:mm:ss">
                        <c:v>0.57413194444444449</c:v>
                      </c:pt>
                      <c:pt idx="787" formatCode="h:mm:ss">
                        <c:v>0.57430555555555551</c:v>
                      </c:pt>
                      <c:pt idx="788" formatCode="h:mm:ss">
                        <c:v>0.57447916666666665</c:v>
                      </c:pt>
                      <c:pt idx="789" formatCode="h:mm:ss">
                        <c:v>0.57465277777777779</c:v>
                      </c:pt>
                      <c:pt idx="790" formatCode="h:mm:ss">
                        <c:v>0.57482638888888893</c:v>
                      </c:pt>
                      <c:pt idx="791" formatCode="h:mm:ss">
                        <c:v>0.57499999999999996</c:v>
                      </c:pt>
                      <c:pt idx="792" formatCode="h:mm:ss">
                        <c:v>0.57517361111111109</c:v>
                      </c:pt>
                      <c:pt idx="793" formatCode="h:mm:ss">
                        <c:v>0.57534722222222223</c:v>
                      </c:pt>
                      <c:pt idx="794" formatCode="h:mm:ss">
                        <c:v>0.57552083333333337</c:v>
                      </c:pt>
                      <c:pt idx="795" formatCode="h:mm:ss">
                        <c:v>0.5756944444444444</c:v>
                      </c:pt>
                      <c:pt idx="796" formatCode="h:mm:ss">
                        <c:v>0.57586805555555554</c:v>
                      </c:pt>
                      <c:pt idx="797" formatCode="h:mm:ss">
                        <c:v>0.57604166666666667</c:v>
                      </c:pt>
                      <c:pt idx="798" formatCode="h:mm:ss">
                        <c:v>0.57621527777777781</c:v>
                      </c:pt>
                      <c:pt idx="799" formatCode="h:mm:ss">
                        <c:v>0.57638888888888884</c:v>
                      </c:pt>
                      <c:pt idx="800" formatCode="h:mm:ss">
                        <c:v>0.57656249999999998</c:v>
                      </c:pt>
                      <c:pt idx="801" formatCode="h:mm:ss">
                        <c:v>0.57673611111111112</c:v>
                      </c:pt>
                      <c:pt idx="802" formatCode="h:mm:ss">
                        <c:v>0.57690972222222225</c:v>
                      </c:pt>
                      <c:pt idx="803" formatCode="h:mm:ss">
                        <c:v>0.57708333333333328</c:v>
                      </c:pt>
                      <c:pt idx="804" formatCode="h:mm:ss">
                        <c:v>0.57725694444444442</c:v>
                      </c:pt>
                      <c:pt idx="805" formatCode="h:mm:ss">
                        <c:v>0.57743055555555556</c:v>
                      </c:pt>
                      <c:pt idx="806" formatCode="h:mm:ss">
                        <c:v>0.5776041666666667</c:v>
                      </c:pt>
                      <c:pt idx="807" formatCode="h:mm:ss">
                        <c:v>0.57777777777777772</c:v>
                      </c:pt>
                      <c:pt idx="808" formatCode="h:mm:ss">
                        <c:v>0.57795138888888886</c:v>
                      </c:pt>
                      <c:pt idx="809" formatCode="h:mm:ss">
                        <c:v>0.578125</c:v>
                      </c:pt>
                      <c:pt idx="810" formatCode="h:mm:ss">
                        <c:v>0.57829861111111114</c:v>
                      </c:pt>
                      <c:pt idx="811" formatCode="h:mm:ss">
                        <c:v>0.57847222222222228</c:v>
                      </c:pt>
                      <c:pt idx="812" formatCode="h:mm:ss">
                        <c:v>0.5786458333333333</c:v>
                      </c:pt>
                      <c:pt idx="813" formatCode="h:mm:ss">
                        <c:v>0.57881944444444444</c:v>
                      </c:pt>
                      <c:pt idx="814" formatCode="h:mm:ss">
                        <c:v>0.57899305555555558</c:v>
                      </c:pt>
                      <c:pt idx="815" formatCode="h:mm:ss">
                        <c:v>0.57916666666666672</c:v>
                      </c:pt>
                      <c:pt idx="816" formatCode="h:mm:ss">
                        <c:v>0.57934027777777775</c:v>
                      </c:pt>
                      <c:pt idx="817" formatCode="h:mm:ss">
                        <c:v>0.57951388888888888</c:v>
                      </c:pt>
                      <c:pt idx="818" formatCode="h:mm:ss">
                        <c:v>0.57968750000000002</c:v>
                      </c:pt>
                      <c:pt idx="819" formatCode="h:mm:ss">
                        <c:v>0.57986111111111116</c:v>
                      </c:pt>
                      <c:pt idx="820" formatCode="h:mm:ss">
                        <c:v>0.58003472222222219</c:v>
                      </c:pt>
                      <c:pt idx="821" formatCode="h:mm:ss">
                        <c:v>0.58020833333333333</c:v>
                      </c:pt>
                      <c:pt idx="822" formatCode="h:mm:ss">
                        <c:v>0.58038194444444446</c:v>
                      </c:pt>
                      <c:pt idx="823" formatCode="h:mm:ss">
                        <c:v>0.5805555555555556</c:v>
                      </c:pt>
                      <c:pt idx="824" formatCode="h:mm:ss">
                        <c:v>0.58072916666666663</c:v>
                      </c:pt>
                      <c:pt idx="825" formatCode="h:mm:ss">
                        <c:v>0.58090277777777777</c:v>
                      </c:pt>
                      <c:pt idx="826" formatCode="h:mm:ss">
                        <c:v>0.58107638888888891</c:v>
                      </c:pt>
                      <c:pt idx="827" formatCode="h:mm:ss">
                        <c:v>0.58125000000000004</c:v>
                      </c:pt>
                      <c:pt idx="828" formatCode="h:mm:ss">
                        <c:v>0.58142361111111107</c:v>
                      </c:pt>
                      <c:pt idx="829" formatCode="h:mm:ss">
                        <c:v>0.58159722222222221</c:v>
                      </c:pt>
                      <c:pt idx="830" formatCode="h:mm:ss">
                        <c:v>0.58177083333333335</c:v>
                      </c:pt>
                      <c:pt idx="831" formatCode="h:mm:ss">
                        <c:v>0.58194444444444449</c:v>
                      </c:pt>
                      <c:pt idx="832" formatCode="h:mm:ss">
                        <c:v>0.58211805555555551</c:v>
                      </c:pt>
                      <c:pt idx="833" formatCode="h:mm:ss">
                        <c:v>0.58229166666666665</c:v>
                      </c:pt>
                      <c:pt idx="834" formatCode="h:mm:ss">
                        <c:v>0.58246527777777779</c:v>
                      </c:pt>
                      <c:pt idx="835" formatCode="h:mm:ss">
                        <c:v>0.58263888888888893</c:v>
                      </c:pt>
                      <c:pt idx="836" formatCode="h:mm:ss">
                        <c:v>0.58281249999999996</c:v>
                      </c:pt>
                      <c:pt idx="837" formatCode="h:mm:ss">
                        <c:v>0.58298611111111109</c:v>
                      </c:pt>
                      <c:pt idx="838" formatCode="h:mm:ss">
                        <c:v>0.58315972222222223</c:v>
                      </c:pt>
                      <c:pt idx="839" formatCode="h:mm:ss">
                        <c:v>0.58333333333333337</c:v>
                      </c:pt>
                      <c:pt idx="840" formatCode="h:mm:ss">
                        <c:v>0.5835069444444444</c:v>
                      </c:pt>
                      <c:pt idx="841" formatCode="h:mm:ss">
                        <c:v>0.58368055555555554</c:v>
                      </c:pt>
                      <c:pt idx="842" formatCode="h:mm:ss">
                        <c:v>0.58385416666666667</c:v>
                      </c:pt>
                      <c:pt idx="843" formatCode="h:mm:ss">
                        <c:v>0.58402777777777781</c:v>
                      </c:pt>
                      <c:pt idx="844" formatCode="h:mm:ss">
                        <c:v>0.58420138888888884</c:v>
                      </c:pt>
                      <c:pt idx="845" formatCode="h:mm:ss">
                        <c:v>0.58437499999999998</c:v>
                      </c:pt>
                      <c:pt idx="846" formatCode="h:mm:ss">
                        <c:v>0.58454861111111112</c:v>
                      </c:pt>
                      <c:pt idx="847" formatCode="h:mm:ss">
                        <c:v>0.58472222222222225</c:v>
                      </c:pt>
                      <c:pt idx="848" formatCode="h:mm:ss">
                        <c:v>0.58489583333333328</c:v>
                      </c:pt>
                      <c:pt idx="849" formatCode="h:mm:ss">
                        <c:v>0.58506944444444442</c:v>
                      </c:pt>
                      <c:pt idx="850" formatCode="h:mm:ss">
                        <c:v>0.58524305555555556</c:v>
                      </c:pt>
                      <c:pt idx="851" formatCode="h:mm:ss">
                        <c:v>0.5854166666666667</c:v>
                      </c:pt>
                      <c:pt idx="852" formatCode="h:mm:ss">
                        <c:v>0.58559027777777772</c:v>
                      </c:pt>
                      <c:pt idx="853" formatCode="h:mm:ss">
                        <c:v>0.58576388888888886</c:v>
                      </c:pt>
                      <c:pt idx="854" formatCode="h:mm:ss">
                        <c:v>0.5859375</c:v>
                      </c:pt>
                      <c:pt idx="855" formatCode="h:mm:ss">
                        <c:v>0.58611111111111114</c:v>
                      </c:pt>
                      <c:pt idx="856" formatCode="h:mm:ss">
                        <c:v>0.58628472222222228</c:v>
                      </c:pt>
                      <c:pt idx="857" formatCode="h:mm:ss">
                        <c:v>0.5864583333333333</c:v>
                      </c:pt>
                      <c:pt idx="858" formatCode="h:mm:ss">
                        <c:v>0.58663194444444444</c:v>
                      </c:pt>
                      <c:pt idx="859" formatCode="h:mm:ss">
                        <c:v>0.58680555555555558</c:v>
                      </c:pt>
                      <c:pt idx="860" formatCode="h:mm:ss">
                        <c:v>0.58697916666666672</c:v>
                      </c:pt>
                      <c:pt idx="861" formatCode="h:mm:ss">
                        <c:v>0.58715277777777775</c:v>
                      </c:pt>
                      <c:pt idx="862" formatCode="h:mm:ss">
                        <c:v>0.58732638888888888</c:v>
                      </c:pt>
                      <c:pt idx="863" formatCode="h:mm:ss">
                        <c:v>0.58750000000000002</c:v>
                      </c:pt>
                      <c:pt idx="864" formatCode="h:mm:ss">
                        <c:v>0.58767361111111116</c:v>
                      </c:pt>
                      <c:pt idx="865" formatCode="h:mm:ss">
                        <c:v>0.58784722222222219</c:v>
                      </c:pt>
                      <c:pt idx="866" formatCode="h:mm:ss">
                        <c:v>0.58802083333333333</c:v>
                      </c:pt>
                      <c:pt idx="867" formatCode="h:mm:ss">
                        <c:v>0.58819444444444446</c:v>
                      </c:pt>
                      <c:pt idx="868" formatCode="h:mm:ss">
                        <c:v>0.5883680555555556</c:v>
                      </c:pt>
                      <c:pt idx="869" formatCode="h:mm:ss">
                        <c:v>0.58854166666666663</c:v>
                      </c:pt>
                      <c:pt idx="870" formatCode="h:mm:ss">
                        <c:v>0.58871527777777777</c:v>
                      </c:pt>
                      <c:pt idx="871" formatCode="h:mm:ss">
                        <c:v>0.58888888888888891</c:v>
                      </c:pt>
                      <c:pt idx="872" formatCode="h:mm:ss">
                        <c:v>0.58906250000000004</c:v>
                      </c:pt>
                      <c:pt idx="873" formatCode="h:mm:ss">
                        <c:v>0.58923611111111107</c:v>
                      </c:pt>
                      <c:pt idx="874" formatCode="h:mm:ss">
                        <c:v>0.58940972222222221</c:v>
                      </c:pt>
                      <c:pt idx="875" formatCode="h:mm:ss">
                        <c:v>0.58958333333333335</c:v>
                      </c:pt>
                      <c:pt idx="876" formatCode="h:mm:ss">
                        <c:v>0.58975694444444449</c:v>
                      </c:pt>
                      <c:pt idx="877" formatCode="h:mm:ss">
                        <c:v>0.58993055555555551</c:v>
                      </c:pt>
                      <c:pt idx="878" formatCode="h:mm:ss">
                        <c:v>0.59010416666666665</c:v>
                      </c:pt>
                      <c:pt idx="879" formatCode="h:mm:ss">
                        <c:v>0.59027777777777779</c:v>
                      </c:pt>
                      <c:pt idx="880" formatCode="h:mm:ss">
                        <c:v>0.59045138888888893</c:v>
                      </c:pt>
                      <c:pt idx="881" formatCode="h:mm:ss">
                        <c:v>0.59062499999999996</c:v>
                      </c:pt>
                      <c:pt idx="882" formatCode="h:mm:ss">
                        <c:v>0.59079861111111109</c:v>
                      </c:pt>
                      <c:pt idx="883" formatCode="h:mm:ss">
                        <c:v>0.59097222222222223</c:v>
                      </c:pt>
                      <c:pt idx="884" formatCode="h:mm:ss">
                        <c:v>0.59114583333333337</c:v>
                      </c:pt>
                      <c:pt idx="885" formatCode="h:mm:ss">
                        <c:v>0.5913194444444444</c:v>
                      </c:pt>
                      <c:pt idx="886" formatCode="h:mm:ss">
                        <c:v>0.59149305555555554</c:v>
                      </c:pt>
                      <c:pt idx="887" formatCode="h:mm:ss">
                        <c:v>0.59166666666666667</c:v>
                      </c:pt>
                      <c:pt idx="888" formatCode="h:mm:ss">
                        <c:v>0.59184027777777781</c:v>
                      </c:pt>
                      <c:pt idx="889" formatCode="h:mm:ss">
                        <c:v>0.59201388888888884</c:v>
                      </c:pt>
                      <c:pt idx="890" formatCode="h:mm:ss">
                        <c:v>0.59218749999999998</c:v>
                      </c:pt>
                      <c:pt idx="891" formatCode="h:mm:ss">
                        <c:v>0.59236111111111112</c:v>
                      </c:pt>
                      <c:pt idx="892" formatCode="h:mm:ss">
                        <c:v>0.59253472222222225</c:v>
                      </c:pt>
                      <c:pt idx="893" formatCode="h:mm:ss">
                        <c:v>0.59270833333333328</c:v>
                      </c:pt>
                      <c:pt idx="894" formatCode="h:mm:ss">
                        <c:v>0.59288194444444442</c:v>
                      </c:pt>
                      <c:pt idx="895" formatCode="h:mm:ss">
                        <c:v>0.59305555555555556</c:v>
                      </c:pt>
                      <c:pt idx="896" formatCode="h:mm:ss">
                        <c:v>0.5932291666666667</c:v>
                      </c:pt>
                      <c:pt idx="897" formatCode="h:mm:ss">
                        <c:v>0.59340277777777772</c:v>
                      </c:pt>
                      <c:pt idx="898" formatCode="h:mm:ss">
                        <c:v>0.59357638888888886</c:v>
                      </c:pt>
                      <c:pt idx="899" formatCode="h:mm:ss">
                        <c:v>0.59375</c:v>
                      </c:pt>
                      <c:pt idx="900" formatCode="h:mm:ss">
                        <c:v>0.59392361111111114</c:v>
                      </c:pt>
                      <c:pt idx="901" formatCode="h:mm:ss">
                        <c:v>0.59409722222222228</c:v>
                      </c:pt>
                      <c:pt idx="902" formatCode="h:mm:ss">
                        <c:v>0.5942708333333333</c:v>
                      </c:pt>
                      <c:pt idx="903" formatCode="h:mm:ss">
                        <c:v>0.59444444444444444</c:v>
                      </c:pt>
                      <c:pt idx="904" formatCode="h:mm:ss">
                        <c:v>0.59461805555555558</c:v>
                      </c:pt>
                      <c:pt idx="905" formatCode="h:mm:ss">
                        <c:v>0.59479166666666672</c:v>
                      </c:pt>
                      <c:pt idx="906" formatCode="h:mm:ss">
                        <c:v>0.59496527777777775</c:v>
                      </c:pt>
                      <c:pt idx="907" formatCode="h:mm:ss">
                        <c:v>0.59513888888888888</c:v>
                      </c:pt>
                      <c:pt idx="908" formatCode="h:mm:ss">
                        <c:v>0.59531250000000002</c:v>
                      </c:pt>
                      <c:pt idx="909" formatCode="h:mm:ss">
                        <c:v>0.59548611111111116</c:v>
                      </c:pt>
                      <c:pt idx="910" formatCode="h:mm:ss">
                        <c:v>0.59565972222222219</c:v>
                      </c:pt>
                      <c:pt idx="911" formatCode="h:mm:ss">
                        <c:v>0.59583333333333333</c:v>
                      </c:pt>
                      <c:pt idx="912" formatCode="h:mm:ss">
                        <c:v>0.59600694444444446</c:v>
                      </c:pt>
                      <c:pt idx="913" formatCode="h:mm:ss">
                        <c:v>0.5961805555555556</c:v>
                      </c:pt>
                      <c:pt idx="914" formatCode="h:mm:ss">
                        <c:v>0.59635416666666663</c:v>
                      </c:pt>
                      <c:pt idx="915" formatCode="h:mm:ss">
                        <c:v>0.59652777777777777</c:v>
                      </c:pt>
                      <c:pt idx="916" formatCode="h:mm:ss">
                        <c:v>0.59670138888888891</c:v>
                      </c:pt>
                      <c:pt idx="917" formatCode="h:mm:ss">
                        <c:v>0.59687500000000004</c:v>
                      </c:pt>
                      <c:pt idx="918" formatCode="h:mm:ss">
                        <c:v>0.59704861111111107</c:v>
                      </c:pt>
                      <c:pt idx="919" formatCode="h:mm:ss">
                        <c:v>0.59722222222222221</c:v>
                      </c:pt>
                      <c:pt idx="920" formatCode="h:mm:ss">
                        <c:v>0.59739583333333335</c:v>
                      </c:pt>
                      <c:pt idx="921" formatCode="h:mm:ss">
                        <c:v>0.59756944444444449</c:v>
                      </c:pt>
                      <c:pt idx="922" formatCode="h:mm:ss">
                        <c:v>0.59774305555555551</c:v>
                      </c:pt>
                      <c:pt idx="923" formatCode="h:mm:ss">
                        <c:v>0.59791666666666665</c:v>
                      </c:pt>
                      <c:pt idx="924" formatCode="h:mm:ss">
                        <c:v>0.59809027777777779</c:v>
                      </c:pt>
                      <c:pt idx="925" formatCode="h:mm:ss">
                        <c:v>0.59826388888888893</c:v>
                      </c:pt>
                      <c:pt idx="926" formatCode="h:mm:ss">
                        <c:v>0.59843749999999996</c:v>
                      </c:pt>
                      <c:pt idx="927" formatCode="h:mm:ss">
                        <c:v>0.59861111111111109</c:v>
                      </c:pt>
                      <c:pt idx="928" formatCode="h:mm:ss">
                        <c:v>0.59878472222222223</c:v>
                      </c:pt>
                      <c:pt idx="929" formatCode="h:mm:ss">
                        <c:v>0.59895833333333337</c:v>
                      </c:pt>
                      <c:pt idx="930" formatCode="h:mm:ss">
                        <c:v>0.5991319444444444</c:v>
                      </c:pt>
                      <c:pt idx="931" formatCode="h:mm:ss">
                        <c:v>0.59930555555555554</c:v>
                      </c:pt>
                      <c:pt idx="932" formatCode="h:mm:ss">
                        <c:v>0.59947916666666667</c:v>
                      </c:pt>
                      <c:pt idx="933" formatCode="h:mm:ss">
                        <c:v>0.59965277777777781</c:v>
                      </c:pt>
                      <c:pt idx="934" formatCode="h:mm:ss">
                        <c:v>0.59982638888888884</c:v>
                      </c:pt>
                      <c:pt idx="935" formatCode="h:mm:ss">
                        <c:v>0.6</c:v>
                      </c:pt>
                      <c:pt idx="936" formatCode="h:mm:ss">
                        <c:v>0.60017361111111112</c:v>
                      </c:pt>
                      <c:pt idx="937" formatCode="h:mm:ss">
                        <c:v>0.60034722222222225</c:v>
                      </c:pt>
                      <c:pt idx="938" formatCode="h:mm:ss">
                        <c:v>0.60052083333333328</c:v>
                      </c:pt>
                      <c:pt idx="939" formatCode="h:mm:ss">
                        <c:v>0.60069444444444442</c:v>
                      </c:pt>
                      <c:pt idx="940" formatCode="h:mm:ss">
                        <c:v>0.60086805555555556</c:v>
                      </c:pt>
                      <c:pt idx="941" formatCode="h:mm:ss">
                        <c:v>0.6010416666666667</c:v>
                      </c:pt>
                      <c:pt idx="942" formatCode="h:mm:ss">
                        <c:v>0.60121527777777772</c:v>
                      </c:pt>
                      <c:pt idx="943" formatCode="h:mm:ss">
                        <c:v>0.60138888888888886</c:v>
                      </c:pt>
                      <c:pt idx="944" formatCode="h:mm:ss">
                        <c:v>0.6015625</c:v>
                      </c:pt>
                      <c:pt idx="945" formatCode="h:mm:ss">
                        <c:v>0.60173611111111114</c:v>
                      </c:pt>
                      <c:pt idx="946" formatCode="h:mm:ss">
                        <c:v>0.60190972222222228</c:v>
                      </c:pt>
                      <c:pt idx="947" formatCode="h:mm:ss">
                        <c:v>0.6020833333333333</c:v>
                      </c:pt>
                      <c:pt idx="948" formatCode="h:mm:ss">
                        <c:v>0.60225694444444444</c:v>
                      </c:pt>
                      <c:pt idx="949" formatCode="h:mm:ss">
                        <c:v>0.60243055555555558</c:v>
                      </c:pt>
                      <c:pt idx="950" formatCode="h:mm:ss">
                        <c:v>0.60260416666666672</c:v>
                      </c:pt>
                      <c:pt idx="951" formatCode="h:mm:ss">
                        <c:v>0.60277777777777775</c:v>
                      </c:pt>
                      <c:pt idx="952" formatCode="h:mm:ss">
                        <c:v>0.60295138888888888</c:v>
                      </c:pt>
                      <c:pt idx="953" formatCode="h:mm:ss">
                        <c:v>0.60312500000000002</c:v>
                      </c:pt>
                      <c:pt idx="954" formatCode="h:mm:ss">
                        <c:v>0.60329861111111116</c:v>
                      </c:pt>
                      <c:pt idx="955" formatCode="h:mm:ss">
                        <c:v>0.60347222222222219</c:v>
                      </c:pt>
                      <c:pt idx="956" formatCode="h:mm:ss">
                        <c:v>0.60364583333333333</c:v>
                      </c:pt>
                      <c:pt idx="957" formatCode="h:mm:ss">
                        <c:v>0.60381944444444446</c:v>
                      </c:pt>
                      <c:pt idx="958" formatCode="h:mm:ss">
                        <c:v>0.6039930555555556</c:v>
                      </c:pt>
                      <c:pt idx="959" formatCode="h:mm:ss">
                        <c:v>0.60416666666666663</c:v>
                      </c:pt>
                      <c:pt idx="960" formatCode="h:mm:ss">
                        <c:v>0.60434027777777777</c:v>
                      </c:pt>
                      <c:pt idx="961" formatCode="h:mm:ss">
                        <c:v>0.60451388888888891</c:v>
                      </c:pt>
                      <c:pt idx="962" formatCode="h:mm:ss">
                        <c:v>0.60468750000000004</c:v>
                      </c:pt>
                      <c:pt idx="963" formatCode="h:mm:ss">
                        <c:v>0.60486111111111107</c:v>
                      </c:pt>
                      <c:pt idx="964" formatCode="h:mm:ss">
                        <c:v>0.60503472222222221</c:v>
                      </c:pt>
                      <c:pt idx="965" formatCode="h:mm:ss">
                        <c:v>0.60520833333333335</c:v>
                      </c:pt>
                      <c:pt idx="966" formatCode="h:mm:ss">
                        <c:v>0.60538194444444449</c:v>
                      </c:pt>
                      <c:pt idx="967" formatCode="h:mm:ss">
                        <c:v>0.60555555555555551</c:v>
                      </c:pt>
                      <c:pt idx="968" formatCode="h:mm:ss">
                        <c:v>0.60572916666666665</c:v>
                      </c:pt>
                      <c:pt idx="969" formatCode="h:mm:ss">
                        <c:v>0.60590277777777779</c:v>
                      </c:pt>
                      <c:pt idx="970" formatCode="h:mm:ss">
                        <c:v>0.60607638888888893</c:v>
                      </c:pt>
                      <c:pt idx="971" formatCode="h:mm:ss">
                        <c:v>0.60624999999999996</c:v>
                      </c:pt>
                      <c:pt idx="972" formatCode="h:mm:ss">
                        <c:v>0.60642361111111109</c:v>
                      </c:pt>
                      <c:pt idx="973" formatCode="h:mm:ss">
                        <c:v>0.60659722222222223</c:v>
                      </c:pt>
                      <c:pt idx="974" formatCode="h:mm:ss">
                        <c:v>0.60677083333333337</c:v>
                      </c:pt>
                      <c:pt idx="975" formatCode="h:mm:ss">
                        <c:v>0.6069444444444444</c:v>
                      </c:pt>
                      <c:pt idx="976" formatCode="h:mm:ss">
                        <c:v>0.60711805555555554</c:v>
                      </c:pt>
                      <c:pt idx="977" formatCode="h:mm:ss">
                        <c:v>0.60729166666666667</c:v>
                      </c:pt>
                      <c:pt idx="978" formatCode="h:mm:ss">
                        <c:v>0.60746527777777781</c:v>
                      </c:pt>
                      <c:pt idx="979" formatCode="h:mm:ss">
                        <c:v>0.60763888888888884</c:v>
                      </c:pt>
                      <c:pt idx="980" formatCode="h:mm:ss">
                        <c:v>0.60781249999999998</c:v>
                      </c:pt>
                      <c:pt idx="981" formatCode="h:mm:ss">
                        <c:v>0.60798611111111112</c:v>
                      </c:pt>
                      <c:pt idx="982" formatCode="h:mm:ss">
                        <c:v>0.60815972222222225</c:v>
                      </c:pt>
                      <c:pt idx="983" formatCode="h:mm:ss">
                        <c:v>0.60833333333333328</c:v>
                      </c:pt>
                      <c:pt idx="984" formatCode="h:mm:ss">
                        <c:v>0.60850694444444442</c:v>
                      </c:pt>
                      <c:pt idx="985" formatCode="h:mm:ss">
                        <c:v>0.60868055555555556</c:v>
                      </c:pt>
                      <c:pt idx="986" formatCode="h:mm:ss">
                        <c:v>0.6088541666666667</c:v>
                      </c:pt>
                      <c:pt idx="987" formatCode="h:mm:ss">
                        <c:v>0.60902777777777772</c:v>
                      </c:pt>
                      <c:pt idx="988" formatCode="h:mm:ss">
                        <c:v>0.60920138888888886</c:v>
                      </c:pt>
                      <c:pt idx="989" formatCode="h:mm:ss">
                        <c:v>0.609375</c:v>
                      </c:pt>
                      <c:pt idx="990" formatCode="h:mm:ss">
                        <c:v>0.60954861111111114</c:v>
                      </c:pt>
                      <c:pt idx="991" formatCode="h:mm:ss">
                        <c:v>0.60972222222222228</c:v>
                      </c:pt>
                      <c:pt idx="992" formatCode="h:mm:ss">
                        <c:v>0.6098958333333333</c:v>
                      </c:pt>
                      <c:pt idx="993" formatCode="h:mm:ss">
                        <c:v>0.61006944444444444</c:v>
                      </c:pt>
                      <c:pt idx="994" formatCode="h:mm:ss">
                        <c:v>0.61024305555555558</c:v>
                      </c:pt>
                      <c:pt idx="995" formatCode="h:mm:ss">
                        <c:v>0.61041666666666672</c:v>
                      </c:pt>
                      <c:pt idx="996" formatCode="h:mm:ss">
                        <c:v>0.61059027777777775</c:v>
                      </c:pt>
                      <c:pt idx="997" formatCode="h:mm:ss">
                        <c:v>0.61076388888888888</c:v>
                      </c:pt>
                      <c:pt idx="998" formatCode="h:mm:ss">
                        <c:v>0.61093750000000002</c:v>
                      </c:pt>
                      <c:pt idx="999" formatCode="h:mm:ss">
                        <c:v>0.61111111111111116</c:v>
                      </c:pt>
                      <c:pt idx="1000" formatCode="h:mm:ss">
                        <c:v>0.61128472222222219</c:v>
                      </c:pt>
                      <c:pt idx="1001" formatCode="h:mm:ss">
                        <c:v>0.61145833333333333</c:v>
                      </c:pt>
                      <c:pt idx="1002" formatCode="h:mm:ss">
                        <c:v>0.61163194444444446</c:v>
                      </c:pt>
                      <c:pt idx="1003" formatCode="h:mm:ss">
                        <c:v>0.6118055555555556</c:v>
                      </c:pt>
                      <c:pt idx="1004" formatCode="h:mm:ss">
                        <c:v>0.61197916666666663</c:v>
                      </c:pt>
                      <c:pt idx="1005" formatCode="h:mm:ss">
                        <c:v>0.61215277777777777</c:v>
                      </c:pt>
                      <c:pt idx="1006" formatCode="h:mm:ss">
                        <c:v>0.61232638888888891</c:v>
                      </c:pt>
                      <c:pt idx="1007" formatCode="h:mm:ss">
                        <c:v>0.61250000000000004</c:v>
                      </c:pt>
                      <c:pt idx="1008" formatCode="h:mm:ss">
                        <c:v>0.61267361111111107</c:v>
                      </c:pt>
                      <c:pt idx="1009" formatCode="h:mm:ss">
                        <c:v>0.61284722222222221</c:v>
                      </c:pt>
                      <c:pt idx="1010" formatCode="h:mm:ss">
                        <c:v>0.61302083333333335</c:v>
                      </c:pt>
                      <c:pt idx="1011" formatCode="h:mm:ss">
                        <c:v>0.61319444444444449</c:v>
                      </c:pt>
                      <c:pt idx="1012" formatCode="h:mm:ss">
                        <c:v>0.61336805555555551</c:v>
                      </c:pt>
                      <c:pt idx="1013" formatCode="h:mm:ss">
                        <c:v>0.61354166666666665</c:v>
                      </c:pt>
                      <c:pt idx="1014" formatCode="h:mm:ss">
                        <c:v>0.61371527777777779</c:v>
                      </c:pt>
                      <c:pt idx="1015" formatCode="h:mm:ss">
                        <c:v>0.61388888888888893</c:v>
                      </c:pt>
                      <c:pt idx="1016" formatCode="h:mm:ss">
                        <c:v>0.61406249999999996</c:v>
                      </c:pt>
                      <c:pt idx="1017" formatCode="h:mm:ss">
                        <c:v>0.61423611111111109</c:v>
                      </c:pt>
                      <c:pt idx="1018" formatCode="h:mm:ss">
                        <c:v>0.61440972222222223</c:v>
                      </c:pt>
                      <c:pt idx="1019" formatCode="h:mm:ss">
                        <c:v>0.61458333333333337</c:v>
                      </c:pt>
                      <c:pt idx="1020" formatCode="h:mm:ss">
                        <c:v>0.6147569444444444</c:v>
                      </c:pt>
                      <c:pt idx="1021" formatCode="h:mm:ss">
                        <c:v>0.61493055555555554</c:v>
                      </c:pt>
                      <c:pt idx="1022" formatCode="h:mm:ss">
                        <c:v>0.61510416666666667</c:v>
                      </c:pt>
                      <c:pt idx="1023" formatCode="h:mm:ss">
                        <c:v>0.61527777777777781</c:v>
                      </c:pt>
                      <c:pt idx="1024" formatCode="h:mm:ss">
                        <c:v>0.61545138888888884</c:v>
                      </c:pt>
                      <c:pt idx="1025" formatCode="h:mm:ss">
                        <c:v>0.61562499999999998</c:v>
                      </c:pt>
                      <c:pt idx="1026" formatCode="h:mm:ss">
                        <c:v>0.61579861111111112</c:v>
                      </c:pt>
                      <c:pt idx="1027" formatCode="h:mm:ss">
                        <c:v>0.61597222222222225</c:v>
                      </c:pt>
                      <c:pt idx="1028" formatCode="h:mm:ss">
                        <c:v>0.61614583333333328</c:v>
                      </c:pt>
                      <c:pt idx="1029" formatCode="h:mm:ss">
                        <c:v>0.61631944444444442</c:v>
                      </c:pt>
                      <c:pt idx="1030" formatCode="h:mm:ss">
                        <c:v>0.61649305555555556</c:v>
                      </c:pt>
                      <c:pt idx="1031" formatCode="h:mm:ss">
                        <c:v>0.6166666666666667</c:v>
                      </c:pt>
                      <c:pt idx="1032" formatCode="h:mm:ss">
                        <c:v>0.61684027777777772</c:v>
                      </c:pt>
                      <c:pt idx="1033" formatCode="h:mm:ss">
                        <c:v>0.61701388888888886</c:v>
                      </c:pt>
                      <c:pt idx="1034" formatCode="h:mm:ss">
                        <c:v>0.6171875</c:v>
                      </c:pt>
                      <c:pt idx="1035" formatCode="h:mm:ss">
                        <c:v>0.61736111111111114</c:v>
                      </c:pt>
                      <c:pt idx="1036" formatCode="h:mm:ss">
                        <c:v>0.61753472222222228</c:v>
                      </c:pt>
                      <c:pt idx="1037" formatCode="h:mm:ss">
                        <c:v>0.6177083333333333</c:v>
                      </c:pt>
                      <c:pt idx="1038" formatCode="h:mm:ss">
                        <c:v>0.61788194444444444</c:v>
                      </c:pt>
                      <c:pt idx="1039" formatCode="h:mm:ss">
                        <c:v>0.61805555555555558</c:v>
                      </c:pt>
                      <c:pt idx="1040" formatCode="h:mm:ss">
                        <c:v>0.61822916666666672</c:v>
                      </c:pt>
                      <c:pt idx="1041" formatCode="h:mm:ss">
                        <c:v>0.61840277777777775</c:v>
                      </c:pt>
                      <c:pt idx="1042" formatCode="h:mm:ss">
                        <c:v>0.61857638888888888</c:v>
                      </c:pt>
                      <c:pt idx="1043" formatCode="h:mm:ss">
                        <c:v>0.61875000000000002</c:v>
                      </c:pt>
                      <c:pt idx="1044" formatCode="h:mm:ss">
                        <c:v>0.61892361111111116</c:v>
                      </c:pt>
                      <c:pt idx="1045" formatCode="h:mm:ss">
                        <c:v>0.61909722222222219</c:v>
                      </c:pt>
                      <c:pt idx="1046" formatCode="h:mm:ss">
                        <c:v>0.61927083333333333</c:v>
                      </c:pt>
                      <c:pt idx="1047" formatCode="h:mm:ss">
                        <c:v>0.61944444444444446</c:v>
                      </c:pt>
                      <c:pt idx="1048" formatCode="h:mm:ss">
                        <c:v>0.6196180555555556</c:v>
                      </c:pt>
                      <c:pt idx="1049" formatCode="h:mm:ss">
                        <c:v>0.61979166666666663</c:v>
                      </c:pt>
                      <c:pt idx="1050" formatCode="h:mm:ss">
                        <c:v>0.61996527777777777</c:v>
                      </c:pt>
                      <c:pt idx="1051" formatCode="h:mm:ss">
                        <c:v>0.62013888888888891</c:v>
                      </c:pt>
                      <c:pt idx="1052" formatCode="h:mm:ss">
                        <c:v>0.62031250000000004</c:v>
                      </c:pt>
                      <c:pt idx="1053" formatCode="h:mm:ss">
                        <c:v>0.62048611111111107</c:v>
                      </c:pt>
                      <c:pt idx="1054" formatCode="h:mm:ss">
                        <c:v>0.62065972222222221</c:v>
                      </c:pt>
                      <c:pt idx="1055" formatCode="h:mm:ss">
                        <c:v>0.62083333333333335</c:v>
                      </c:pt>
                      <c:pt idx="1056" formatCode="h:mm:ss">
                        <c:v>0.62100694444444449</c:v>
                      </c:pt>
                      <c:pt idx="1057" formatCode="h:mm:ss">
                        <c:v>0.62118055555555551</c:v>
                      </c:pt>
                      <c:pt idx="1058" formatCode="h:mm:ss">
                        <c:v>0.62135416666666665</c:v>
                      </c:pt>
                      <c:pt idx="1059" formatCode="h:mm:ss">
                        <c:v>0.62152777777777779</c:v>
                      </c:pt>
                      <c:pt idx="1060" formatCode="h:mm:ss">
                        <c:v>0.62170138888888893</c:v>
                      </c:pt>
                      <c:pt idx="1061" formatCode="h:mm:ss">
                        <c:v>0.62187499999999996</c:v>
                      </c:pt>
                      <c:pt idx="1062" formatCode="h:mm:ss">
                        <c:v>0.62204861111111109</c:v>
                      </c:pt>
                      <c:pt idx="1063" formatCode="h:mm:ss">
                        <c:v>0.62222222222222223</c:v>
                      </c:pt>
                      <c:pt idx="1064" formatCode="h:mm:ss">
                        <c:v>0.62239583333333337</c:v>
                      </c:pt>
                      <c:pt idx="1065" formatCode="h:mm:ss">
                        <c:v>0.6225694444444444</c:v>
                      </c:pt>
                      <c:pt idx="1066" formatCode="h:mm:ss">
                        <c:v>0.62274305555555554</c:v>
                      </c:pt>
                      <c:pt idx="1067" formatCode="h:mm:ss">
                        <c:v>0.62291666666666667</c:v>
                      </c:pt>
                      <c:pt idx="1068" formatCode="h:mm:ss">
                        <c:v>0.62309027777777781</c:v>
                      </c:pt>
                      <c:pt idx="1069" formatCode="h:mm:ss">
                        <c:v>0.62326388888888884</c:v>
                      </c:pt>
                      <c:pt idx="1070" formatCode="h:mm:ss">
                        <c:v>0.62343749999999998</c:v>
                      </c:pt>
                      <c:pt idx="1071" formatCode="h:mm:ss">
                        <c:v>0.62361111111111112</c:v>
                      </c:pt>
                      <c:pt idx="1072" formatCode="h:mm:ss">
                        <c:v>0.62378472222222225</c:v>
                      </c:pt>
                      <c:pt idx="1073" formatCode="h:mm:ss">
                        <c:v>0.62395833333333328</c:v>
                      </c:pt>
                      <c:pt idx="1074" formatCode="h:mm:ss">
                        <c:v>0.62413194444444442</c:v>
                      </c:pt>
                      <c:pt idx="1075" formatCode="h:mm:ss">
                        <c:v>0.62430555555555556</c:v>
                      </c:pt>
                      <c:pt idx="1076" formatCode="h:mm:ss">
                        <c:v>0.6244791666666667</c:v>
                      </c:pt>
                      <c:pt idx="1077" formatCode="h:mm:ss">
                        <c:v>0.62465277777777772</c:v>
                      </c:pt>
                      <c:pt idx="1078" formatCode="h:mm:ss">
                        <c:v>0.62482638888888886</c:v>
                      </c:pt>
                      <c:pt idx="1079" formatCode="h:mm:ss">
                        <c:v>0.625</c:v>
                      </c:pt>
                      <c:pt idx="1080" formatCode="h:mm:ss">
                        <c:v>0.62517361111111114</c:v>
                      </c:pt>
                      <c:pt idx="1081" formatCode="h:mm:ss">
                        <c:v>0.62534722222222228</c:v>
                      </c:pt>
                      <c:pt idx="1082" formatCode="h:mm:ss">
                        <c:v>0.6255208333333333</c:v>
                      </c:pt>
                      <c:pt idx="1083" formatCode="h:mm:ss">
                        <c:v>0.62569444444444444</c:v>
                      </c:pt>
                      <c:pt idx="1084" formatCode="h:mm:ss">
                        <c:v>0.62586805555555558</c:v>
                      </c:pt>
                      <c:pt idx="1085" formatCode="h:mm:ss">
                        <c:v>0.62604166666666672</c:v>
                      </c:pt>
                      <c:pt idx="1086" formatCode="h:mm:ss">
                        <c:v>0.62621527777777775</c:v>
                      </c:pt>
                      <c:pt idx="1087" formatCode="h:mm:ss">
                        <c:v>0.62638888888888888</c:v>
                      </c:pt>
                      <c:pt idx="1088" formatCode="h:mm:ss">
                        <c:v>0.62656250000000002</c:v>
                      </c:pt>
                      <c:pt idx="1089" formatCode="h:mm:ss">
                        <c:v>0.62673611111111116</c:v>
                      </c:pt>
                      <c:pt idx="1090" formatCode="h:mm:ss">
                        <c:v>0.62690972222222219</c:v>
                      </c:pt>
                      <c:pt idx="1091" formatCode="h:mm:ss">
                        <c:v>0.62708333333333333</c:v>
                      </c:pt>
                      <c:pt idx="1092" formatCode="h:mm:ss">
                        <c:v>0.62725694444444446</c:v>
                      </c:pt>
                      <c:pt idx="1093" formatCode="h:mm:ss">
                        <c:v>0.6274305555555556</c:v>
                      </c:pt>
                      <c:pt idx="1094" formatCode="h:mm:ss">
                        <c:v>0.62760416666666663</c:v>
                      </c:pt>
                      <c:pt idx="1095" formatCode="h:mm:ss">
                        <c:v>0.62777777777777777</c:v>
                      </c:pt>
                      <c:pt idx="1096" formatCode="h:mm:ss">
                        <c:v>0.62795138888888891</c:v>
                      </c:pt>
                      <c:pt idx="1097" formatCode="h:mm:ss">
                        <c:v>0.62812500000000004</c:v>
                      </c:pt>
                      <c:pt idx="1098" formatCode="h:mm:ss">
                        <c:v>0.62829861111111107</c:v>
                      </c:pt>
                      <c:pt idx="1099" formatCode="h:mm:ss">
                        <c:v>0.62847222222222221</c:v>
                      </c:pt>
                      <c:pt idx="1100" formatCode="h:mm:ss">
                        <c:v>0.62864583333333335</c:v>
                      </c:pt>
                      <c:pt idx="1101" formatCode="h:mm:ss">
                        <c:v>0.62881944444444449</c:v>
                      </c:pt>
                      <c:pt idx="1102" formatCode="h:mm:ss">
                        <c:v>0.62899305555555551</c:v>
                      </c:pt>
                      <c:pt idx="1103" formatCode="h:mm:ss">
                        <c:v>0.62916666666666665</c:v>
                      </c:pt>
                      <c:pt idx="1104" formatCode="h:mm:ss">
                        <c:v>0.62934027777777779</c:v>
                      </c:pt>
                      <c:pt idx="1105" formatCode="h:mm:ss">
                        <c:v>0.62951388888888893</c:v>
                      </c:pt>
                      <c:pt idx="1106" formatCode="h:mm:ss">
                        <c:v>0.62968749999999996</c:v>
                      </c:pt>
                      <c:pt idx="1107" formatCode="h:mm:ss">
                        <c:v>0.62986111111111109</c:v>
                      </c:pt>
                      <c:pt idx="1108" formatCode="h:mm:ss">
                        <c:v>0.63003472222222223</c:v>
                      </c:pt>
                      <c:pt idx="1109" formatCode="h:mm:ss">
                        <c:v>0.63020833333333337</c:v>
                      </c:pt>
                      <c:pt idx="1110" formatCode="h:mm:ss">
                        <c:v>0.6303819444444444</c:v>
                      </c:pt>
                      <c:pt idx="1111" formatCode="h:mm:ss">
                        <c:v>0.63055555555555554</c:v>
                      </c:pt>
                      <c:pt idx="1112" formatCode="h:mm:ss">
                        <c:v>0.63072916666666667</c:v>
                      </c:pt>
                      <c:pt idx="1113" formatCode="h:mm:ss">
                        <c:v>0.63090277777777781</c:v>
                      </c:pt>
                      <c:pt idx="1114" formatCode="h:mm:ss">
                        <c:v>0.63107638888888884</c:v>
                      </c:pt>
                      <c:pt idx="1115" formatCode="h:mm:ss">
                        <c:v>0.63124999999999998</c:v>
                      </c:pt>
                      <c:pt idx="1116" formatCode="h:mm:ss">
                        <c:v>0.63142361111111112</c:v>
                      </c:pt>
                      <c:pt idx="1117" formatCode="h:mm:ss">
                        <c:v>0.63159722222222225</c:v>
                      </c:pt>
                      <c:pt idx="1118" formatCode="h:mm:ss">
                        <c:v>0.63177083333333328</c:v>
                      </c:pt>
                      <c:pt idx="1119" formatCode="h:mm:ss">
                        <c:v>0.63194444444444442</c:v>
                      </c:pt>
                      <c:pt idx="1120" formatCode="h:mm:ss">
                        <c:v>0.63211805555555556</c:v>
                      </c:pt>
                      <c:pt idx="1121" formatCode="h:mm:ss">
                        <c:v>0.6322916666666667</c:v>
                      </c:pt>
                      <c:pt idx="1122" formatCode="h:mm:ss">
                        <c:v>0.63246527777777772</c:v>
                      </c:pt>
                      <c:pt idx="1123" formatCode="h:mm:ss">
                        <c:v>0.63263888888888886</c:v>
                      </c:pt>
                      <c:pt idx="1124" formatCode="h:mm:ss">
                        <c:v>0.6328125</c:v>
                      </c:pt>
                      <c:pt idx="1125" formatCode="h:mm:ss">
                        <c:v>0.63298611111111114</c:v>
                      </c:pt>
                      <c:pt idx="1126" formatCode="h:mm:ss">
                        <c:v>0.63315972222222228</c:v>
                      </c:pt>
                      <c:pt idx="1127" formatCode="h:mm:ss">
                        <c:v>0.6333333333333333</c:v>
                      </c:pt>
                      <c:pt idx="1128" formatCode="h:mm:ss">
                        <c:v>0.63350694444444444</c:v>
                      </c:pt>
                      <c:pt idx="1129" formatCode="h:mm:ss">
                        <c:v>0.63368055555555558</c:v>
                      </c:pt>
                      <c:pt idx="1130" formatCode="h:mm:ss">
                        <c:v>0.63385416666666672</c:v>
                      </c:pt>
                      <c:pt idx="1131" formatCode="h:mm:ss">
                        <c:v>0.63402777777777775</c:v>
                      </c:pt>
                      <c:pt idx="1132" formatCode="h:mm:ss">
                        <c:v>0.63420138888888888</c:v>
                      </c:pt>
                      <c:pt idx="1133" formatCode="h:mm:ss">
                        <c:v>0.63437500000000002</c:v>
                      </c:pt>
                      <c:pt idx="1134" formatCode="h:mm:ss">
                        <c:v>0.63454861111111116</c:v>
                      </c:pt>
                      <c:pt idx="1135" formatCode="h:mm:ss">
                        <c:v>0.63472222222222219</c:v>
                      </c:pt>
                      <c:pt idx="1136" formatCode="h:mm:ss">
                        <c:v>0.63489583333333333</c:v>
                      </c:pt>
                      <c:pt idx="1137" formatCode="h:mm:ss">
                        <c:v>0.63506944444444446</c:v>
                      </c:pt>
                      <c:pt idx="1138" formatCode="h:mm:ss">
                        <c:v>0.6352430555555556</c:v>
                      </c:pt>
                      <c:pt idx="1139" formatCode="h:mm:ss">
                        <c:v>0.63541666666666663</c:v>
                      </c:pt>
                      <c:pt idx="1140" formatCode="h:mm:ss">
                        <c:v>0.63559027777777777</c:v>
                      </c:pt>
                      <c:pt idx="1141" formatCode="h:mm:ss">
                        <c:v>0.63576388888888891</c:v>
                      </c:pt>
                      <c:pt idx="1142" formatCode="h:mm:ss">
                        <c:v>0.63593750000000004</c:v>
                      </c:pt>
                      <c:pt idx="1143" formatCode="h:mm:ss">
                        <c:v>0.63611111111111107</c:v>
                      </c:pt>
                      <c:pt idx="1144" formatCode="h:mm:ss">
                        <c:v>0.63628472222222221</c:v>
                      </c:pt>
                      <c:pt idx="1145" formatCode="h:mm:ss">
                        <c:v>0.63645833333333335</c:v>
                      </c:pt>
                      <c:pt idx="1146" formatCode="h:mm:ss">
                        <c:v>0.63663194444444449</c:v>
                      </c:pt>
                      <c:pt idx="1147" formatCode="h:mm:ss">
                        <c:v>0.63680555555555551</c:v>
                      </c:pt>
                      <c:pt idx="1148" formatCode="h:mm:ss">
                        <c:v>0.63697916666666665</c:v>
                      </c:pt>
                      <c:pt idx="1149" formatCode="h:mm:ss">
                        <c:v>0.63715277777777779</c:v>
                      </c:pt>
                      <c:pt idx="1150" formatCode="h:mm:ss">
                        <c:v>0.63732638888888893</c:v>
                      </c:pt>
                      <c:pt idx="1151" formatCode="h:mm:ss">
                        <c:v>0.63749999999999996</c:v>
                      </c:pt>
                      <c:pt idx="1152" formatCode="h:mm:ss">
                        <c:v>0.63767361111111109</c:v>
                      </c:pt>
                      <c:pt idx="1153" formatCode="h:mm:ss">
                        <c:v>0.63784722222222223</c:v>
                      </c:pt>
                      <c:pt idx="1154" formatCode="h:mm:ss">
                        <c:v>0.63802083333333337</c:v>
                      </c:pt>
                      <c:pt idx="1155" formatCode="h:mm:ss">
                        <c:v>0.6381944444444444</c:v>
                      </c:pt>
                      <c:pt idx="1156" formatCode="h:mm:ss">
                        <c:v>0.63836805555555554</c:v>
                      </c:pt>
                      <c:pt idx="1157" formatCode="h:mm:ss">
                        <c:v>0.63854166666666667</c:v>
                      </c:pt>
                      <c:pt idx="1158" formatCode="h:mm:ss">
                        <c:v>0.63871527777777781</c:v>
                      </c:pt>
                      <c:pt idx="1159" formatCode="h:mm:ss">
                        <c:v>0.63888888888888884</c:v>
                      </c:pt>
                      <c:pt idx="1160" formatCode="h:mm:ss">
                        <c:v>0.63906249999999998</c:v>
                      </c:pt>
                      <c:pt idx="1161" formatCode="h:mm:ss">
                        <c:v>0.63923611111111112</c:v>
                      </c:pt>
                      <c:pt idx="1162" formatCode="h:mm:ss">
                        <c:v>0.63940972222222225</c:v>
                      </c:pt>
                      <c:pt idx="1163" formatCode="h:mm:ss">
                        <c:v>0.63958333333333328</c:v>
                      </c:pt>
                      <c:pt idx="1164" formatCode="h:mm:ss">
                        <c:v>0.63975694444444442</c:v>
                      </c:pt>
                      <c:pt idx="1165" formatCode="h:mm:ss">
                        <c:v>0.63993055555555556</c:v>
                      </c:pt>
                      <c:pt idx="1166" formatCode="h:mm:ss">
                        <c:v>0.6401041666666667</c:v>
                      </c:pt>
                      <c:pt idx="1167" formatCode="h:mm:ss">
                        <c:v>0.64027777777777772</c:v>
                      </c:pt>
                      <c:pt idx="1168" formatCode="h:mm:ss">
                        <c:v>0.64045138888888886</c:v>
                      </c:pt>
                      <c:pt idx="1169" formatCode="h:mm:ss">
                        <c:v>0.640625</c:v>
                      </c:pt>
                      <c:pt idx="1170" formatCode="h:mm:ss">
                        <c:v>0.64079861111111114</c:v>
                      </c:pt>
                      <c:pt idx="1171" formatCode="h:mm:ss">
                        <c:v>0.64097222222222228</c:v>
                      </c:pt>
                      <c:pt idx="1172" formatCode="h:mm:ss">
                        <c:v>0.6411458333333333</c:v>
                      </c:pt>
                      <c:pt idx="1173" formatCode="h:mm:ss">
                        <c:v>0.64131944444444444</c:v>
                      </c:pt>
                      <c:pt idx="1174" formatCode="h:mm:ss">
                        <c:v>0.64149305555555558</c:v>
                      </c:pt>
                      <c:pt idx="1175" formatCode="h:mm:ss">
                        <c:v>0.64166666666666672</c:v>
                      </c:pt>
                      <c:pt idx="1176" formatCode="h:mm:ss">
                        <c:v>0.64184027777777775</c:v>
                      </c:pt>
                      <c:pt idx="1177" formatCode="h:mm:ss">
                        <c:v>0.64201388888888888</c:v>
                      </c:pt>
                      <c:pt idx="1178" formatCode="h:mm:ss">
                        <c:v>0.64218750000000002</c:v>
                      </c:pt>
                      <c:pt idx="1179" formatCode="h:mm:ss">
                        <c:v>0.64236111111111116</c:v>
                      </c:pt>
                      <c:pt idx="1180" formatCode="h:mm:ss">
                        <c:v>0.64253472222222219</c:v>
                      </c:pt>
                      <c:pt idx="1181" formatCode="h:mm:ss">
                        <c:v>0.64270833333333333</c:v>
                      </c:pt>
                      <c:pt idx="1182" formatCode="h:mm:ss">
                        <c:v>0.64288194444444446</c:v>
                      </c:pt>
                      <c:pt idx="1183" formatCode="h:mm:ss">
                        <c:v>0.6430555555555556</c:v>
                      </c:pt>
                      <c:pt idx="1184" formatCode="h:mm:ss">
                        <c:v>0.64322916666666663</c:v>
                      </c:pt>
                      <c:pt idx="1185" formatCode="h:mm:ss">
                        <c:v>0.64340277777777777</c:v>
                      </c:pt>
                      <c:pt idx="1186" formatCode="h:mm:ss">
                        <c:v>0.64357638888888891</c:v>
                      </c:pt>
                      <c:pt idx="1187" formatCode="h:mm:ss">
                        <c:v>0.64375000000000004</c:v>
                      </c:pt>
                      <c:pt idx="1188" formatCode="h:mm:ss">
                        <c:v>0.64392361111111107</c:v>
                      </c:pt>
                      <c:pt idx="1189" formatCode="h:mm:ss">
                        <c:v>0.64409722222222221</c:v>
                      </c:pt>
                      <c:pt idx="1190" formatCode="h:mm:ss">
                        <c:v>0.64427083333333335</c:v>
                      </c:pt>
                      <c:pt idx="1191" formatCode="h:mm:ss">
                        <c:v>0.64444444444444449</c:v>
                      </c:pt>
                      <c:pt idx="1192" formatCode="h:mm:ss">
                        <c:v>0.64461805555555551</c:v>
                      </c:pt>
                      <c:pt idx="1193" formatCode="h:mm:ss">
                        <c:v>0.64479166666666665</c:v>
                      </c:pt>
                      <c:pt idx="1194" formatCode="h:mm:ss">
                        <c:v>0.64496527777777779</c:v>
                      </c:pt>
                      <c:pt idx="1195" formatCode="h:mm:ss">
                        <c:v>0.64513888888888893</c:v>
                      </c:pt>
                      <c:pt idx="1196" formatCode="h:mm:ss">
                        <c:v>0.64531249999999996</c:v>
                      </c:pt>
                      <c:pt idx="1197" formatCode="h:mm:ss">
                        <c:v>0.64548611111111109</c:v>
                      </c:pt>
                      <c:pt idx="1198" formatCode="h:mm:ss">
                        <c:v>0.64565972222222223</c:v>
                      </c:pt>
                      <c:pt idx="1199" formatCode="h:mm:ss">
                        <c:v>0.64583333333333337</c:v>
                      </c:pt>
                      <c:pt idx="1200" formatCode="h:mm:ss">
                        <c:v>0.6460069444444444</c:v>
                      </c:pt>
                      <c:pt idx="1201" formatCode="h:mm:ss">
                        <c:v>0.64618055555555554</c:v>
                      </c:pt>
                      <c:pt idx="1202" formatCode="h:mm:ss">
                        <c:v>0.64635416666666667</c:v>
                      </c:pt>
                      <c:pt idx="1203" formatCode="h:mm:ss">
                        <c:v>0.64652777777777781</c:v>
                      </c:pt>
                      <c:pt idx="1204" formatCode="h:mm:ss">
                        <c:v>0.64670138888888884</c:v>
                      </c:pt>
                      <c:pt idx="1205" formatCode="h:mm:ss">
                        <c:v>0.64687499999999998</c:v>
                      </c:pt>
                      <c:pt idx="1206" formatCode="h:mm:ss">
                        <c:v>0.64704861111111112</c:v>
                      </c:pt>
                      <c:pt idx="1207" formatCode="h:mm:ss">
                        <c:v>0.64722222222222225</c:v>
                      </c:pt>
                      <c:pt idx="1208" formatCode="h:mm:ss">
                        <c:v>0.64739583333333328</c:v>
                      </c:pt>
                      <c:pt idx="1209" formatCode="h:mm:ss">
                        <c:v>0.64756944444444442</c:v>
                      </c:pt>
                      <c:pt idx="1210" formatCode="h:mm:ss">
                        <c:v>0.64774305555555556</c:v>
                      </c:pt>
                      <c:pt idx="1211" formatCode="h:mm:ss">
                        <c:v>0.6479166666666667</c:v>
                      </c:pt>
                      <c:pt idx="1212" formatCode="h:mm:ss">
                        <c:v>0.64809027777777772</c:v>
                      </c:pt>
                      <c:pt idx="1213" formatCode="h:mm:ss">
                        <c:v>0.64826388888888886</c:v>
                      </c:pt>
                      <c:pt idx="1214" formatCode="h:mm:ss">
                        <c:v>0.6484375</c:v>
                      </c:pt>
                      <c:pt idx="1215" formatCode="h:mm:ss">
                        <c:v>0.64861111111111114</c:v>
                      </c:pt>
                      <c:pt idx="1216" formatCode="h:mm:ss">
                        <c:v>0.64878472222222228</c:v>
                      </c:pt>
                      <c:pt idx="1217" formatCode="h:mm:ss">
                        <c:v>0.6489583333333333</c:v>
                      </c:pt>
                      <c:pt idx="1218" formatCode="h:mm:ss">
                        <c:v>0.64913194444444444</c:v>
                      </c:pt>
                      <c:pt idx="1219" formatCode="h:mm:ss">
                        <c:v>0.64930555555555558</c:v>
                      </c:pt>
                      <c:pt idx="1220" formatCode="h:mm:ss">
                        <c:v>0.64947916666666672</c:v>
                      </c:pt>
                      <c:pt idx="1221" formatCode="h:mm:ss">
                        <c:v>0.64965277777777775</c:v>
                      </c:pt>
                      <c:pt idx="1222" formatCode="h:mm:ss">
                        <c:v>0.64982638888888888</c:v>
                      </c:pt>
                      <c:pt idx="1223" formatCode="h:mm:ss">
                        <c:v>0.65</c:v>
                      </c:pt>
                      <c:pt idx="1224" formatCode="h:mm:ss">
                        <c:v>0.65017361111111116</c:v>
                      </c:pt>
                      <c:pt idx="1225" formatCode="h:mm:ss">
                        <c:v>0.65034722222222219</c:v>
                      </c:pt>
                      <c:pt idx="1226" formatCode="h:mm:ss">
                        <c:v>0.65052083333333333</c:v>
                      </c:pt>
                      <c:pt idx="1227" formatCode="h:mm:ss">
                        <c:v>0.65069444444444446</c:v>
                      </c:pt>
                      <c:pt idx="1228" formatCode="h:mm:ss">
                        <c:v>0.6508680555555556</c:v>
                      </c:pt>
                      <c:pt idx="1229" formatCode="h:mm:ss">
                        <c:v>0.65104166666666663</c:v>
                      </c:pt>
                      <c:pt idx="1230" formatCode="h:mm:ss">
                        <c:v>0.65121527777777777</c:v>
                      </c:pt>
                      <c:pt idx="1231" formatCode="h:mm:ss">
                        <c:v>0.65138888888888891</c:v>
                      </c:pt>
                      <c:pt idx="1232" formatCode="h:mm:ss">
                        <c:v>0.65156250000000004</c:v>
                      </c:pt>
                      <c:pt idx="1233" formatCode="h:mm:ss">
                        <c:v>0.65173611111111107</c:v>
                      </c:pt>
                      <c:pt idx="1234" formatCode="h:mm:ss">
                        <c:v>0.65190972222222221</c:v>
                      </c:pt>
                      <c:pt idx="1235" formatCode="h:mm:ss">
                        <c:v>0.65208333333333335</c:v>
                      </c:pt>
                      <c:pt idx="1236" formatCode="h:mm:ss">
                        <c:v>0.65225694444444449</c:v>
                      </c:pt>
                      <c:pt idx="1237" formatCode="h:mm:ss">
                        <c:v>0.65243055555555551</c:v>
                      </c:pt>
                      <c:pt idx="1238" formatCode="h:mm:ss">
                        <c:v>0.65260416666666665</c:v>
                      </c:pt>
                      <c:pt idx="1239" formatCode="h:mm:ss">
                        <c:v>0.65277777777777779</c:v>
                      </c:pt>
                      <c:pt idx="1240" formatCode="h:mm:ss">
                        <c:v>0.65295138888888893</c:v>
                      </c:pt>
                      <c:pt idx="1241" formatCode="h:mm:ss">
                        <c:v>0.65312499999999996</c:v>
                      </c:pt>
                      <c:pt idx="1242" formatCode="h:mm:ss">
                        <c:v>0.65329861111111109</c:v>
                      </c:pt>
                      <c:pt idx="1243" formatCode="h:mm:ss">
                        <c:v>0.65347222222222223</c:v>
                      </c:pt>
                      <c:pt idx="1244" formatCode="h:mm:ss">
                        <c:v>0.65364583333333337</c:v>
                      </c:pt>
                      <c:pt idx="1245" formatCode="h:mm:ss">
                        <c:v>0.6538194444444444</c:v>
                      </c:pt>
                      <c:pt idx="1246" formatCode="h:mm:ss">
                        <c:v>0.65399305555555554</c:v>
                      </c:pt>
                      <c:pt idx="1247" formatCode="h:mm:ss">
                        <c:v>0.65416666666666667</c:v>
                      </c:pt>
                      <c:pt idx="1248" formatCode="h:mm:ss">
                        <c:v>0.65434027777777781</c:v>
                      </c:pt>
                      <c:pt idx="1249" formatCode="h:mm:ss">
                        <c:v>0.65451388888888884</c:v>
                      </c:pt>
                      <c:pt idx="1250" formatCode="h:mm:ss">
                        <c:v>0.65468749999999998</c:v>
                      </c:pt>
                      <c:pt idx="1251" formatCode="h:mm:ss">
                        <c:v>0.65486111111111112</c:v>
                      </c:pt>
                      <c:pt idx="1252" formatCode="h:mm:ss">
                        <c:v>0.65503472222222225</c:v>
                      </c:pt>
                      <c:pt idx="1253" formatCode="h:mm:ss">
                        <c:v>0.65520833333333328</c:v>
                      </c:pt>
                      <c:pt idx="1254" formatCode="h:mm:ss">
                        <c:v>0.65538194444444442</c:v>
                      </c:pt>
                      <c:pt idx="1255" formatCode="h:mm:ss">
                        <c:v>0.65555555555555556</c:v>
                      </c:pt>
                      <c:pt idx="1256" formatCode="h:mm:ss">
                        <c:v>0.6557291666666667</c:v>
                      </c:pt>
                      <c:pt idx="1257" formatCode="h:mm:ss">
                        <c:v>0.65590277777777772</c:v>
                      </c:pt>
                      <c:pt idx="1258" formatCode="h:mm:ss">
                        <c:v>0.65607638888888886</c:v>
                      </c:pt>
                      <c:pt idx="1259" formatCode="h:mm:ss">
                        <c:v>0.65625</c:v>
                      </c:pt>
                      <c:pt idx="1260" formatCode="h:mm:ss">
                        <c:v>0.65642361111111114</c:v>
                      </c:pt>
                      <c:pt idx="1261" formatCode="h:mm:ss">
                        <c:v>0.65659722222222228</c:v>
                      </c:pt>
                      <c:pt idx="1262" formatCode="h:mm:ss">
                        <c:v>0.6567708333333333</c:v>
                      </c:pt>
                      <c:pt idx="1263" formatCode="h:mm:ss">
                        <c:v>0.65694444444444444</c:v>
                      </c:pt>
                      <c:pt idx="1264" formatCode="h:mm:ss">
                        <c:v>0.65711805555555558</c:v>
                      </c:pt>
                      <c:pt idx="1265" formatCode="h:mm:ss">
                        <c:v>0.65729166666666672</c:v>
                      </c:pt>
                      <c:pt idx="1266" formatCode="h:mm:ss">
                        <c:v>0.65746527777777775</c:v>
                      </c:pt>
                      <c:pt idx="1267" formatCode="h:mm:ss">
                        <c:v>0.65763888888888888</c:v>
                      </c:pt>
                      <c:pt idx="1268" formatCode="h:mm:ss">
                        <c:v>0.65781250000000002</c:v>
                      </c:pt>
                      <c:pt idx="1269" formatCode="h:mm:ss">
                        <c:v>0.65798611111111116</c:v>
                      </c:pt>
                      <c:pt idx="1270" formatCode="h:mm:ss">
                        <c:v>0.65815972222222219</c:v>
                      </c:pt>
                      <c:pt idx="1271" formatCode="h:mm:ss">
                        <c:v>0.65833333333333333</c:v>
                      </c:pt>
                      <c:pt idx="1272" formatCode="h:mm:ss">
                        <c:v>0.65850694444444446</c:v>
                      </c:pt>
                      <c:pt idx="1273" formatCode="h:mm:ss">
                        <c:v>0.6586805555555556</c:v>
                      </c:pt>
                      <c:pt idx="1274" formatCode="h:mm:ss">
                        <c:v>0.65885416666666663</c:v>
                      </c:pt>
                      <c:pt idx="1275" formatCode="h:mm:ss">
                        <c:v>0.65902777777777777</c:v>
                      </c:pt>
                      <c:pt idx="1276" formatCode="h:mm:ss">
                        <c:v>0.65920138888888891</c:v>
                      </c:pt>
                      <c:pt idx="1277" formatCode="h:mm:ss">
                        <c:v>0.65937500000000004</c:v>
                      </c:pt>
                      <c:pt idx="1278" formatCode="h:mm:ss">
                        <c:v>0.65954861111111107</c:v>
                      </c:pt>
                      <c:pt idx="1279" formatCode="h:mm:ss">
                        <c:v>0.65972222222222221</c:v>
                      </c:pt>
                      <c:pt idx="1280" formatCode="h:mm:ss">
                        <c:v>0.65989583333333335</c:v>
                      </c:pt>
                      <c:pt idx="1281" formatCode="h:mm:ss">
                        <c:v>0.66006944444444449</c:v>
                      </c:pt>
                      <c:pt idx="1282" formatCode="h:mm:ss">
                        <c:v>0.66024305555555551</c:v>
                      </c:pt>
                      <c:pt idx="1283" formatCode="h:mm:ss">
                        <c:v>0.66041666666666665</c:v>
                      </c:pt>
                      <c:pt idx="1284" formatCode="h:mm:ss">
                        <c:v>0.66059027777777779</c:v>
                      </c:pt>
                      <c:pt idx="1285" formatCode="h:mm:ss">
                        <c:v>0.66076388888888893</c:v>
                      </c:pt>
                      <c:pt idx="1286" formatCode="h:mm:ss">
                        <c:v>0.66093749999999996</c:v>
                      </c:pt>
                      <c:pt idx="1287" formatCode="h:mm:ss">
                        <c:v>0.66111111111111109</c:v>
                      </c:pt>
                      <c:pt idx="1288" formatCode="h:mm:ss">
                        <c:v>0.66128472222222223</c:v>
                      </c:pt>
                      <c:pt idx="1289" formatCode="h:mm:ss">
                        <c:v>0.66145833333333337</c:v>
                      </c:pt>
                      <c:pt idx="1290" formatCode="h:mm:ss">
                        <c:v>0.6616319444444444</c:v>
                      </c:pt>
                      <c:pt idx="1291" formatCode="h:mm:ss">
                        <c:v>0.66180555555555554</c:v>
                      </c:pt>
                      <c:pt idx="1292" formatCode="h:mm:ss">
                        <c:v>0.66197916666666667</c:v>
                      </c:pt>
                      <c:pt idx="1293" formatCode="h:mm:ss">
                        <c:v>0.66215277777777781</c:v>
                      </c:pt>
                      <c:pt idx="1294" formatCode="h:mm:ss">
                        <c:v>0.66232638888888884</c:v>
                      </c:pt>
                      <c:pt idx="1295" formatCode="h:mm:ss">
                        <c:v>0.66249999999999998</c:v>
                      </c:pt>
                      <c:pt idx="1296" formatCode="h:mm:ss">
                        <c:v>0.66267361111111112</c:v>
                      </c:pt>
                      <c:pt idx="1297" formatCode="h:mm:ss">
                        <c:v>0.66284722222222225</c:v>
                      </c:pt>
                      <c:pt idx="1298" formatCode="h:mm:ss">
                        <c:v>0.66302083333333328</c:v>
                      </c:pt>
                      <c:pt idx="1299" formatCode="h:mm:ss">
                        <c:v>0.66319444444444442</c:v>
                      </c:pt>
                      <c:pt idx="1300" formatCode="h:mm:ss">
                        <c:v>0.66336805555555556</c:v>
                      </c:pt>
                      <c:pt idx="1301" formatCode="h:mm:ss">
                        <c:v>0.6635416666666667</c:v>
                      </c:pt>
                      <c:pt idx="1302" formatCode="h:mm:ss">
                        <c:v>0.66371527777777772</c:v>
                      </c:pt>
                      <c:pt idx="1303" formatCode="h:mm:ss">
                        <c:v>0.66388888888888886</c:v>
                      </c:pt>
                      <c:pt idx="1304" formatCode="h:mm:ss">
                        <c:v>0.6640625</c:v>
                      </c:pt>
                      <c:pt idx="1305" formatCode="h:mm:ss">
                        <c:v>0.66423611111111114</c:v>
                      </c:pt>
                      <c:pt idx="1306" formatCode="h:mm:ss">
                        <c:v>0.66440972222222228</c:v>
                      </c:pt>
                      <c:pt idx="1307" formatCode="h:mm:ss">
                        <c:v>0.6645833333333333</c:v>
                      </c:pt>
                      <c:pt idx="1308" formatCode="h:mm:ss">
                        <c:v>0.66475694444444444</c:v>
                      </c:pt>
                      <c:pt idx="1309" formatCode="h:mm:ss">
                        <c:v>0.66493055555555558</c:v>
                      </c:pt>
                      <c:pt idx="1310" formatCode="h:mm:ss">
                        <c:v>0.66510416666666672</c:v>
                      </c:pt>
                      <c:pt idx="1311" formatCode="h:mm:ss">
                        <c:v>0.66527777777777775</c:v>
                      </c:pt>
                      <c:pt idx="1312" formatCode="h:mm:ss">
                        <c:v>0.66545138888888888</c:v>
                      </c:pt>
                      <c:pt idx="1313" formatCode="h:mm:ss">
                        <c:v>0.66562500000000002</c:v>
                      </c:pt>
                      <c:pt idx="1314" formatCode="h:mm:ss">
                        <c:v>0.66579861111111116</c:v>
                      </c:pt>
                      <c:pt idx="1315" formatCode="h:mm:ss">
                        <c:v>0.66597222222222219</c:v>
                      </c:pt>
                      <c:pt idx="1316" formatCode="h:mm:ss">
                        <c:v>0.66614583333333333</c:v>
                      </c:pt>
                      <c:pt idx="1317" formatCode="h:mm:ss">
                        <c:v>0.66631944444444446</c:v>
                      </c:pt>
                      <c:pt idx="1318" formatCode="h:mm:ss">
                        <c:v>0.6664930555555556</c:v>
                      </c:pt>
                      <c:pt idx="1319" formatCode="h:mm:ss">
                        <c:v>0.66666666666666663</c:v>
                      </c:pt>
                      <c:pt idx="1320" formatCode="h:mm:ss">
                        <c:v>0.66684027777777777</c:v>
                      </c:pt>
                      <c:pt idx="1321" formatCode="h:mm:ss">
                        <c:v>0.66701388888888891</c:v>
                      </c:pt>
                      <c:pt idx="1322" formatCode="h:mm:ss">
                        <c:v>0.66718750000000004</c:v>
                      </c:pt>
                      <c:pt idx="1323" formatCode="h:mm:ss">
                        <c:v>0.66736111111111107</c:v>
                      </c:pt>
                      <c:pt idx="1324" formatCode="h:mm:ss">
                        <c:v>0.66753472222222221</c:v>
                      </c:pt>
                      <c:pt idx="1325" formatCode="h:mm:ss">
                        <c:v>0.66770833333333335</c:v>
                      </c:pt>
                      <c:pt idx="1326" formatCode="h:mm:ss">
                        <c:v>0.66788194444444449</c:v>
                      </c:pt>
                      <c:pt idx="1327" formatCode="h:mm:ss">
                        <c:v>0.66805555555555551</c:v>
                      </c:pt>
                      <c:pt idx="1328" formatCode="h:mm:ss">
                        <c:v>0.66822916666666665</c:v>
                      </c:pt>
                      <c:pt idx="1329" formatCode="h:mm:ss">
                        <c:v>0.66840277777777779</c:v>
                      </c:pt>
                      <c:pt idx="1330" formatCode="h:mm:ss">
                        <c:v>0.66857638888888893</c:v>
                      </c:pt>
                      <c:pt idx="1331" formatCode="h:mm:ss">
                        <c:v>0.66874999999999996</c:v>
                      </c:pt>
                      <c:pt idx="1332" formatCode="h:mm:ss">
                        <c:v>0.66892361111111109</c:v>
                      </c:pt>
                      <c:pt idx="1333" formatCode="h:mm:ss">
                        <c:v>0.66909722222222223</c:v>
                      </c:pt>
                      <c:pt idx="1334" formatCode="h:mm:ss">
                        <c:v>0.66927083333333337</c:v>
                      </c:pt>
                      <c:pt idx="1335" formatCode="h:mm:ss">
                        <c:v>0.6694444444444444</c:v>
                      </c:pt>
                      <c:pt idx="1336" formatCode="h:mm:ss">
                        <c:v>0.66961805555555554</c:v>
                      </c:pt>
                      <c:pt idx="1337" formatCode="h:mm:ss">
                        <c:v>0.66979166666666667</c:v>
                      </c:pt>
                      <c:pt idx="1338" formatCode="h:mm:ss">
                        <c:v>0.66996527777777781</c:v>
                      </c:pt>
                      <c:pt idx="1339" formatCode="h:mm:ss">
                        <c:v>0.67013888888888884</c:v>
                      </c:pt>
                      <c:pt idx="1340" formatCode="h:mm:ss">
                        <c:v>0.67031249999999998</c:v>
                      </c:pt>
                      <c:pt idx="1341" formatCode="h:mm:ss">
                        <c:v>0.67048611111111112</c:v>
                      </c:pt>
                      <c:pt idx="1342" formatCode="h:mm:ss">
                        <c:v>0.67065972222222225</c:v>
                      </c:pt>
                      <c:pt idx="1343" formatCode="h:mm:ss">
                        <c:v>0.67083333333333328</c:v>
                      </c:pt>
                      <c:pt idx="1344" formatCode="h:mm:ss">
                        <c:v>0.67100694444444442</c:v>
                      </c:pt>
                      <c:pt idx="1345" formatCode="h:mm:ss">
                        <c:v>0.67118055555555556</c:v>
                      </c:pt>
                      <c:pt idx="1346" formatCode="h:mm:ss">
                        <c:v>0.6713541666666667</c:v>
                      </c:pt>
                      <c:pt idx="1347" formatCode="h:mm:ss">
                        <c:v>0.67152777777777772</c:v>
                      </c:pt>
                      <c:pt idx="1348" formatCode="h:mm:ss">
                        <c:v>0.67170138888888886</c:v>
                      </c:pt>
                      <c:pt idx="1349" formatCode="h:mm:ss">
                        <c:v>0.671875</c:v>
                      </c:pt>
                      <c:pt idx="1350" formatCode="h:mm:ss">
                        <c:v>0.67204861111111114</c:v>
                      </c:pt>
                      <c:pt idx="1351" formatCode="h:mm:ss">
                        <c:v>0.67222222222222228</c:v>
                      </c:pt>
                      <c:pt idx="1352" formatCode="h:mm:ss">
                        <c:v>0.6723958333333333</c:v>
                      </c:pt>
                      <c:pt idx="1353" formatCode="h:mm:ss">
                        <c:v>0.67256944444444444</c:v>
                      </c:pt>
                      <c:pt idx="1354" formatCode="h:mm:ss">
                        <c:v>0.67274305555555558</c:v>
                      </c:pt>
                      <c:pt idx="1355" formatCode="h:mm:ss">
                        <c:v>0.67291666666666672</c:v>
                      </c:pt>
                      <c:pt idx="1356" formatCode="h:mm:ss">
                        <c:v>0.67309027777777775</c:v>
                      </c:pt>
                      <c:pt idx="1357" formatCode="h:mm:ss">
                        <c:v>0.67326388888888888</c:v>
                      </c:pt>
                      <c:pt idx="1358" formatCode="h:mm:ss">
                        <c:v>0.67343750000000002</c:v>
                      </c:pt>
                      <c:pt idx="1359" formatCode="h:mm:ss">
                        <c:v>0.67361111111111116</c:v>
                      </c:pt>
                      <c:pt idx="1360" formatCode="h:mm:ss">
                        <c:v>0.67378472222222219</c:v>
                      </c:pt>
                      <c:pt idx="1361" formatCode="h:mm:ss">
                        <c:v>0.67395833333333333</c:v>
                      </c:pt>
                      <c:pt idx="1362" formatCode="h:mm:ss">
                        <c:v>0.67413194444444446</c:v>
                      </c:pt>
                      <c:pt idx="1363" formatCode="h:mm:ss">
                        <c:v>0.6743055555555556</c:v>
                      </c:pt>
                      <c:pt idx="1364" formatCode="h:mm:ss">
                        <c:v>0.67447916666666663</c:v>
                      </c:pt>
                      <c:pt idx="1365" formatCode="h:mm:ss">
                        <c:v>0.67465277777777777</c:v>
                      </c:pt>
                      <c:pt idx="1366" formatCode="h:mm:ss">
                        <c:v>0.67482638888888891</c:v>
                      </c:pt>
                      <c:pt idx="1367" formatCode="h:mm:ss">
                        <c:v>0.67500000000000004</c:v>
                      </c:pt>
                      <c:pt idx="1368" formatCode="h:mm:ss">
                        <c:v>0.67517361111111107</c:v>
                      </c:pt>
                      <c:pt idx="1369" formatCode="h:mm:ss">
                        <c:v>0.67534722222222221</c:v>
                      </c:pt>
                      <c:pt idx="1370" formatCode="h:mm:ss">
                        <c:v>0.67552083333333335</c:v>
                      </c:pt>
                      <c:pt idx="1371" formatCode="h:mm:ss">
                        <c:v>0.67569444444444449</c:v>
                      </c:pt>
                      <c:pt idx="1372" formatCode="h:mm:ss">
                        <c:v>0.67586805555555551</c:v>
                      </c:pt>
                      <c:pt idx="1373" formatCode="h:mm:ss">
                        <c:v>0.67604166666666665</c:v>
                      </c:pt>
                      <c:pt idx="1374" formatCode="h:mm:ss">
                        <c:v>0.67621527777777779</c:v>
                      </c:pt>
                      <c:pt idx="1375" formatCode="h:mm:ss">
                        <c:v>0.67638888888888893</c:v>
                      </c:pt>
                      <c:pt idx="1376" formatCode="h:mm:ss">
                        <c:v>0.67656249999999996</c:v>
                      </c:pt>
                      <c:pt idx="1377" formatCode="h:mm:ss">
                        <c:v>0.67673611111111109</c:v>
                      </c:pt>
                      <c:pt idx="1378" formatCode="h:mm:ss">
                        <c:v>0.67690972222222223</c:v>
                      </c:pt>
                      <c:pt idx="1379" formatCode="h:mm:ss">
                        <c:v>0.67708333333333337</c:v>
                      </c:pt>
                      <c:pt idx="1380" formatCode="h:mm:ss">
                        <c:v>0.6772569444444444</c:v>
                      </c:pt>
                      <c:pt idx="1381" formatCode="h:mm:ss">
                        <c:v>0.67743055555555554</c:v>
                      </c:pt>
                      <c:pt idx="1382" formatCode="h:mm:ss">
                        <c:v>0.67760416666666667</c:v>
                      </c:pt>
                      <c:pt idx="1383" formatCode="h:mm:ss">
                        <c:v>0.67777777777777781</c:v>
                      </c:pt>
                      <c:pt idx="1384" formatCode="h:mm:ss">
                        <c:v>0.67795138888888884</c:v>
                      </c:pt>
                      <c:pt idx="1385" formatCode="h:mm:ss">
                        <c:v>0.67812499999999998</c:v>
                      </c:pt>
                      <c:pt idx="1386" formatCode="h:mm:ss">
                        <c:v>0.67829861111111112</c:v>
                      </c:pt>
                      <c:pt idx="1387" formatCode="h:mm:ss">
                        <c:v>0.67847222222222225</c:v>
                      </c:pt>
                      <c:pt idx="1388" formatCode="h:mm:ss">
                        <c:v>0.67864583333333328</c:v>
                      </c:pt>
                      <c:pt idx="1389" formatCode="h:mm:ss">
                        <c:v>0.67881944444444442</c:v>
                      </c:pt>
                      <c:pt idx="1390" formatCode="h:mm:ss">
                        <c:v>0.67899305555555556</c:v>
                      </c:pt>
                      <c:pt idx="1391" formatCode="h:mm:ss">
                        <c:v>0.6791666666666667</c:v>
                      </c:pt>
                      <c:pt idx="1392" formatCode="h:mm:ss">
                        <c:v>0.67934027777777772</c:v>
                      </c:pt>
                      <c:pt idx="1393" formatCode="h:mm:ss">
                        <c:v>0.67951388888888886</c:v>
                      </c:pt>
                      <c:pt idx="1394" formatCode="h:mm:ss">
                        <c:v>0.6796875</c:v>
                      </c:pt>
                      <c:pt idx="1395" formatCode="h:mm:ss">
                        <c:v>0.67986111111111114</c:v>
                      </c:pt>
                      <c:pt idx="1396" formatCode="h:mm:ss">
                        <c:v>0.68003472222222228</c:v>
                      </c:pt>
                      <c:pt idx="1397" formatCode="h:mm:ss">
                        <c:v>0.6802083333333333</c:v>
                      </c:pt>
                      <c:pt idx="1398" formatCode="h:mm:ss">
                        <c:v>0.68038194444444444</c:v>
                      </c:pt>
                      <c:pt idx="1399" formatCode="h:mm:ss">
                        <c:v>0.68055555555555558</c:v>
                      </c:pt>
                      <c:pt idx="1400" formatCode="h:mm:ss">
                        <c:v>0.68072916666666672</c:v>
                      </c:pt>
                      <c:pt idx="1401" formatCode="h:mm:ss">
                        <c:v>0.68090277777777775</c:v>
                      </c:pt>
                      <c:pt idx="1402" formatCode="h:mm:ss">
                        <c:v>0.68107638888888888</c:v>
                      </c:pt>
                      <c:pt idx="1403" formatCode="h:mm:ss">
                        <c:v>0.68125000000000002</c:v>
                      </c:pt>
                      <c:pt idx="1404" formatCode="h:mm:ss">
                        <c:v>0.68142361111111116</c:v>
                      </c:pt>
                      <c:pt idx="1405" formatCode="h:mm:ss">
                        <c:v>0.68159722222222219</c:v>
                      </c:pt>
                      <c:pt idx="1406" formatCode="h:mm:ss">
                        <c:v>0.68177083333333333</c:v>
                      </c:pt>
                      <c:pt idx="1407" formatCode="h:mm:ss">
                        <c:v>0.68194444444444446</c:v>
                      </c:pt>
                      <c:pt idx="1408" formatCode="h:mm:ss">
                        <c:v>0.6821180555555556</c:v>
                      </c:pt>
                      <c:pt idx="1409" formatCode="h:mm:ss">
                        <c:v>0.68229166666666663</c:v>
                      </c:pt>
                      <c:pt idx="1410" formatCode="h:mm:ss">
                        <c:v>0.68246527777777777</c:v>
                      </c:pt>
                      <c:pt idx="1411" formatCode="h:mm:ss">
                        <c:v>0.68263888888888891</c:v>
                      </c:pt>
                      <c:pt idx="1412" formatCode="h:mm:ss">
                        <c:v>0.68281250000000004</c:v>
                      </c:pt>
                      <c:pt idx="1413" formatCode="h:mm:ss">
                        <c:v>0.68298611111111107</c:v>
                      </c:pt>
                      <c:pt idx="1414" formatCode="h:mm:ss">
                        <c:v>0.68315972222222221</c:v>
                      </c:pt>
                      <c:pt idx="1415" formatCode="h:mm:ss">
                        <c:v>0.68333333333333335</c:v>
                      </c:pt>
                      <c:pt idx="1416" formatCode="h:mm:ss">
                        <c:v>0.68350694444444449</c:v>
                      </c:pt>
                      <c:pt idx="1417" formatCode="h:mm:ss">
                        <c:v>0.68368055555555551</c:v>
                      </c:pt>
                      <c:pt idx="1418" formatCode="h:mm:ss">
                        <c:v>0.68385416666666665</c:v>
                      </c:pt>
                      <c:pt idx="1419" formatCode="h:mm:ss">
                        <c:v>0.68402777777777779</c:v>
                      </c:pt>
                      <c:pt idx="1420" formatCode="h:mm:ss">
                        <c:v>0.68420138888888893</c:v>
                      </c:pt>
                      <c:pt idx="1421" formatCode="h:mm:ss">
                        <c:v>0.68437499999999996</c:v>
                      </c:pt>
                      <c:pt idx="1422" formatCode="h:mm:ss">
                        <c:v>0.68454861111111109</c:v>
                      </c:pt>
                      <c:pt idx="1423" formatCode="h:mm:ss">
                        <c:v>0.68472222222222223</c:v>
                      </c:pt>
                      <c:pt idx="1424" formatCode="h:mm:ss">
                        <c:v>0.68489583333333337</c:v>
                      </c:pt>
                      <c:pt idx="1425" formatCode="h:mm:ss">
                        <c:v>0.6850694444444444</c:v>
                      </c:pt>
                      <c:pt idx="1426" formatCode="h:mm:ss">
                        <c:v>0.68524305555555554</c:v>
                      </c:pt>
                      <c:pt idx="1427" formatCode="h:mm:ss">
                        <c:v>0.68541666666666667</c:v>
                      </c:pt>
                      <c:pt idx="1428" formatCode="h:mm:ss">
                        <c:v>0.68559027777777781</c:v>
                      </c:pt>
                      <c:pt idx="1429" formatCode="h:mm:ss">
                        <c:v>0.68576388888888884</c:v>
                      </c:pt>
                      <c:pt idx="1430" formatCode="h:mm:ss">
                        <c:v>0.68593749999999998</c:v>
                      </c:pt>
                      <c:pt idx="1431" formatCode="h:mm:ss">
                        <c:v>0.68611111111111112</c:v>
                      </c:pt>
                      <c:pt idx="1432" formatCode="h:mm:ss">
                        <c:v>0.68628472222222225</c:v>
                      </c:pt>
                      <c:pt idx="1433" formatCode="h:mm:ss">
                        <c:v>0.68645833333333328</c:v>
                      </c:pt>
                      <c:pt idx="1434" formatCode="h:mm:ss">
                        <c:v>0.68663194444444442</c:v>
                      </c:pt>
                      <c:pt idx="1435" formatCode="h:mm:ss">
                        <c:v>0.68680555555555556</c:v>
                      </c:pt>
                      <c:pt idx="1436" formatCode="h:mm:ss">
                        <c:v>0.6869791666666667</c:v>
                      </c:pt>
                      <c:pt idx="1437" formatCode="h:mm:ss">
                        <c:v>0.68715277777777772</c:v>
                      </c:pt>
                      <c:pt idx="1438" formatCode="h:mm:ss">
                        <c:v>0.68732638888888886</c:v>
                      </c:pt>
                      <c:pt idx="1439" formatCode="h:mm:ss">
                        <c:v>0.6875</c:v>
                      </c:pt>
                      <c:pt idx="1440" formatCode="h:mm:ss">
                        <c:v>0.68767361111111114</c:v>
                      </c:pt>
                      <c:pt idx="1441" formatCode="h:mm:ss">
                        <c:v>0.68784722222222228</c:v>
                      </c:pt>
                      <c:pt idx="1442" formatCode="h:mm:ss">
                        <c:v>0.6880208333333333</c:v>
                      </c:pt>
                      <c:pt idx="1443" formatCode="h:mm:ss">
                        <c:v>0.68819444444444444</c:v>
                      </c:pt>
                      <c:pt idx="1444" formatCode="h:mm:ss">
                        <c:v>0.68836805555555558</c:v>
                      </c:pt>
                      <c:pt idx="1445" formatCode="h:mm:ss">
                        <c:v>0.68854166666666672</c:v>
                      </c:pt>
                      <c:pt idx="1446" formatCode="h:mm:ss">
                        <c:v>0.68871527777777775</c:v>
                      </c:pt>
                      <c:pt idx="1447" formatCode="h:mm:ss">
                        <c:v>0.68888888888888888</c:v>
                      </c:pt>
                      <c:pt idx="1448" formatCode="h:mm:ss">
                        <c:v>0.68906250000000002</c:v>
                      </c:pt>
                      <c:pt idx="1449" formatCode="h:mm:ss">
                        <c:v>0.68923611111111116</c:v>
                      </c:pt>
                      <c:pt idx="1450" formatCode="h:mm:ss">
                        <c:v>0.68940972222222219</c:v>
                      </c:pt>
                      <c:pt idx="1451" formatCode="h:mm:ss">
                        <c:v>0.68958333333333333</c:v>
                      </c:pt>
                      <c:pt idx="1452" formatCode="h:mm:ss">
                        <c:v>0.68975694444444446</c:v>
                      </c:pt>
                      <c:pt idx="1453" formatCode="h:mm:ss">
                        <c:v>0.6899305555555556</c:v>
                      </c:pt>
                      <c:pt idx="1454" formatCode="h:mm:ss">
                        <c:v>0.69010416666666663</c:v>
                      </c:pt>
                      <c:pt idx="1455" formatCode="h:mm:ss">
                        <c:v>0.69027777777777777</c:v>
                      </c:pt>
                      <c:pt idx="1456" formatCode="h:mm:ss">
                        <c:v>0.69045138888888891</c:v>
                      </c:pt>
                      <c:pt idx="1457" formatCode="h:mm:ss">
                        <c:v>0.69062500000000004</c:v>
                      </c:pt>
                      <c:pt idx="1458" formatCode="h:mm:ss">
                        <c:v>0.69079861111111107</c:v>
                      </c:pt>
                      <c:pt idx="1459" formatCode="h:mm:ss">
                        <c:v>0.69097222222222221</c:v>
                      </c:pt>
                      <c:pt idx="1460" formatCode="h:mm:ss">
                        <c:v>0.69114583333333335</c:v>
                      </c:pt>
                      <c:pt idx="1461" formatCode="h:mm:ss">
                        <c:v>0.69131944444444449</c:v>
                      </c:pt>
                      <c:pt idx="1462" formatCode="h:mm:ss">
                        <c:v>0.69149305555555551</c:v>
                      </c:pt>
                      <c:pt idx="1463" formatCode="h:mm:ss">
                        <c:v>0.69166666666666665</c:v>
                      </c:pt>
                      <c:pt idx="1464" formatCode="h:mm:ss">
                        <c:v>0.69184027777777779</c:v>
                      </c:pt>
                      <c:pt idx="1465" formatCode="h:mm:ss">
                        <c:v>0.69201388888888893</c:v>
                      </c:pt>
                      <c:pt idx="1466" formatCode="h:mm:ss">
                        <c:v>0.69218749999999996</c:v>
                      </c:pt>
                      <c:pt idx="1467" formatCode="h:mm:ss">
                        <c:v>0.69236111111111109</c:v>
                      </c:pt>
                      <c:pt idx="1468" formatCode="h:mm:ss">
                        <c:v>0.69253472222222223</c:v>
                      </c:pt>
                      <c:pt idx="1469" formatCode="h:mm:ss">
                        <c:v>0.69270833333333337</c:v>
                      </c:pt>
                      <c:pt idx="1470" formatCode="h:mm:ss">
                        <c:v>0.6928819444444444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1'!$E$10:$E$1480</c15:sqref>
                        </c15:formulaRef>
                      </c:ext>
                    </c:extLst>
                    <c:numCache>
                      <c:formatCode>General</c:formatCode>
                      <c:ptCount val="1471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0</c:v>
                      </c:pt>
                      <c:pt idx="32">
                        <c:v>1</c:v>
                      </c:pt>
                      <c:pt idx="33">
                        <c:v>0</c:v>
                      </c:pt>
                      <c:pt idx="34">
                        <c:v>0</c:v>
                      </c:pt>
                      <c:pt idx="35">
                        <c:v>0</c:v>
                      </c:pt>
                      <c:pt idx="36">
                        <c:v>0</c:v>
                      </c:pt>
                      <c:pt idx="37">
                        <c:v>1</c:v>
                      </c:pt>
                      <c:pt idx="38">
                        <c:v>1</c:v>
                      </c:pt>
                      <c:pt idx="39">
                        <c:v>0</c:v>
                      </c:pt>
                      <c:pt idx="40">
                        <c:v>0</c:v>
                      </c:pt>
                      <c:pt idx="41">
                        <c:v>0</c:v>
                      </c:pt>
                      <c:pt idx="42">
                        <c:v>0</c:v>
                      </c:pt>
                      <c:pt idx="43">
                        <c:v>0</c:v>
                      </c:pt>
                      <c:pt idx="44">
                        <c:v>0</c:v>
                      </c:pt>
                      <c:pt idx="45">
                        <c:v>0</c:v>
                      </c:pt>
                      <c:pt idx="46">
                        <c:v>1</c:v>
                      </c:pt>
                      <c:pt idx="47">
                        <c:v>1</c:v>
                      </c:pt>
                      <c:pt idx="48">
                        <c:v>1</c:v>
                      </c:pt>
                      <c:pt idx="49">
                        <c:v>0</c:v>
                      </c:pt>
                      <c:pt idx="50">
                        <c:v>0</c:v>
                      </c:pt>
                      <c:pt idx="51">
                        <c:v>0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1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1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2</c:v>
                      </c:pt>
                      <c:pt idx="74">
                        <c:v>1</c:v>
                      </c:pt>
                      <c:pt idx="75">
                        <c:v>1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1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  <c:pt idx="100">
                        <c:v>0</c:v>
                      </c:pt>
                      <c:pt idx="101">
                        <c:v>0</c:v>
                      </c:pt>
                      <c:pt idx="102">
                        <c:v>0</c:v>
                      </c:pt>
                      <c:pt idx="103">
                        <c:v>0</c:v>
                      </c:pt>
                      <c:pt idx="104">
                        <c:v>0</c:v>
                      </c:pt>
                      <c:pt idx="105">
                        <c:v>0</c:v>
                      </c:pt>
                      <c:pt idx="106">
                        <c:v>1</c:v>
                      </c:pt>
                      <c:pt idx="107">
                        <c:v>0</c:v>
                      </c:pt>
                      <c:pt idx="108">
                        <c:v>0</c:v>
                      </c:pt>
                      <c:pt idx="109">
                        <c:v>0</c:v>
                      </c:pt>
                      <c:pt idx="110">
                        <c:v>0</c:v>
                      </c:pt>
                      <c:pt idx="111">
                        <c:v>0</c:v>
                      </c:pt>
                      <c:pt idx="112">
                        <c:v>0</c:v>
                      </c:pt>
                      <c:pt idx="113">
                        <c:v>0</c:v>
                      </c:pt>
                      <c:pt idx="114">
                        <c:v>0</c:v>
                      </c:pt>
                      <c:pt idx="115">
                        <c:v>0</c:v>
                      </c:pt>
                      <c:pt idx="116">
                        <c:v>0</c:v>
                      </c:pt>
                      <c:pt idx="117">
                        <c:v>0</c:v>
                      </c:pt>
                      <c:pt idx="118">
                        <c:v>0</c:v>
                      </c:pt>
                      <c:pt idx="119">
                        <c:v>0</c:v>
                      </c:pt>
                      <c:pt idx="120">
                        <c:v>0</c:v>
                      </c:pt>
                      <c:pt idx="121">
                        <c:v>1</c:v>
                      </c:pt>
                      <c:pt idx="122">
                        <c:v>0</c:v>
                      </c:pt>
                      <c:pt idx="123">
                        <c:v>0</c:v>
                      </c:pt>
                      <c:pt idx="124">
                        <c:v>0</c:v>
                      </c:pt>
                      <c:pt idx="125">
                        <c:v>0</c:v>
                      </c:pt>
                      <c:pt idx="126">
                        <c:v>0</c:v>
                      </c:pt>
                      <c:pt idx="127">
                        <c:v>0</c:v>
                      </c:pt>
                      <c:pt idx="128">
                        <c:v>0</c:v>
                      </c:pt>
                      <c:pt idx="129">
                        <c:v>0</c:v>
                      </c:pt>
                      <c:pt idx="130">
                        <c:v>0</c:v>
                      </c:pt>
                      <c:pt idx="131">
                        <c:v>0</c:v>
                      </c:pt>
                      <c:pt idx="132">
                        <c:v>0</c:v>
                      </c:pt>
                      <c:pt idx="133">
                        <c:v>0</c:v>
                      </c:pt>
                      <c:pt idx="134">
                        <c:v>0</c:v>
                      </c:pt>
                      <c:pt idx="135">
                        <c:v>1</c:v>
                      </c:pt>
                      <c:pt idx="136">
                        <c:v>0</c:v>
                      </c:pt>
                      <c:pt idx="137">
                        <c:v>0</c:v>
                      </c:pt>
                      <c:pt idx="138">
                        <c:v>0</c:v>
                      </c:pt>
                      <c:pt idx="139">
                        <c:v>0</c:v>
                      </c:pt>
                      <c:pt idx="140">
                        <c:v>0</c:v>
                      </c:pt>
                      <c:pt idx="141">
                        <c:v>1</c:v>
                      </c:pt>
                      <c:pt idx="142">
                        <c:v>0</c:v>
                      </c:pt>
                      <c:pt idx="143">
                        <c:v>0</c:v>
                      </c:pt>
                      <c:pt idx="144">
                        <c:v>0</c:v>
                      </c:pt>
                      <c:pt idx="145">
                        <c:v>0</c:v>
                      </c:pt>
                      <c:pt idx="146">
                        <c:v>0</c:v>
                      </c:pt>
                      <c:pt idx="147">
                        <c:v>0</c:v>
                      </c:pt>
                      <c:pt idx="148">
                        <c:v>0</c:v>
                      </c:pt>
                      <c:pt idx="149">
                        <c:v>1</c:v>
                      </c:pt>
                      <c:pt idx="150">
                        <c:v>0</c:v>
                      </c:pt>
                      <c:pt idx="151">
                        <c:v>0</c:v>
                      </c:pt>
                      <c:pt idx="152">
                        <c:v>0</c:v>
                      </c:pt>
                      <c:pt idx="153">
                        <c:v>0</c:v>
                      </c:pt>
                      <c:pt idx="154">
                        <c:v>0</c:v>
                      </c:pt>
                      <c:pt idx="155">
                        <c:v>0</c:v>
                      </c:pt>
                      <c:pt idx="156">
                        <c:v>1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0</c:v>
                      </c:pt>
                      <c:pt idx="160">
                        <c:v>0</c:v>
                      </c:pt>
                      <c:pt idx="161">
                        <c:v>0</c:v>
                      </c:pt>
                      <c:pt idx="162">
                        <c:v>0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1</c:v>
                      </c:pt>
                      <c:pt idx="167">
                        <c:v>0</c:v>
                      </c:pt>
                      <c:pt idx="168">
                        <c:v>0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0</c:v>
                      </c:pt>
                      <c:pt idx="172">
                        <c:v>0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1</c:v>
                      </c:pt>
                      <c:pt idx="178">
                        <c:v>0</c:v>
                      </c:pt>
                      <c:pt idx="179">
                        <c:v>0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1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1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  <c:pt idx="200">
                        <c:v>0</c:v>
                      </c:pt>
                      <c:pt idx="201">
                        <c:v>0</c:v>
                      </c:pt>
                      <c:pt idx="202">
                        <c:v>0</c:v>
                      </c:pt>
                      <c:pt idx="203">
                        <c:v>0</c:v>
                      </c:pt>
                      <c:pt idx="204">
                        <c:v>0</c:v>
                      </c:pt>
                      <c:pt idx="205">
                        <c:v>0</c:v>
                      </c:pt>
                      <c:pt idx="206">
                        <c:v>0</c:v>
                      </c:pt>
                      <c:pt idx="207">
                        <c:v>1</c:v>
                      </c:pt>
                      <c:pt idx="208">
                        <c:v>0</c:v>
                      </c:pt>
                      <c:pt idx="209">
                        <c:v>0</c:v>
                      </c:pt>
                      <c:pt idx="210">
                        <c:v>0</c:v>
                      </c:pt>
                      <c:pt idx="211">
                        <c:v>0</c:v>
                      </c:pt>
                      <c:pt idx="212">
                        <c:v>0</c:v>
                      </c:pt>
                      <c:pt idx="213">
                        <c:v>0</c:v>
                      </c:pt>
                      <c:pt idx="214">
                        <c:v>0</c:v>
                      </c:pt>
                      <c:pt idx="215">
                        <c:v>0</c:v>
                      </c:pt>
                      <c:pt idx="216">
                        <c:v>0</c:v>
                      </c:pt>
                      <c:pt idx="217">
                        <c:v>1</c:v>
                      </c:pt>
                      <c:pt idx="218">
                        <c:v>0</c:v>
                      </c:pt>
                      <c:pt idx="219">
                        <c:v>0</c:v>
                      </c:pt>
                      <c:pt idx="220">
                        <c:v>0</c:v>
                      </c:pt>
                      <c:pt idx="221">
                        <c:v>0</c:v>
                      </c:pt>
                      <c:pt idx="222">
                        <c:v>0</c:v>
                      </c:pt>
                      <c:pt idx="223">
                        <c:v>1</c:v>
                      </c:pt>
                      <c:pt idx="224">
                        <c:v>0</c:v>
                      </c:pt>
                      <c:pt idx="225">
                        <c:v>0</c:v>
                      </c:pt>
                      <c:pt idx="226">
                        <c:v>0</c:v>
                      </c:pt>
                      <c:pt idx="227">
                        <c:v>0</c:v>
                      </c:pt>
                      <c:pt idx="228">
                        <c:v>0</c:v>
                      </c:pt>
                      <c:pt idx="229">
                        <c:v>0</c:v>
                      </c:pt>
                      <c:pt idx="230">
                        <c:v>0</c:v>
                      </c:pt>
                      <c:pt idx="231">
                        <c:v>0</c:v>
                      </c:pt>
                      <c:pt idx="232">
                        <c:v>0</c:v>
                      </c:pt>
                      <c:pt idx="233">
                        <c:v>0</c:v>
                      </c:pt>
                      <c:pt idx="234">
                        <c:v>1</c:v>
                      </c:pt>
                      <c:pt idx="235">
                        <c:v>0</c:v>
                      </c:pt>
                      <c:pt idx="236">
                        <c:v>0</c:v>
                      </c:pt>
                      <c:pt idx="237">
                        <c:v>0</c:v>
                      </c:pt>
                      <c:pt idx="238">
                        <c:v>0</c:v>
                      </c:pt>
                      <c:pt idx="239">
                        <c:v>1</c:v>
                      </c:pt>
                      <c:pt idx="240">
                        <c:v>0</c:v>
                      </c:pt>
                      <c:pt idx="241">
                        <c:v>0</c:v>
                      </c:pt>
                      <c:pt idx="242">
                        <c:v>0</c:v>
                      </c:pt>
                      <c:pt idx="243">
                        <c:v>0</c:v>
                      </c:pt>
                      <c:pt idx="244">
                        <c:v>0</c:v>
                      </c:pt>
                      <c:pt idx="245">
                        <c:v>0</c:v>
                      </c:pt>
                      <c:pt idx="246">
                        <c:v>0</c:v>
                      </c:pt>
                      <c:pt idx="247">
                        <c:v>1</c:v>
                      </c:pt>
                      <c:pt idx="248">
                        <c:v>0</c:v>
                      </c:pt>
                      <c:pt idx="249">
                        <c:v>0</c:v>
                      </c:pt>
                      <c:pt idx="250">
                        <c:v>1</c:v>
                      </c:pt>
                      <c:pt idx="251">
                        <c:v>0</c:v>
                      </c:pt>
                      <c:pt idx="252">
                        <c:v>0</c:v>
                      </c:pt>
                      <c:pt idx="253">
                        <c:v>0</c:v>
                      </c:pt>
                      <c:pt idx="254">
                        <c:v>0</c:v>
                      </c:pt>
                      <c:pt idx="255">
                        <c:v>0</c:v>
                      </c:pt>
                      <c:pt idx="256">
                        <c:v>0</c:v>
                      </c:pt>
                      <c:pt idx="257">
                        <c:v>0</c:v>
                      </c:pt>
                      <c:pt idx="258">
                        <c:v>0</c:v>
                      </c:pt>
                      <c:pt idx="259">
                        <c:v>0</c:v>
                      </c:pt>
                      <c:pt idx="260">
                        <c:v>0</c:v>
                      </c:pt>
                      <c:pt idx="261">
                        <c:v>0</c:v>
                      </c:pt>
                      <c:pt idx="262">
                        <c:v>0</c:v>
                      </c:pt>
                      <c:pt idx="263">
                        <c:v>0</c:v>
                      </c:pt>
                      <c:pt idx="264">
                        <c:v>0</c:v>
                      </c:pt>
                      <c:pt idx="265">
                        <c:v>0</c:v>
                      </c:pt>
                      <c:pt idx="266">
                        <c:v>1</c:v>
                      </c:pt>
                      <c:pt idx="267">
                        <c:v>0</c:v>
                      </c:pt>
                      <c:pt idx="268">
                        <c:v>0</c:v>
                      </c:pt>
                      <c:pt idx="269">
                        <c:v>0</c:v>
                      </c:pt>
                      <c:pt idx="270">
                        <c:v>0</c:v>
                      </c:pt>
                      <c:pt idx="271">
                        <c:v>0</c:v>
                      </c:pt>
                      <c:pt idx="272">
                        <c:v>0</c:v>
                      </c:pt>
                      <c:pt idx="273">
                        <c:v>0</c:v>
                      </c:pt>
                      <c:pt idx="274">
                        <c:v>0</c:v>
                      </c:pt>
                      <c:pt idx="275">
                        <c:v>0</c:v>
                      </c:pt>
                      <c:pt idx="276">
                        <c:v>0</c:v>
                      </c:pt>
                      <c:pt idx="277">
                        <c:v>0</c:v>
                      </c:pt>
                      <c:pt idx="278">
                        <c:v>0</c:v>
                      </c:pt>
                      <c:pt idx="279">
                        <c:v>0</c:v>
                      </c:pt>
                      <c:pt idx="280">
                        <c:v>0</c:v>
                      </c:pt>
                      <c:pt idx="281">
                        <c:v>1</c:v>
                      </c:pt>
                      <c:pt idx="282">
                        <c:v>1</c:v>
                      </c:pt>
                      <c:pt idx="283">
                        <c:v>0</c:v>
                      </c:pt>
                      <c:pt idx="284">
                        <c:v>0</c:v>
                      </c:pt>
                      <c:pt idx="285">
                        <c:v>0</c:v>
                      </c:pt>
                      <c:pt idx="286">
                        <c:v>0</c:v>
                      </c:pt>
                      <c:pt idx="287">
                        <c:v>0</c:v>
                      </c:pt>
                      <c:pt idx="288">
                        <c:v>1</c:v>
                      </c:pt>
                      <c:pt idx="289">
                        <c:v>0</c:v>
                      </c:pt>
                      <c:pt idx="290">
                        <c:v>0</c:v>
                      </c:pt>
                      <c:pt idx="291">
                        <c:v>0</c:v>
                      </c:pt>
                      <c:pt idx="292">
                        <c:v>0</c:v>
                      </c:pt>
                      <c:pt idx="293">
                        <c:v>0</c:v>
                      </c:pt>
                      <c:pt idx="294">
                        <c:v>0</c:v>
                      </c:pt>
                      <c:pt idx="295">
                        <c:v>0</c:v>
                      </c:pt>
                      <c:pt idx="296">
                        <c:v>0</c:v>
                      </c:pt>
                      <c:pt idx="297">
                        <c:v>0</c:v>
                      </c:pt>
                      <c:pt idx="298">
                        <c:v>0</c:v>
                      </c:pt>
                      <c:pt idx="299">
                        <c:v>0</c:v>
                      </c:pt>
                      <c:pt idx="300">
                        <c:v>0</c:v>
                      </c:pt>
                      <c:pt idx="301">
                        <c:v>0</c:v>
                      </c:pt>
                      <c:pt idx="302">
                        <c:v>0</c:v>
                      </c:pt>
                      <c:pt idx="303">
                        <c:v>0</c:v>
                      </c:pt>
                      <c:pt idx="304">
                        <c:v>0</c:v>
                      </c:pt>
                      <c:pt idx="305">
                        <c:v>0</c:v>
                      </c:pt>
                      <c:pt idx="306">
                        <c:v>0</c:v>
                      </c:pt>
                      <c:pt idx="307">
                        <c:v>0</c:v>
                      </c:pt>
                      <c:pt idx="308">
                        <c:v>0</c:v>
                      </c:pt>
                      <c:pt idx="309">
                        <c:v>0</c:v>
                      </c:pt>
                      <c:pt idx="310">
                        <c:v>0</c:v>
                      </c:pt>
                      <c:pt idx="311">
                        <c:v>0</c:v>
                      </c:pt>
                      <c:pt idx="312">
                        <c:v>0</c:v>
                      </c:pt>
                      <c:pt idx="313">
                        <c:v>0</c:v>
                      </c:pt>
                      <c:pt idx="314">
                        <c:v>0</c:v>
                      </c:pt>
                      <c:pt idx="315">
                        <c:v>0</c:v>
                      </c:pt>
                      <c:pt idx="316">
                        <c:v>0</c:v>
                      </c:pt>
                      <c:pt idx="317">
                        <c:v>1</c:v>
                      </c:pt>
                      <c:pt idx="318">
                        <c:v>0</c:v>
                      </c:pt>
                      <c:pt idx="319">
                        <c:v>0</c:v>
                      </c:pt>
                      <c:pt idx="320">
                        <c:v>0</c:v>
                      </c:pt>
                      <c:pt idx="321">
                        <c:v>0</c:v>
                      </c:pt>
                      <c:pt idx="322">
                        <c:v>0</c:v>
                      </c:pt>
                      <c:pt idx="323">
                        <c:v>0</c:v>
                      </c:pt>
                      <c:pt idx="324">
                        <c:v>0</c:v>
                      </c:pt>
                      <c:pt idx="325">
                        <c:v>0</c:v>
                      </c:pt>
                      <c:pt idx="326">
                        <c:v>0</c:v>
                      </c:pt>
                      <c:pt idx="327">
                        <c:v>0</c:v>
                      </c:pt>
                      <c:pt idx="328">
                        <c:v>0</c:v>
                      </c:pt>
                      <c:pt idx="329">
                        <c:v>0</c:v>
                      </c:pt>
                      <c:pt idx="330">
                        <c:v>0</c:v>
                      </c:pt>
                      <c:pt idx="331">
                        <c:v>0</c:v>
                      </c:pt>
                      <c:pt idx="332">
                        <c:v>1</c:v>
                      </c:pt>
                      <c:pt idx="333">
                        <c:v>0</c:v>
                      </c:pt>
                      <c:pt idx="334">
                        <c:v>0</c:v>
                      </c:pt>
                      <c:pt idx="335">
                        <c:v>0</c:v>
                      </c:pt>
                      <c:pt idx="336">
                        <c:v>0</c:v>
                      </c:pt>
                      <c:pt idx="337">
                        <c:v>0</c:v>
                      </c:pt>
                      <c:pt idx="338">
                        <c:v>0</c:v>
                      </c:pt>
                      <c:pt idx="339">
                        <c:v>0</c:v>
                      </c:pt>
                      <c:pt idx="340">
                        <c:v>0</c:v>
                      </c:pt>
                      <c:pt idx="341">
                        <c:v>0</c:v>
                      </c:pt>
                      <c:pt idx="342">
                        <c:v>0</c:v>
                      </c:pt>
                      <c:pt idx="343">
                        <c:v>0</c:v>
                      </c:pt>
                      <c:pt idx="344">
                        <c:v>0</c:v>
                      </c:pt>
                      <c:pt idx="345">
                        <c:v>0</c:v>
                      </c:pt>
                      <c:pt idx="346">
                        <c:v>0</c:v>
                      </c:pt>
                      <c:pt idx="347">
                        <c:v>0</c:v>
                      </c:pt>
                      <c:pt idx="348">
                        <c:v>0</c:v>
                      </c:pt>
                      <c:pt idx="349">
                        <c:v>0</c:v>
                      </c:pt>
                      <c:pt idx="350">
                        <c:v>0</c:v>
                      </c:pt>
                      <c:pt idx="351">
                        <c:v>0</c:v>
                      </c:pt>
                      <c:pt idx="352">
                        <c:v>0</c:v>
                      </c:pt>
                      <c:pt idx="353">
                        <c:v>0</c:v>
                      </c:pt>
                      <c:pt idx="354">
                        <c:v>1</c:v>
                      </c:pt>
                      <c:pt idx="355">
                        <c:v>0</c:v>
                      </c:pt>
                      <c:pt idx="356">
                        <c:v>0</c:v>
                      </c:pt>
                      <c:pt idx="357">
                        <c:v>0</c:v>
                      </c:pt>
                      <c:pt idx="358">
                        <c:v>0</c:v>
                      </c:pt>
                      <c:pt idx="359">
                        <c:v>0</c:v>
                      </c:pt>
                      <c:pt idx="360">
                        <c:v>0</c:v>
                      </c:pt>
                      <c:pt idx="361">
                        <c:v>0</c:v>
                      </c:pt>
                      <c:pt idx="362">
                        <c:v>0</c:v>
                      </c:pt>
                      <c:pt idx="363">
                        <c:v>0</c:v>
                      </c:pt>
                      <c:pt idx="364">
                        <c:v>0</c:v>
                      </c:pt>
                      <c:pt idx="365">
                        <c:v>0</c:v>
                      </c:pt>
                      <c:pt idx="366">
                        <c:v>0</c:v>
                      </c:pt>
                      <c:pt idx="367">
                        <c:v>0</c:v>
                      </c:pt>
                      <c:pt idx="368">
                        <c:v>0</c:v>
                      </c:pt>
                      <c:pt idx="369">
                        <c:v>0</c:v>
                      </c:pt>
                      <c:pt idx="370">
                        <c:v>1</c:v>
                      </c:pt>
                      <c:pt idx="371">
                        <c:v>1</c:v>
                      </c:pt>
                      <c:pt idx="372">
                        <c:v>0</c:v>
                      </c:pt>
                      <c:pt idx="373">
                        <c:v>0</c:v>
                      </c:pt>
                      <c:pt idx="374">
                        <c:v>0</c:v>
                      </c:pt>
                      <c:pt idx="375">
                        <c:v>0</c:v>
                      </c:pt>
                      <c:pt idx="376">
                        <c:v>0</c:v>
                      </c:pt>
                      <c:pt idx="377">
                        <c:v>0</c:v>
                      </c:pt>
                      <c:pt idx="378">
                        <c:v>0</c:v>
                      </c:pt>
                      <c:pt idx="379">
                        <c:v>0</c:v>
                      </c:pt>
                      <c:pt idx="380">
                        <c:v>0</c:v>
                      </c:pt>
                      <c:pt idx="381">
                        <c:v>0</c:v>
                      </c:pt>
                      <c:pt idx="382">
                        <c:v>0</c:v>
                      </c:pt>
                      <c:pt idx="383">
                        <c:v>0</c:v>
                      </c:pt>
                      <c:pt idx="384">
                        <c:v>0</c:v>
                      </c:pt>
                      <c:pt idx="385">
                        <c:v>0</c:v>
                      </c:pt>
                      <c:pt idx="386">
                        <c:v>0</c:v>
                      </c:pt>
                      <c:pt idx="387">
                        <c:v>0</c:v>
                      </c:pt>
                      <c:pt idx="388">
                        <c:v>0</c:v>
                      </c:pt>
                      <c:pt idx="389">
                        <c:v>0</c:v>
                      </c:pt>
                      <c:pt idx="390">
                        <c:v>0</c:v>
                      </c:pt>
                      <c:pt idx="391">
                        <c:v>0</c:v>
                      </c:pt>
                      <c:pt idx="392">
                        <c:v>0</c:v>
                      </c:pt>
                      <c:pt idx="393">
                        <c:v>0</c:v>
                      </c:pt>
                      <c:pt idx="394">
                        <c:v>1</c:v>
                      </c:pt>
                      <c:pt idx="395">
                        <c:v>0</c:v>
                      </c:pt>
                      <c:pt idx="396">
                        <c:v>0</c:v>
                      </c:pt>
                      <c:pt idx="397">
                        <c:v>0</c:v>
                      </c:pt>
                      <c:pt idx="398">
                        <c:v>0</c:v>
                      </c:pt>
                      <c:pt idx="399">
                        <c:v>0</c:v>
                      </c:pt>
                      <c:pt idx="400">
                        <c:v>0</c:v>
                      </c:pt>
                      <c:pt idx="401">
                        <c:v>0</c:v>
                      </c:pt>
                      <c:pt idx="402">
                        <c:v>0</c:v>
                      </c:pt>
                      <c:pt idx="403">
                        <c:v>0</c:v>
                      </c:pt>
                      <c:pt idx="404">
                        <c:v>0</c:v>
                      </c:pt>
                      <c:pt idx="405">
                        <c:v>0</c:v>
                      </c:pt>
                      <c:pt idx="406">
                        <c:v>0</c:v>
                      </c:pt>
                      <c:pt idx="407">
                        <c:v>0</c:v>
                      </c:pt>
                      <c:pt idx="408">
                        <c:v>0</c:v>
                      </c:pt>
                      <c:pt idx="409">
                        <c:v>0</c:v>
                      </c:pt>
                      <c:pt idx="410">
                        <c:v>0</c:v>
                      </c:pt>
                      <c:pt idx="411">
                        <c:v>0</c:v>
                      </c:pt>
                      <c:pt idx="412">
                        <c:v>0</c:v>
                      </c:pt>
                      <c:pt idx="413">
                        <c:v>0</c:v>
                      </c:pt>
                      <c:pt idx="414">
                        <c:v>0</c:v>
                      </c:pt>
                      <c:pt idx="415">
                        <c:v>1</c:v>
                      </c:pt>
                      <c:pt idx="416">
                        <c:v>0</c:v>
                      </c:pt>
                      <c:pt idx="417">
                        <c:v>0</c:v>
                      </c:pt>
                      <c:pt idx="418">
                        <c:v>0</c:v>
                      </c:pt>
                      <c:pt idx="419">
                        <c:v>0</c:v>
                      </c:pt>
                      <c:pt idx="420">
                        <c:v>0</c:v>
                      </c:pt>
                      <c:pt idx="421">
                        <c:v>0</c:v>
                      </c:pt>
                      <c:pt idx="422">
                        <c:v>0</c:v>
                      </c:pt>
                      <c:pt idx="423">
                        <c:v>0</c:v>
                      </c:pt>
                      <c:pt idx="424">
                        <c:v>0</c:v>
                      </c:pt>
                      <c:pt idx="425">
                        <c:v>0</c:v>
                      </c:pt>
                      <c:pt idx="426">
                        <c:v>1</c:v>
                      </c:pt>
                      <c:pt idx="427">
                        <c:v>0</c:v>
                      </c:pt>
                      <c:pt idx="428">
                        <c:v>0</c:v>
                      </c:pt>
                      <c:pt idx="429">
                        <c:v>0</c:v>
                      </c:pt>
                      <c:pt idx="430">
                        <c:v>0</c:v>
                      </c:pt>
                      <c:pt idx="431">
                        <c:v>0</c:v>
                      </c:pt>
                      <c:pt idx="432">
                        <c:v>0</c:v>
                      </c:pt>
                      <c:pt idx="433">
                        <c:v>0</c:v>
                      </c:pt>
                      <c:pt idx="434">
                        <c:v>0</c:v>
                      </c:pt>
                      <c:pt idx="435">
                        <c:v>1</c:v>
                      </c:pt>
                      <c:pt idx="436">
                        <c:v>1</c:v>
                      </c:pt>
                      <c:pt idx="437">
                        <c:v>0</c:v>
                      </c:pt>
                      <c:pt idx="438">
                        <c:v>0</c:v>
                      </c:pt>
                      <c:pt idx="439">
                        <c:v>0</c:v>
                      </c:pt>
                      <c:pt idx="440">
                        <c:v>0</c:v>
                      </c:pt>
                      <c:pt idx="441">
                        <c:v>0</c:v>
                      </c:pt>
                      <c:pt idx="442">
                        <c:v>0</c:v>
                      </c:pt>
                      <c:pt idx="443">
                        <c:v>0</c:v>
                      </c:pt>
                      <c:pt idx="444">
                        <c:v>0</c:v>
                      </c:pt>
                      <c:pt idx="445">
                        <c:v>0</c:v>
                      </c:pt>
                      <c:pt idx="446">
                        <c:v>0</c:v>
                      </c:pt>
                      <c:pt idx="447">
                        <c:v>0</c:v>
                      </c:pt>
                      <c:pt idx="448">
                        <c:v>0</c:v>
                      </c:pt>
                      <c:pt idx="449">
                        <c:v>0</c:v>
                      </c:pt>
                      <c:pt idx="450">
                        <c:v>1</c:v>
                      </c:pt>
                      <c:pt idx="451">
                        <c:v>1</c:v>
                      </c:pt>
                      <c:pt idx="452">
                        <c:v>1</c:v>
                      </c:pt>
                      <c:pt idx="453">
                        <c:v>0</c:v>
                      </c:pt>
                      <c:pt idx="454">
                        <c:v>0</c:v>
                      </c:pt>
                      <c:pt idx="455">
                        <c:v>0</c:v>
                      </c:pt>
                      <c:pt idx="456">
                        <c:v>0</c:v>
                      </c:pt>
                      <c:pt idx="457">
                        <c:v>0</c:v>
                      </c:pt>
                      <c:pt idx="458">
                        <c:v>0</c:v>
                      </c:pt>
                      <c:pt idx="459">
                        <c:v>0</c:v>
                      </c:pt>
                      <c:pt idx="460">
                        <c:v>0</c:v>
                      </c:pt>
                      <c:pt idx="461">
                        <c:v>0</c:v>
                      </c:pt>
                      <c:pt idx="462">
                        <c:v>0</c:v>
                      </c:pt>
                      <c:pt idx="463">
                        <c:v>0</c:v>
                      </c:pt>
                      <c:pt idx="464">
                        <c:v>0</c:v>
                      </c:pt>
                      <c:pt idx="465">
                        <c:v>0</c:v>
                      </c:pt>
                      <c:pt idx="466">
                        <c:v>0</c:v>
                      </c:pt>
                      <c:pt idx="467">
                        <c:v>1</c:v>
                      </c:pt>
                      <c:pt idx="468">
                        <c:v>0</c:v>
                      </c:pt>
                      <c:pt idx="469">
                        <c:v>0</c:v>
                      </c:pt>
                      <c:pt idx="470">
                        <c:v>0</c:v>
                      </c:pt>
                      <c:pt idx="471">
                        <c:v>0</c:v>
                      </c:pt>
                      <c:pt idx="472">
                        <c:v>0</c:v>
                      </c:pt>
                      <c:pt idx="473">
                        <c:v>0</c:v>
                      </c:pt>
                      <c:pt idx="474">
                        <c:v>0</c:v>
                      </c:pt>
                      <c:pt idx="475">
                        <c:v>0</c:v>
                      </c:pt>
                      <c:pt idx="476">
                        <c:v>1</c:v>
                      </c:pt>
                      <c:pt idx="477">
                        <c:v>0</c:v>
                      </c:pt>
                      <c:pt idx="478">
                        <c:v>0</c:v>
                      </c:pt>
                      <c:pt idx="479">
                        <c:v>0</c:v>
                      </c:pt>
                      <c:pt idx="480">
                        <c:v>0</c:v>
                      </c:pt>
                      <c:pt idx="481">
                        <c:v>0</c:v>
                      </c:pt>
                      <c:pt idx="482">
                        <c:v>0</c:v>
                      </c:pt>
                      <c:pt idx="483">
                        <c:v>0</c:v>
                      </c:pt>
                      <c:pt idx="484">
                        <c:v>0</c:v>
                      </c:pt>
                      <c:pt idx="485">
                        <c:v>0</c:v>
                      </c:pt>
                      <c:pt idx="486">
                        <c:v>0</c:v>
                      </c:pt>
                      <c:pt idx="487">
                        <c:v>0</c:v>
                      </c:pt>
                      <c:pt idx="488">
                        <c:v>0</c:v>
                      </c:pt>
                      <c:pt idx="489">
                        <c:v>0</c:v>
                      </c:pt>
                      <c:pt idx="490">
                        <c:v>0</c:v>
                      </c:pt>
                      <c:pt idx="491">
                        <c:v>0</c:v>
                      </c:pt>
                      <c:pt idx="492">
                        <c:v>0</c:v>
                      </c:pt>
                      <c:pt idx="493">
                        <c:v>0</c:v>
                      </c:pt>
                      <c:pt idx="494">
                        <c:v>0</c:v>
                      </c:pt>
                      <c:pt idx="495">
                        <c:v>0</c:v>
                      </c:pt>
                      <c:pt idx="496">
                        <c:v>0</c:v>
                      </c:pt>
                      <c:pt idx="497">
                        <c:v>0</c:v>
                      </c:pt>
                      <c:pt idx="498">
                        <c:v>0</c:v>
                      </c:pt>
                      <c:pt idx="499">
                        <c:v>0</c:v>
                      </c:pt>
                      <c:pt idx="500">
                        <c:v>0</c:v>
                      </c:pt>
                      <c:pt idx="501">
                        <c:v>0</c:v>
                      </c:pt>
                      <c:pt idx="502">
                        <c:v>0</c:v>
                      </c:pt>
                      <c:pt idx="503">
                        <c:v>0</c:v>
                      </c:pt>
                      <c:pt idx="504">
                        <c:v>0</c:v>
                      </c:pt>
                      <c:pt idx="505">
                        <c:v>1</c:v>
                      </c:pt>
                      <c:pt idx="506">
                        <c:v>0</c:v>
                      </c:pt>
                      <c:pt idx="507">
                        <c:v>0</c:v>
                      </c:pt>
                      <c:pt idx="508">
                        <c:v>0</c:v>
                      </c:pt>
                      <c:pt idx="509">
                        <c:v>0</c:v>
                      </c:pt>
                      <c:pt idx="510">
                        <c:v>0</c:v>
                      </c:pt>
                      <c:pt idx="511">
                        <c:v>0</c:v>
                      </c:pt>
                      <c:pt idx="512">
                        <c:v>0</c:v>
                      </c:pt>
                      <c:pt idx="513">
                        <c:v>0</c:v>
                      </c:pt>
                      <c:pt idx="514">
                        <c:v>0</c:v>
                      </c:pt>
                      <c:pt idx="515">
                        <c:v>0</c:v>
                      </c:pt>
                      <c:pt idx="516">
                        <c:v>0</c:v>
                      </c:pt>
                      <c:pt idx="517">
                        <c:v>0</c:v>
                      </c:pt>
                      <c:pt idx="518">
                        <c:v>0</c:v>
                      </c:pt>
                      <c:pt idx="519">
                        <c:v>0</c:v>
                      </c:pt>
                      <c:pt idx="520">
                        <c:v>0</c:v>
                      </c:pt>
                      <c:pt idx="521">
                        <c:v>0</c:v>
                      </c:pt>
                      <c:pt idx="522">
                        <c:v>0</c:v>
                      </c:pt>
                      <c:pt idx="523">
                        <c:v>0</c:v>
                      </c:pt>
                      <c:pt idx="524">
                        <c:v>0</c:v>
                      </c:pt>
                      <c:pt idx="525">
                        <c:v>0</c:v>
                      </c:pt>
                      <c:pt idx="526">
                        <c:v>0</c:v>
                      </c:pt>
                      <c:pt idx="527">
                        <c:v>0</c:v>
                      </c:pt>
                      <c:pt idx="528">
                        <c:v>0</c:v>
                      </c:pt>
                      <c:pt idx="529">
                        <c:v>0</c:v>
                      </c:pt>
                      <c:pt idx="530">
                        <c:v>0</c:v>
                      </c:pt>
                      <c:pt idx="531">
                        <c:v>0</c:v>
                      </c:pt>
                      <c:pt idx="532">
                        <c:v>0</c:v>
                      </c:pt>
                      <c:pt idx="533">
                        <c:v>0</c:v>
                      </c:pt>
                      <c:pt idx="534">
                        <c:v>0</c:v>
                      </c:pt>
                      <c:pt idx="535">
                        <c:v>0</c:v>
                      </c:pt>
                      <c:pt idx="536">
                        <c:v>0</c:v>
                      </c:pt>
                      <c:pt idx="537">
                        <c:v>0</c:v>
                      </c:pt>
                      <c:pt idx="538">
                        <c:v>0</c:v>
                      </c:pt>
                      <c:pt idx="539">
                        <c:v>0</c:v>
                      </c:pt>
                      <c:pt idx="540">
                        <c:v>0</c:v>
                      </c:pt>
                      <c:pt idx="541">
                        <c:v>0</c:v>
                      </c:pt>
                      <c:pt idx="542">
                        <c:v>0</c:v>
                      </c:pt>
                      <c:pt idx="543">
                        <c:v>0</c:v>
                      </c:pt>
                      <c:pt idx="544">
                        <c:v>0</c:v>
                      </c:pt>
                      <c:pt idx="545">
                        <c:v>0</c:v>
                      </c:pt>
                      <c:pt idx="546">
                        <c:v>0</c:v>
                      </c:pt>
                      <c:pt idx="547">
                        <c:v>0</c:v>
                      </c:pt>
                      <c:pt idx="548">
                        <c:v>0</c:v>
                      </c:pt>
                      <c:pt idx="549">
                        <c:v>0</c:v>
                      </c:pt>
                      <c:pt idx="550">
                        <c:v>0</c:v>
                      </c:pt>
                      <c:pt idx="551">
                        <c:v>0</c:v>
                      </c:pt>
                      <c:pt idx="552">
                        <c:v>0</c:v>
                      </c:pt>
                      <c:pt idx="553">
                        <c:v>0</c:v>
                      </c:pt>
                      <c:pt idx="554">
                        <c:v>0</c:v>
                      </c:pt>
                      <c:pt idx="555">
                        <c:v>0</c:v>
                      </c:pt>
                      <c:pt idx="556">
                        <c:v>0</c:v>
                      </c:pt>
                      <c:pt idx="557">
                        <c:v>0</c:v>
                      </c:pt>
                      <c:pt idx="558">
                        <c:v>0</c:v>
                      </c:pt>
                      <c:pt idx="559">
                        <c:v>0</c:v>
                      </c:pt>
                      <c:pt idx="560">
                        <c:v>1</c:v>
                      </c:pt>
                      <c:pt idx="561">
                        <c:v>0</c:v>
                      </c:pt>
                      <c:pt idx="562">
                        <c:v>0</c:v>
                      </c:pt>
                      <c:pt idx="563">
                        <c:v>1</c:v>
                      </c:pt>
                      <c:pt idx="564">
                        <c:v>0</c:v>
                      </c:pt>
                      <c:pt idx="565">
                        <c:v>0</c:v>
                      </c:pt>
                      <c:pt idx="566">
                        <c:v>0</c:v>
                      </c:pt>
                      <c:pt idx="567">
                        <c:v>0</c:v>
                      </c:pt>
                      <c:pt idx="568">
                        <c:v>0</c:v>
                      </c:pt>
                      <c:pt idx="569">
                        <c:v>0</c:v>
                      </c:pt>
                      <c:pt idx="570">
                        <c:v>0</c:v>
                      </c:pt>
                      <c:pt idx="571">
                        <c:v>0</c:v>
                      </c:pt>
                      <c:pt idx="572">
                        <c:v>1</c:v>
                      </c:pt>
                      <c:pt idx="573">
                        <c:v>1</c:v>
                      </c:pt>
                      <c:pt idx="574">
                        <c:v>0</c:v>
                      </c:pt>
                      <c:pt idx="575">
                        <c:v>0</c:v>
                      </c:pt>
                      <c:pt idx="576">
                        <c:v>0</c:v>
                      </c:pt>
                      <c:pt idx="577">
                        <c:v>0</c:v>
                      </c:pt>
                      <c:pt idx="578">
                        <c:v>0</c:v>
                      </c:pt>
                      <c:pt idx="579">
                        <c:v>0</c:v>
                      </c:pt>
                      <c:pt idx="580">
                        <c:v>0</c:v>
                      </c:pt>
                      <c:pt idx="581">
                        <c:v>0</c:v>
                      </c:pt>
                      <c:pt idx="582">
                        <c:v>0</c:v>
                      </c:pt>
                      <c:pt idx="583">
                        <c:v>0</c:v>
                      </c:pt>
                      <c:pt idx="584">
                        <c:v>0</c:v>
                      </c:pt>
                      <c:pt idx="585">
                        <c:v>0</c:v>
                      </c:pt>
                      <c:pt idx="586">
                        <c:v>0</c:v>
                      </c:pt>
                      <c:pt idx="587">
                        <c:v>0</c:v>
                      </c:pt>
                      <c:pt idx="588">
                        <c:v>0</c:v>
                      </c:pt>
                      <c:pt idx="589">
                        <c:v>0</c:v>
                      </c:pt>
                      <c:pt idx="590">
                        <c:v>0</c:v>
                      </c:pt>
                      <c:pt idx="591">
                        <c:v>0</c:v>
                      </c:pt>
                      <c:pt idx="592">
                        <c:v>0</c:v>
                      </c:pt>
                      <c:pt idx="593">
                        <c:v>0</c:v>
                      </c:pt>
                      <c:pt idx="594">
                        <c:v>1</c:v>
                      </c:pt>
                      <c:pt idx="595">
                        <c:v>0</c:v>
                      </c:pt>
                      <c:pt idx="596">
                        <c:v>0</c:v>
                      </c:pt>
                      <c:pt idx="597">
                        <c:v>0</c:v>
                      </c:pt>
                      <c:pt idx="598">
                        <c:v>0</c:v>
                      </c:pt>
                      <c:pt idx="599">
                        <c:v>0</c:v>
                      </c:pt>
                      <c:pt idx="600">
                        <c:v>0</c:v>
                      </c:pt>
                      <c:pt idx="601">
                        <c:v>0</c:v>
                      </c:pt>
                      <c:pt idx="602">
                        <c:v>0</c:v>
                      </c:pt>
                      <c:pt idx="603">
                        <c:v>1</c:v>
                      </c:pt>
                      <c:pt idx="604">
                        <c:v>0</c:v>
                      </c:pt>
                      <c:pt idx="605">
                        <c:v>0</c:v>
                      </c:pt>
                      <c:pt idx="606">
                        <c:v>0</c:v>
                      </c:pt>
                      <c:pt idx="607">
                        <c:v>0</c:v>
                      </c:pt>
                      <c:pt idx="608">
                        <c:v>0</c:v>
                      </c:pt>
                      <c:pt idx="609">
                        <c:v>0</c:v>
                      </c:pt>
                      <c:pt idx="610">
                        <c:v>0</c:v>
                      </c:pt>
                      <c:pt idx="611">
                        <c:v>0</c:v>
                      </c:pt>
                      <c:pt idx="612">
                        <c:v>0</c:v>
                      </c:pt>
                      <c:pt idx="613">
                        <c:v>0</c:v>
                      </c:pt>
                      <c:pt idx="614">
                        <c:v>0</c:v>
                      </c:pt>
                      <c:pt idx="615">
                        <c:v>0</c:v>
                      </c:pt>
                      <c:pt idx="616">
                        <c:v>1</c:v>
                      </c:pt>
                      <c:pt idx="617">
                        <c:v>1</c:v>
                      </c:pt>
                      <c:pt idx="618">
                        <c:v>0</c:v>
                      </c:pt>
                      <c:pt idx="619">
                        <c:v>0</c:v>
                      </c:pt>
                      <c:pt idx="620">
                        <c:v>0</c:v>
                      </c:pt>
                      <c:pt idx="621">
                        <c:v>0</c:v>
                      </c:pt>
                      <c:pt idx="622">
                        <c:v>0</c:v>
                      </c:pt>
                      <c:pt idx="623">
                        <c:v>0</c:v>
                      </c:pt>
                      <c:pt idx="624">
                        <c:v>0</c:v>
                      </c:pt>
                      <c:pt idx="625">
                        <c:v>1</c:v>
                      </c:pt>
                      <c:pt idx="626">
                        <c:v>0</c:v>
                      </c:pt>
                      <c:pt idx="627">
                        <c:v>0</c:v>
                      </c:pt>
                      <c:pt idx="628">
                        <c:v>0</c:v>
                      </c:pt>
                      <c:pt idx="629">
                        <c:v>0</c:v>
                      </c:pt>
                      <c:pt idx="630">
                        <c:v>0</c:v>
                      </c:pt>
                      <c:pt idx="631">
                        <c:v>0</c:v>
                      </c:pt>
                      <c:pt idx="632">
                        <c:v>0</c:v>
                      </c:pt>
                      <c:pt idx="633">
                        <c:v>0</c:v>
                      </c:pt>
                      <c:pt idx="634">
                        <c:v>0</c:v>
                      </c:pt>
                      <c:pt idx="635">
                        <c:v>0</c:v>
                      </c:pt>
                      <c:pt idx="636">
                        <c:v>1</c:v>
                      </c:pt>
                      <c:pt idx="637">
                        <c:v>0</c:v>
                      </c:pt>
                      <c:pt idx="638">
                        <c:v>0</c:v>
                      </c:pt>
                      <c:pt idx="639">
                        <c:v>0</c:v>
                      </c:pt>
                      <c:pt idx="640">
                        <c:v>0</c:v>
                      </c:pt>
                      <c:pt idx="641">
                        <c:v>0</c:v>
                      </c:pt>
                      <c:pt idx="642">
                        <c:v>0</c:v>
                      </c:pt>
                      <c:pt idx="643">
                        <c:v>0</c:v>
                      </c:pt>
                      <c:pt idx="644">
                        <c:v>0</c:v>
                      </c:pt>
                      <c:pt idx="645">
                        <c:v>0</c:v>
                      </c:pt>
                      <c:pt idx="646">
                        <c:v>0</c:v>
                      </c:pt>
                      <c:pt idx="647">
                        <c:v>0</c:v>
                      </c:pt>
                      <c:pt idx="648">
                        <c:v>0</c:v>
                      </c:pt>
                      <c:pt idx="649">
                        <c:v>0</c:v>
                      </c:pt>
                      <c:pt idx="650">
                        <c:v>0</c:v>
                      </c:pt>
                      <c:pt idx="651">
                        <c:v>0</c:v>
                      </c:pt>
                      <c:pt idx="652">
                        <c:v>0</c:v>
                      </c:pt>
                      <c:pt idx="653">
                        <c:v>0</c:v>
                      </c:pt>
                      <c:pt idx="654">
                        <c:v>0</c:v>
                      </c:pt>
                      <c:pt idx="655">
                        <c:v>0</c:v>
                      </c:pt>
                      <c:pt idx="656">
                        <c:v>0</c:v>
                      </c:pt>
                      <c:pt idx="657">
                        <c:v>0</c:v>
                      </c:pt>
                      <c:pt idx="658">
                        <c:v>0</c:v>
                      </c:pt>
                      <c:pt idx="659">
                        <c:v>0</c:v>
                      </c:pt>
                      <c:pt idx="660">
                        <c:v>0</c:v>
                      </c:pt>
                      <c:pt idx="661">
                        <c:v>0</c:v>
                      </c:pt>
                      <c:pt idx="662">
                        <c:v>0</c:v>
                      </c:pt>
                      <c:pt idx="663">
                        <c:v>0</c:v>
                      </c:pt>
                      <c:pt idx="664">
                        <c:v>0</c:v>
                      </c:pt>
                      <c:pt idx="665">
                        <c:v>0</c:v>
                      </c:pt>
                      <c:pt idx="666">
                        <c:v>0</c:v>
                      </c:pt>
                      <c:pt idx="667">
                        <c:v>0</c:v>
                      </c:pt>
                      <c:pt idx="668">
                        <c:v>0</c:v>
                      </c:pt>
                      <c:pt idx="669">
                        <c:v>0</c:v>
                      </c:pt>
                      <c:pt idx="670">
                        <c:v>0</c:v>
                      </c:pt>
                      <c:pt idx="671">
                        <c:v>0</c:v>
                      </c:pt>
                      <c:pt idx="672">
                        <c:v>0</c:v>
                      </c:pt>
                      <c:pt idx="673">
                        <c:v>0</c:v>
                      </c:pt>
                      <c:pt idx="674">
                        <c:v>0</c:v>
                      </c:pt>
                      <c:pt idx="675">
                        <c:v>0</c:v>
                      </c:pt>
                      <c:pt idx="676">
                        <c:v>0</c:v>
                      </c:pt>
                      <c:pt idx="677">
                        <c:v>0</c:v>
                      </c:pt>
                      <c:pt idx="678">
                        <c:v>1</c:v>
                      </c:pt>
                      <c:pt idx="679">
                        <c:v>0</c:v>
                      </c:pt>
                      <c:pt idx="680">
                        <c:v>0</c:v>
                      </c:pt>
                      <c:pt idx="681">
                        <c:v>0</c:v>
                      </c:pt>
                      <c:pt idx="682">
                        <c:v>0</c:v>
                      </c:pt>
                      <c:pt idx="683">
                        <c:v>0</c:v>
                      </c:pt>
                      <c:pt idx="684">
                        <c:v>0</c:v>
                      </c:pt>
                      <c:pt idx="685">
                        <c:v>0</c:v>
                      </c:pt>
                      <c:pt idx="686">
                        <c:v>0</c:v>
                      </c:pt>
                      <c:pt idx="687">
                        <c:v>1</c:v>
                      </c:pt>
                      <c:pt idx="688">
                        <c:v>0</c:v>
                      </c:pt>
                      <c:pt idx="689">
                        <c:v>0</c:v>
                      </c:pt>
                      <c:pt idx="690">
                        <c:v>0</c:v>
                      </c:pt>
                      <c:pt idx="691">
                        <c:v>1</c:v>
                      </c:pt>
                      <c:pt idx="692">
                        <c:v>1</c:v>
                      </c:pt>
                      <c:pt idx="693">
                        <c:v>0</c:v>
                      </c:pt>
                      <c:pt idx="694">
                        <c:v>0</c:v>
                      </c:pt>
                      <c:pt idx="695">
                        <c:v>0</c:v>
                      </c:pt>
                      <c:pt idx="696">
                        <c:v>0</c:v>
                      </c:pt>
                      <c:pt idx="697">
                        <c:v>0</c:v>
                      </c:pt>
                      <c:pt idx="698">
                        <c:v>0</c:v>
                      </c:pt>
                      <c:pt idx="699">
                        <c:v>0</c:v>
                      </c:pt>
                      <c:pt idx="700">
                        <c:v>0</c:v>
                      </c:pt>
                      <c:pt idx="701">
                        <c:v>0</c:v>
                      </c:pt>
                      <c:pt idx="702">
                        <c:v>0</c:v>
                      </c:pt>
                      <c:pt idx="703">
                        <c:v>0</c:v>
                      </c:pt>
                      <c:pt idx="704">
                        <c:v>0</c:v>
                      </c:pt>
                      <c:pt idx="705">
                        <c:v>0</c:v>
                      </c:pt>
                      <c:pt idx="706">
                        <c:v>0</c:v>
                      </c:pt>
                      <c:pt idx="707">
                        <c:v>0</c:v>
                      </c:pt>
                      <c:pt idx="708">
                        <c:v>0</c:v>
                      </c:pt>
                      <c:pt idx="709">
                        <c:v>0</c:v>
                      </c:pt>
                      <c:pt idx="710">
                        <c:v>0</c:v>
                      </c:pt>
                      <c:pt idx="711">
                        <c:v>0</c:v>
                      </c:pt>
                      <c:pt idx="712">
                        <c:v>0</c:v>
                      </c:pt>
                      <c:pt idx="713">
                        <c:v>0</c:v>
                      </c:pt>
                      <c:pt idx="714">
                        <c:v>0</c:v>
                      </c:pt>
                      <c:pt idx="715">
                        <c:v>0</c:v>
                      </c:pt>
                      <c:pt idx="716">
                        <c:v>0</c:v>
                      </c:pt>
                      <c:pt idx="717">
                        <c:v>1</c:v>
                      </c:pt>
                      <c:pt idx="718">
                        <c:v>1</c:v>
                      </c:pt>
                      <c:pt idx="719">
                        <c:v>0</c:v>
                      </c:pt>
                      <c:pt idx="720">
                        <c:v>0</c:v>
                      </c:pt>
                      <c:pt idx="721">
                        <c:v>0</c:v>
                      </c:pt>
                      <c:pt idx="722">
                        <c:v>0</c:v>
                      </c:pt>
                      <c:pt idx="723">
                        <c:v>0</c:v>
                      </c:pt>
                      <c:pt idx="724">
                        <c:v>0</c:v>
                      </c:pt>
                      <c:pt idx="725">
                        <c:v>0</c:v>
                      </c:pt>
                      <c:pt idx="726">
                        <c:v>0</c:v>
                      </c:pt>
                      <c:pt idx="727">
                        <c:v>0</c:v>
                      </c:pt>
                      <c:pt idx="728">
                        <c:v>1</c:v>
                      </c:pt>
                      <c:pt idx="729">
                        <c:v>0</c:v>
                      </c:pt>
                      <c:pt idx="730">
                        <c:v>0</c:v>
                      </c:pt>
                      <c:pt idx="731">
                        <c:v>0</c:v>
                      </c:pt>
                      <c:pt idx="732">
                        <c:v>0</c:v>
                      </c:pt>
                      <c:pt idx="733">
                        <c:v>0</c:v>
                      </c:pt>
                      <c:pt idx="734">
                        <c:v>0</c:v>
                      </c:pt>
                      <c:pt idx="735">
                        <c:v>0</c:v>
                      </c:pt>
                      <c:pt idx="736">
                        <c:v>1</c:v>
                      </c:pt>
                      <c:pt idx="737">
                        <c:v>0</c:v>
                      </c:pt>
                      <c:pt idx="738">
                        <c:v>0</c:v>
                      </c:pt>
                      <c:pt idx="739">
                        <c:v>0</c:v>
                      </c:pt>
                      <c:pt idx="740">
                        <c:v>0</c:v>
                      </c:pt>
                      <c:pt idx="741">
                        <c:v>0</c:v>
                      </c:pt>
                      <c:pt idx="742">
                        <c:v>0</c:v>
                      </c:pt>
                      <c:pt idx="743">
                        <c:v>0</c:v>
                      </c:pt>
                      <c:pt idx="744">
                        <c:v>1</c:v>
                      </c:pt>
                      <c:pt idx="745">
                        <c:v>0</c:v>
                      </c:pt>
                      <c:pt idx="746">
                        <c:v>0</c:v>
                      </c:pt>
                      <c:pt idx="747">
                        <c:v>0</c:v>
                      </c:pt>
                      <c:pt idx="748">
                        <c:v>0</c:v>
                      </c:pt>
                      <c:pt idx="749">
                        <c:v>0</c:v>
                      </c:pt>
                      <c:pt idx="750">
                        <c:v>0</c:v>
                      </c:pt>
                      <c:pt idx="751">
                        <c:v>0</c:v>
                      </c:pt>
                      <c:pt idx="752">
                        <c:v>1</c:v>
                      </c:pt>
                      <c:pt idx="753">
                        <c:v>1</c:v>
                      </c:pt>
                      <c:pt idx="754">
                        <c:v>0</c:v>
                      </c:pt>
                      <c:pt idx="755">
                        <c:v>0</c:v>
                      </c:pt>
                      <c:pt idx="756">
                        <c:v>0</c:v>
                      </c:pt>
                      <c:pt idx="757">
                        <c:v>0</c:v>
                      </c:pt>
                      <c:pt idx="758">
                        <c:v>0</c:v>
                      </c:pt>
                      <c:pt idx="759">
                        <c:v>0</c:v>
                      </c:pt>
                      <c:pt idx="760">
                        <c:v>1</c:v>
                      </c:pt>
                      <c:pt idx="761">
                        <c:v>0</c:v>
                      </c:pt>
                      <c:pt idx="762">
                        <c:v>0</c:v>
                      </c:pt>
                      <c:pt idx="763">
                        <c:v>0</c:v>
                      </c:pt>
                      <c:pt idx="764">
                        <c:v>0</c:v>
                      </c:pt>
                      <c:pt idx="765">
                        <c:v>0</c:v>
                      </c:pt>
                      <c:pt idx="766">
                        <c:v>0</c:v>
                      </c:pt>
                      <c:pt idx="767">
                        <c:v>0</c:v>
                      </c:pt>
                      <c:pt idx="768">
                        <c:v>0</c:v>
                      </c:pt>
                      <c:pt idx="769">
                        <c:v>0</c:v>
                      </c:pt>
                      <c:pt idx="770">
                        <c:v>0</c:v>
                      </c:pt>
                      <c:pt idx="771">
                        <c:v>0</c:v>
                      </c:pt>
                      <c:pt idx="772">
                        <c:v>0</c:v>
                      </c:pt>
                      <c:pt idx="773">
                        <c:v>0</c:v>
                      </c:pt>
                      <c:pt idx="774">
                        <c:v>0</c:v>
                      </c:pt>
                      <c:pt idx="775">
                        <c:v>0</c:v>
                      </c:pt>
                      <c:pt idx="776">
                        <c:v>0</c:v>
                      </c:pt>
                      <c:pt idx="777">
                        <c:v>0</c:v>
                      </c:pt>
                      <c:pt idx="778">
                        <c:v>0</c:v>
                      </c:pt>
                      <c:pt idx="779">
                        <c:v>0</c:v>
                      </c:pt>
                      <c:pt idx="780">
                        <c:v>0</c:v>
                      </c:pt>
                      <c:pt idx="781">
                        <c:v>0</c:v>
                      </c:pt>
                      <c:pt idx="782">
                        <c:v>0</c:v>
                      </c:pt>
                      <c:pt idx="783">
                        <c:v>0</c:v>
                      </c:pt>
                      <c:pt idx="784">
                        <c:v>0</c:v>
                      </c:pt>
                      <c:pt idx="785">
                        <c:v>0</c:v>
                      </c:pt>
                      <c:pt idx="786">
                        <c:v>0</c:v>
                      </c:pt>
                      <c:pt idx="787">
                        <c:v>0</c:v>
                      </c:pt>
                      <c:pt idx="788">
                        <c:v>0</c:v>
                      </c:pt>
                      <c:pt idx="789">
                        <c:v>0</c:v>
                      </c:pt>
                      <c:pt idx="790">
                        <c:v>1</c:v>
                      </c:pt>
                      <c:pt idx="791">
                        <c:v>0</c:v>
                      </c:pt>
                      <c:pt idx="792">
                        <c:v>0</c:v>
                      </c:pt>
                      <c:pt idx="793">
                        <c:v>0</c:v>
                      </c:pt>
                      <c:pt idx="794">
                        <c:v>0</c:v>
                      </c:pt>
                      <c:pt idx="795">
                        <c:v>0</c:v>
                      </c:pt>
                      <c:pt idx="796">
                        <c:v>0</c:v>
                      </c:pt>
                      <c:pt idx="797">
                        <c:v>0</c:v>
                      </c:pt>
                      <c:pt idx="798">
                        <c:v>0</c:v>
                      </c:pt>
                      <c:pt idx="799">
                        <c:v>0</c:v>
                      </c:pt>
                      <c:pt idx="800">
                        <c:v>0</c:v>
                      </c:pt>
                      <c:pt idx="801">
                        <c:v>0</c:v>
                      </c:pt>
                      <c:pt idx="802">
                        <c:v>0</c:v>
                      </c:pt>
                      <c:pt idx="803">
                        <c:v>0</c:v>
                      </c:pt>
                      <c:pt idx="804">
                        <c:v>0</c:v>
                      </c:pt>
                      <c:pt idx="805">
                        <c:v>1</c:v>
                      </c:pt>
                      <c:pt idx="806">
                        <c:v>0</c:v>
                      </c:pt>
                      <c:pt idx="807">
                        <c:v>1</c:v>
                      </c:pt>
                      <c:pt idx="808">
                        <c:v>0</c:v>
                      </c:pt>
                      <c:pt idx="809">
                        <c:v>0</c:v>
                      </c:pt>
                      <c:pt idx="810">
                        <c:v>0</c:v>
                      </c:pt>
                      <c:pt idx="811">
                        <c:v>0</c:v>
                      </c:pt>
                      <c:pt idx="812">
                        <c:v>0</c:v>
                      </c:pt>
                      <c:pt idx="813">
                        <c:v>0</c:v>
                      </c:pt>
                      <c:pt idx="814">
                        <c:v>0</c:v>
                      </c:pt>
                      <c:pt idx="815">
                        <c:v>0</c:v>
                      </c:pt>
                      <c:pt idx="816">
                        <c:v>0</c:v>
                      </c:pt>
                      <c:pt idx="817">
                        <c:v>1</c:v>
                      </c:pt>
                      <c:pt idx="818">
                        <c:v>1</c:v>
                      </c:pt>
                      <c:pt idx="819">
                        <c:v>0</c:v>
                      </c:pt>
                      <c:pt idx="820">
                        <c:v>0</c:v>
                      </c:pt>
                      <c:pt idx="821">
                        <c:v>0</c:v>
                      </c:pt>
                      <c:pt idx="822">
                        <c:v>0</c:v>
                      </c:pt>
                      <c:pt idx="823">
                        <c:v>0</c:v>
                      </c:pt>
                      <c:pt idx="824">
                        <c:v>1</c:v>
                      </c:pt>
                      <c:pt idx="825">
                        <c:v>1</c:v>
                      </c:pt>
                      <c:pt idx="826">
                        <c:v>1</c:v>
                      </c:pt>
                      <c:pt idx="827">
                        <c:v>0</c:v>
                      </c:pt>
                      <c:pt idx="828">
                        <c:v>0</c:v>
                      </c:pt>
                      <c:pt idx="829">
                        <c:v>0</c:v>
                      </c:pt>
                      <c:pt idx="830">
                        <c:v>0</c:v>
                      </c:pt>
                      <c:pt idx="831">
                        <c:v>0</c:v>
                      </c:pt>
                      <c:pt idx="832">
                        <c:v>0</c:v>
                      </c:pt>
                      <c:pt idx="833">
                        <c:v>0</c:v>
                      </c:pt>
                      <c:pt idx="834">
                        <c:v>0</c:v>
                      </c:pt>
                      <c:pt idx="835">
                        <c:v>0</c:v>
                      </c:pt>
                      <c:pt idx="836">
                        <c:v>1</c:v>
                      </c:pt>
                      <c:pt idx="837">
                        <c:v>0</c:v>
                      </c:pt>
                      <c:pt idx="838">
                        <c:v>0</c:v>
                      </c:pt>
                      <c:pt idx="839">
                        <c:v>0</c:v>
                      </c:pt>
                      <c:pt idx="840">
                        <c:v>0</c:v>
                      </c:pt>
                      <c:pt idx="841">
                        <c:v>0</c:v>
                      </c:pt>
                      <c:pt idx="842">
                        <c:v>0</c:v>
                      </c:pt>
                      <c:pt idx="843">
                        <c:v>0</c:v>
                      </c:pt>
                      <c:pt idx="844">
                        <c:v>0</c:v>
                      </c:pt>
                      <c:pt idx="845">
                        <c:v>0</c:v>
                      </c:pt>
                      <c:pt idx="846">
                        <c:v>0</c:v>
                      </c:pt>
                      <c:pt idx="847">
                        <c:v>0</c:v>
                      </c:pt>
                      <c:pt idx="848">
                        <c:v>0</c:v>
                      </c:pt>
                      <c:pt idx="849">
                        <c:v>0</c:v>
                      </c:pt>
                      <c:pt idx="850">
                        <c:v>0</c:v>
                      </c:pt>
                      <c:pt idx="851">
                        <c:v>0</c:v>
                      </c:pt>
                      <c:pt idx="852">
                        <c:v>0</c:v>
                      </c:pt>
                      <c:pt idx="853">
                        <c:v>0</c:v>
                      </c:pt>
                      <c:pt idx="854">
                        <c:v>0</c:v>
                      </c:pt>
                      <c:pt idx="855">
                        <c:v>0</c:v>
                      </c:pt>
                      <c:pt idx="856">
                        <c:v>0</c:v>
                      </c:pt>
                      <c:pt idx="857">
                        <c:v>0</c:v>
                      </c:pt>
                      <c:pt idx="858">
                        <c:v>1</c:v>
                      </c:pt>
                      <c:pt idx="859">
                        <c:v>0</c:v>
                      </c:pt>
                      <c:pt idx="860">
                        <c:v>0</c:v>
                      </c:pt>
                      <c:pt idx="861">
                        <c:v>0</c:v>
                      </c:pt>
                      <c:pt idx="862">
                        <c:v>0</c:v>
                      </c:pt>
                      <c:pt idx="863">
                        <c:v>0</c:v>
                      </c:pt>
                      <c:pt idx="864">
                        <c:v>0</c:v>
                      </c:pt>
                      <c:pt idx="865">
                        <c:v>0</c:v>
                      </c:pt>
                      <c:pt idx="866">
                        <c:v>0</c:v>
                      </c:pt>
                      <c:pt idx="867">
                        <c:v>1</c:v>
                      </c:pt>
                      <c:pt idx="868">
                        <c:v>0</c:v>
                      </c:pt>
                      <c:pt idx="869">
                        <c:v>0</c:v>
                      </c:pt>
                      <c:pt idx="870">
                        <c:v>0</c:v>
                      </c:pt>
                      <c:pt idx="871">
                        <c:v>0</c:v>
                      </c:pt>
                      <c:pt idx="872">
                        <c:v>0</c:v>
                      </c:pt>
                      <c:pt idx="873">
                        <c:v>0</c:v>
                      </c:pt>
                      <c:pt idx="874">
                        <c:v>0</c:v>
                      </c:pt>
                      <c:pt idx="875">
                        <c:v>0</c:v>
                      </c:pt>
                      <c:pt idx="876">
                        <c:v>0</c:v>
                      </c:pt>
                      <c:pt idx="877">
                        <c:v>0</c:v>
                      </c:pt>
                      <c:pt idx="878">
                        <c:v>0</c:v>
                      </c:pt>
                      <c:pt idx="879">
                        <c:v>0</c:v>
                      </c:pt>
                      <c:pt idx="880">
                        <c:v>1</c:v>
                      </c:pt>
                      <c:pt idx="881">
                        <c:v>1</c:v>
                      </c:pt>
                      <c:pt idx="882">
                        <c:v>0</c:v>
                      </c:pt>
                      <c:pt idx="883">
                        <c:v>0</c:v>
                      </c:pt>
                      <c:pt idx="884">
                        <c:v>0</c:v>
                      </c:pt>
                      <c:pt idx="885">
                        <c:v>0</c:v>
                      </c:pt>
                      <c:pt idx="886">
                        <c:v>1</c:v>
                      </c:pt>
                      <c:pt idx="887">
                        <c:v>0</c:v>
                      </c:pt>
                      <c:pt idx="888">
                        <c:v>0</c:v>
                      </c:pt>
                      <c:pt idx="889">
                        <c:v>0</c:v>
                      </c:pt>
                      <c:pt idx="890">
                        <c:v>0</c:v>
                      </c:pt>
                      <c:pt idx="891">
                        <c:v>0</c:v>
                      </c:pt>
                      <c:pt idx="892">
                        <c:v>0</c:v>
                      </c:pt>
                      <c:pt idx="893">
                        <c:v>0</c:v>
                      </c:pt>
                      <c:pt idx="894">
                        <c:v>0</c:v>
                      </c:pt>
                      <c:pt idx="895">
                        <c:v>1</c:v>
                      </c:pt>
                      <c:pt idx="896">
                        <c:v>1</c:v>
                      </c:pt>
                      <c:pt idx="897">
                        <c:v>0</c:v>
                      </c:pt>
                      <c:pt idx="898">
                        <c:v>0</c:v>
                      </c:pt>
                      <c:pt idx="899">
                        <c:v>0</c:v>
                      </c:pt>
                      <c:pt idx="900">
                        <c:v>0</c:v>
                      </c:pt>
                      <c:pt idx="901">
                        <c:v>0</c:v>
                      </c:pt>
                      <c:pt idx="902">
                        <c:v>0</c:v>
                      </c:pt>
                      <c:pt idx="903">
                        <c:v>0</c:v>
                      </c:pt>
                      <c:pt idx="904">
                        <c:v>0</c:v>
                      </c:pt>
                      <c:pt idx="905">
                        <c:v>0</c:v>
                      </c:pt>
                      <c:pt idx="906">
                        <c:v>0</c:v>
                      </c:pt>
                      <c:pt idx="907">
                        <c:v>0</c:v>
                      </c:pt>
                      <c:pt idx="908">
                        <c:v>0</c:v>
                      </c:pt>
                      <c:pt idx="909">
                        <c:v>0</c:v>
                      </c:pt>
                      <c:pt idx="910">
                        <c:v>0</c:v>
                      </c:pt>
                      <c:pt idx="911">
                        <c:v>0</c:v>
                      </c:pt>
                      <c:pt idx="912">
                        <c:v>0</c:v>
                      </c:pt>
                      <c:pt idx="913">
                        <c:v>1</c:v>
                      </c:pt>
                      <c:pt idx="914">
                        <c:v>1</c:v>
                      </c:pt>
                      <c:pt idx="915">
                        <c:v>0</c:v>
                      </c:pt>
                      <c:pt idx="916">
                        <c:v>0</c:v>
                      </c:pt>
                      <c:pt idx="917">
                        <c:v>0</c:v>
                      </c:pt>
                      <c:pt idx="918">
                        <c:v>0</c:v>
                      </c:pt>
                      <c:pt idx="919">
                        <c:v>0</c:v>
                      </c:pt>
                      <c:pt idx="920">
                        <c:v>0</c:v>
                      </c:pt>
                      <c:pt idx="921">
                        <c:v>0</c:v>
                      </c:pt>
                      <c:pt idx="922">
                        <c:v>0</c:v>
                      </c:pt>
                      <c:pt idx="923">
                        <c:v>0</c:v>
                      </c:pt>
                      <c:pt idx="924">
                        <c:v>0</c:v>
                      </c:pt>
                      <c:pt idx="925">
                        <c:v>0</c:v>
                      </c:pt>
                      <c:pt idx="926">
                        <c:v>0</c:v>
                      </c:pt>
                      <c:pt idx="927">
                        <c:v>0</c:v>
                      </c:pt>
                      <c:pt idx="928">
                        <c:v>0</c:v>
                      </c:pt>
                      <c:pt idx="929">
                        <c:v>0</c:v>
                      </c:pt>
                      <c:pt idx="930">
                        <c:v>0</c:v>
                      </c:pt>
                      <c:pt idx="931">
                        <c:v>0</c:v>
                      </c:pt>
                      <c:pt idx="932">
                        <c:v>0</c:v>
                      </c:pt>
                      <c:pt idx="933">
                        <c:v>0</c:v>
                      </c:pt>
                      <c:pt idx="934">
                        <c:v>0</c:v>
                      </c:pt>
                      <c:pt idx="935">
                        <c:v>0</c:v>
                      </c:pt>
                      <c:pt idx="936">
                        <c:v>0</c:v>
                      </c:pt>
                      <c:pt idx="937">
                        <c:v>0</c:v>
                      </c:pt>
                      <c:pt idx="938">
                        <c:v>0</c:v>
                      </c:pt>
                      <c:pt idx="939">
                        <c:v>1</c:v>
                      </c:pt>
                      <c:pt idx="940">
                        <c:v>0</c:v>
                      </c:pt>
                      <c:pt idx="941">
                        <c:v>0</c:v>
                      </c:pt>
                      <c:pt idx="942">
                        <c:v>0</c:v>
                      </c:pt>
                      <c:pt idx="943">
                        <c:v>1</c:v>
                      </c:pt>
                      <c:pt idx="944">
                        <c:v>0</c:v>
                      </c:pt>
                      <c:pt idx="945">
                        <c:v>0</c:v>
                      </c:pt>
                      <c:pt idx="946">
                        <c:v>0</c:v>
                      </c:pt>
                      <c:pt idx="947">
                        <c:v>0</c:v>
                      </c:pt>
                      <c:pt idx="948">
                        <c:v>0</c:v>
                      </c:pt>
                      <c:pt idx="949">
                        <c:v>0</c:v>
                      </c:pt>
                      <c:pt idx="950">
                        <c:v>0</c:v>
                      </c:pt>
                      <c:pt idx="951">
                        <c:v>0</c:v>
                      </c:pt>
                      <c:pt idx="952">
                        <c:v>0</c:v>
                      </c:pt>
                      <c:pt idx="953">
                        <c:v>0</c:v>
                      </c:pt>
                      <c:pt idx="954">
                        <c:v>0</c:v>
                      </c:pt>
                      <c:pt idx="955">
                        <c:v>0</c:v>
                      </c:pt>
                      <c:pt idx="956">
                        <c:v>0</c:v>
                      </c:pt>
                      <c:pt idx="957">
                        <c:v>0</c:v>
                      </c:pt>
                      <c:pt idx="958">
                        <c:v>0</c:v>
                      </c:pt>
                      <c:pt idx="959">
                        <c:v>0</c:v>
                      </c:pt>
                      <c:pt idx="960">
                        <c:v>1</c:v>
                      </c:pt>
                      <c:pt idx="961">
                        <c:v>1</c:v>
                      </c:pt>
                      <c:pt idx="962">
                        <c:v>0</c:v>
                      </c:pt>
                      <c:pt idx="963">
                        <c:v>0</c:v>
                      </c:pt>
                      <c:pt idx="964">
                        <c:v>0</c:v>
                      </c:pt>
                      <c:pt idx="965">
                        <c:v>0</c:v>
                      </c:pt>
                      <c:pt idx="966">
                        <c:v>0</c:v>
                      </c:pt>
                      <c:pt idx="967">
                        <c:v>0</c:v>
                      </c:pt>
                      <c:pt idx="968">
                        <c:v>0</c:v>
                      </c:pt>
                      <c:pt idx="969">
                        <c:v>0</c:v>
                      </c:pt>
                      <c:pt idx="970">
                        <c:v>0</c:v>
                      </c:pt>
                      <c:pt idx="971">
                        <c:v>0</c:v>
                      </c:pt>
                      <c:pt idx="972">
                        <c:v>1</c:v>
                      </c:pt>
                      <c:pt idx="973">
                        <c:v>0</c:v>
                      </c:pt>
                      <c:pt idx="974">
                        <c:v>1</c:v>
                      </c:pt>
                      <c:pt idx="975">
                        <c:v>0</c:v>
                      </c:pt>
                      <c:pt idx="976">
                        <c:v>0</c:v>
                      </c:pt>
                      <c:pt idx="977">
                        <c:v>0</c:v>
                      </c:pt>
                      <c:pt idx="978">
                        <c:v>0</c:v>
                      </c:pt>
                      <c:pt idx="979">
                        <c:v>0</c:v>
                      </c:pt>
                      <c:pt idx="980">
                        <c:v>0</c:v>
                      </c:pt>
                      <c:pt idx="981">
                        <c:v>0</c:v>
                      </c:pt>
                      <c:pt idx="982">
                        <c:v>1</c:v>
                      </c:pt>
                      <c:pt idx="983">
                        <c:v>0</c:v>
                      </c:pt>
                      <c:pt idx="984">
                        <c:v>0</c:v>
                      </c:pt>
                      <c:pt idx="985">
                        <c:v>0</c:v>
                      </c:pt>
                      <c:pt idx="986">
                        <c:v>0</c:v>
                      </c:pt>
                      <c:pt idx="987">
                        <c:v>0</c:v>
                      </c:pt>
                      <c:pt idx="988">
                        <c:v>0</c:v>
                      </c:pt>
                      <c:pt idx="989">
                        <c:v>0</c:v>
                      </c:pt>
                      <c:pt idx="990">
                        <c:v>0</c:v>
                      </c:pt>
                      <c:pt idx="991">
                        <c:v>0</c:v>
                      </c:pt>
                      <c:pt idx="992">
                        <c:v>0</c:v>
                      </c:pt>
                      <c:pt idx="993">
                        <c:v>0</c:v>
                      </c:pt>
                      <c:pt idx="994">
                        <c:v>0</c:v>
                      </c:pt>
                      <c:pt idx="995">
                        <c:v>0</c:v>
                      </c:pt>
                      <c:pt idx="996">
                        <c:v>0</c:v>
                      </c:pt>
                      <c:pt idx="997">
                        <c:v>0</c:v>
                      </c:pt>
                      <c:pt idx="998">
                        <c:v>0</c:v>
                      </c:pt>
                      <c:pt idx="999">
                        <c:v>0</c:v>
                      </c:pt>
                      <c:pt idx="1000">
                        <c:v>0</c:v>
                      </c:pt>
                      <c:pt idx="1001">
                        <c:v>0</c:v>
                      </c:pt>
                      <c:pt idx="1002">
                        <c:v>0</c:v>
                      </c:pt>
                      <c:pt idx="1003">
                        <c:v>0</c:v>
                      </c:pt>
                      <c:pt idx="1004">
                        <c:v>0</c:v>
                      </c:pt>
                      <c:pt idx="1005">
                        <c:v>0</c:v>
                      </c:pt>
                      <c:pt idx="1006">
                        <c:v>1</c:v>
                      </c:pt>
                      <c:pt idx="1007">
                        <c:v>0</c:v>
                      </c:pt>
                      <c:pt idx="1008">
                        <c:v>0</c:v>
                      </c:pt>
                      <c:pt idx="1009">
                        <c:v>0</c:v>
                      </c:pt>
                      <c:pt idx="1010">
                        <c:v>0</c:v>
                      </c:pt>
                      <c:pt idx="1011">
                        <c:v>0</c:v>
                      </c:pt>
                      <c:pt idx="1012">
                        <c:v>0</c:v>
                      </c:pt>
                      <c:pt idx="1013">
                        <c:v>1</c:v>
                      </c:pt>
                      <c:pt idx="1014">
                        <c:v>1</c:v>
                      </c:pt>
                      <c:pt idx="1015">
                        <c:v>0</c:v>
                      </c:pt>
                      <c:pt idx="1016">
                        <c:v>0</c:v>
                      </c:pt>
                      <c:pt idx="1017">
                        <c:v>0</c:v>
                      </c:pt>
                      <c:pt idx="1018">
                        <c:v>0</c:v>
                      </c:pt>
                      <c:pt idx="1019">
                        <c:v>0</c:v>
                      </c:pt>
                      <c:pt idx="1020">
                        <c:v>0</c:v>
                      </c:pt>
                      <c:pt idx="1021">
                        <c:v>0</c:v>
                      </c:pt>
                      <c:pt idx="1022">
                        <c:v>0</c:v>
                      </c:pt>
                      <c:pt idx="1023">
                        <c:v>0</c:v>
                      </c:pt>
                      <c:pt idx="1024">
                        <c:v>0</c:v>
                      </c:pt>
                      <c:pt idx="1025">
                        <c:v>0</c:v>
                      </c:pt>
                      <c:pt idx="1026">
                        <c:v>0</c:v>
                      </c:pt>
                      <c:pt idx="1027">
                        <c:v>0</c:v>
                      </c:pt>
                      <c:pt idx="1028">
                        <c:v>0</c:v>
                      </c:pt>
                      <c:pt idx="1029">
                        <c:v>0</c:v>
                      </c:pt>
                      <c:pt idx="1030">
                        <c:v>0</c:v>
                      </c:pt>
                      <c:pt idx="1031">
                        <c:v>0</c:v>
                      </c:pt>
                      <c:pt idx="1032">
                        <c:v>0</c:v>
                      </c:pt>
                      <c:pt idx="1033">
                        <c:v>0</c:v>
                      </c:pt>
                      <c:pt idx="1034">
                        <c:v>0</c:v>
                      </c:pt>
                      <c:pt idx="1035">
                        <c:v>0</c:v>
                      </c:pt>
                      <c:pt idx="1036">
                        <c:v>1</c:v>
                      </c:pt>
                      <c:pt idx="1037">
                        <c:v>0</c:v>
                      </c:pt>
                      <c:pt idx="1038">
                        <c:v>0</c:v>
                      </c:pt>
                      <c:pt idx="1039">
                        <c:v>0</c:v>
                      </c:pt>
                      <c:pt idx="1040">
                        <c:v>0</c:v>
                      </c:pt>
                      <c:pt idx="1041">
                        <c:v>0</c:v>
                      </c:pt>
                      <c:pt idx="1042">
                        <c:v>0</c:v>
                      </c:pt>
                      <c:pt idx="1043">
                        <c:v>1</c:v>
                      </c:pt>
                      <c:pt idx="1044">
                        <c:v>0</c:v>
                      </c:pt>
                      <c:pt idx="1045">
                        <c:v>0</c:v>
                      </c:pt>
                      <c:pt idx="1046">
                        <c:v>0</c:v>
                      </c:pt>
                      <c:pt idx="1047">
                        <c:v>0</c:v>
                      </c:pt>
                      <c:pt idx="1048">
                        <c:v>1</c:v>
                      </c:pt>
                      <c:pt idx="1049">
                        <c:v>0</c:v>
                      </c:pt>
                      <c:pt idx="1050">
                        <c:v>0</c:v>
                      </c:pt>
                      <c:pt idx="1051">
                        <c:v>0</c:v>
                      </c:pt>
                      <c:pt idx="1052">
                        <c:v>0</c:v>
                      </c:pt>
                      <c:pt idx="1053">
                        <c:v>0</c:v>
                      </c:pt>
                      <c:pt idx="1054">
                        <c:v>0</c:v>
                      </c:pt>
                      <c:pt idx="1055">
                        <c:v>0</c:v>
                      </c:pt>
                      <c:pt idx="1056">
                        <c:v>0</c:v>
                      </c:pt>
                      <c:pt idx="1057">
                        <c:v>0</c:v>
                      </c:pt>
                      <c:pt idx="1058">
                        <c:v>0</c:v>
                      </c:pt>
                      <c:pt idx="1059">
                        <c:v>0</c:v>
                      </c:pt>
                      <c:pt idx="1060">
                        <c:v>0</c:v>
                      </c:pt>
                      <c:pt idx="1061">
                        <c:v>0</c:v>
                      </c:pt>
                      <c:pt idx="1062">
                        <c:v>0</c:v>
                      </c:pt>
                      <c:pt idx="1063">
                        <c:v>0</c:v>
                      </c:pt>
                      <c:pt idx="1064">
                        <c:v>0</c:v>
                      </c:pt>
                      <c:pt idx="1065">
                        <c:v>0</c:v>
                      </c:pt>
                      <c:pt idx="1066">
                        <c:v>0</c:v>
                      </c:pt>
                      <c:pt idx="1067">
                        <c:v>0</c:v>
                      </c:pt>
                      <c:pt idx="1068">
                        <c:v>1</c:v>
                      </c:pt>
                      <c:pt idx="1069">
                        <c:v>0</c:v>
                      </c:pt>
                      <c:pt idx="1070">
                        <c:v>0</c:v>
                      </c:pt>
                      <c:pt idx="1071">
                        <c:v>1</c:v>
                      </c:pt>
                      <c:pt idx="1072">
                        <c:v>0</c:v>
                      </c:pt>
                      <c:pt idx="1073">
                        <c:v>0</c:v>
                      </c:pt>
                      <c:pt idx="1074">
                        <c:v>0</c:v>
                      </c:pt>
                      <c:pt idx="1075">
                        <c:v>0</c:v>
                      </c:pt>
                      <c:pt idx="1076">
                        <c:v>0</c:v>
                      </c:pt>
                      <c:pt idx="1077">
                        <c:v>0</c:v>
                      </c:pt>
                      <c:pt idx="1078">
                        <c:v>0</c:v>
                      </c:pt>
                      <c:pt idx="1079">
                        <c:v>0</c:v>
                      </c:pt>
                      <c:pt idx="1080">
                        <c:v>0</c:v>
                      </c:pt>
                      <c:pt idx="1081">
                        <c:v>0</c:v>
                      </c:pt>
                      <c:pt idx="1082">
                        <c:v>0</c:v>
                      </c:pt>
                      <c:pt idx="1083">
                        <c:v>0</c:v>
                      </c:pt>
                      <c:pt idx="1084">
                        <c:v>0</c:v>
                      </c:pt>
                      <c:pt idx="1085">
                        <c:v>0</c:v>
                      </c:pt>
                      <c:pt idx="1086">
                        <c:v>0</c:v>
                      </c:pt>
                      <c:pt idx="1087">
                        <c:v>0</c:v>
                      </c:pt>
                      <c:pt idx="1088">
                        <c:v>1</c:v>
                      </c:pt>
                      <c:pt idx="1089">
                        <c:v>0</c:v>
                      </c:pt>
                      <c:pt idx="1090">
                        <c:v>0</c:v>
                      </c:pt>
                      <c:pt idx="1091">
                        <c:v>0</c:v>
                      </c:pt>
                      <c:pt idx="1092">
                        <c:v>0</c:v>
                      </c:pt>
                      <c:pt idx="1093">
                        <c:v>0</c:v>
                      </c:pt>
                      <c:pt idx="1094">
                        <c:v>0</c:v>
                      </c:pt>
                      <c:pt idx="1095">
                        <c:v>0</c:v>
                      </c:pt>
                      <c:pt idx="1096">
                        <c:v>0</c:v>
                      </c:pt>
                      <c:pt idx="1097">
                        <c:v>0</c:v>
                      </c:pt>
                      <c:pt idx="1098">
                        <c:v>0</c:v>
                      </c:pt>
                      <c:pt idx="1099">
                        <c:v>0</c:v>
                      </c:pt>
                      <c:pt idx="1100">
                        <c:v>0</c:v>
                      </c:pt>
                      <c:pt idx="1101">
                        <c:v>0</c:v>
                      </c:pt>
                      <c:pt idx="1102">
                        <c:v>0</c:v>
                      </c:pt>
                      <c:pt idx="1103">
                        <c:v>1</c:v>
                      </c:pt>
                      <c:pt idx="1104">
                        <c:v>0</c:v>
                      </c:pt>
                      <c:pt idx="1105">
                        <c:v>1</c:v>
                      </c:pt>
                      <c:pt idx="1106">
                        <c:v>1</c:v>
                      </c:pt>
                      <c:pt idx="1107">
                        <c:v>0</c:v>
                      </c:pt>
                      <c:pt idx="1108">
                        <c:v>0</c:v>
                      </c:pt>
                      <c:pt idx="1109">
                        <c:v>0</c:v>
                      </c:pt>
                      <c:pt idx="1110">
                        <c:v>0</c:v>
                      </c:pt>
                      <c:pt idx="1111">
                        <c:v>0</c:v>
                      </c:pt>
                      <c:pt idx="1112">
                        <c:v>0</c:v>
                      </c:pt>
                      <c:pt idx="1113">
                        <c:v>1</c:v>
                      </c:pt>
                      <c:pt idx="1114">
                        <c:v>0</c:v>
                      </c:pt>
                      <c:pt idx="1115">
                        <c:v>0</c:v>
                      </c:pt>
                      <c:pt idx="1116">
                        <c:v>0</c:v>
                      </c:pt>
                      <c:pt idx="1117">
                        <c:v>0</c:v>
                      </c:pt>
                      <c:pt idx="1118">
                        <c:v>0</c:v>
                      </c:pt>
                      <c:pt idx="1119">
                        <c:v>0</c:v>
                      </c:pt>
                      <c:pt idx="1120">
                        <c:v>0</c:v>
                      </c:pt>
                      <c:pt idx="1121">
                        <c:v>0</c:v>
                      </c:pt>
                      <c:pt idx="1122">
                        <c:v>0</c:v>
                      </c:pt>
                      <c:pt idx="1123">
                        <c:v>0</c:v>
                      </c:pt>
                      <c:pt idx="1124">
                        <c:v>0</c:v>
                      </c:pt>
                      <c:pt idx="1125">
                        <c:v>0</c:v>
                      </c:pt>
                      <c:pt idx="1126">
                        <c:v>0</c:v>
                      </c:pt>
                      <c:pt idx="1127">
                        <c:v>0</c:v>
                      </c:pt>
                      <c:pt idx="1128">
                        <c:v>0</c:v>
                      </c:pt>
                      <c:pt idx="1129">
                        <c:v>0</c:v>
                      </c:pt>
                      <c:pt idx="1130">
                        <c:v>0</c:v>
                      </c:pt>
                      <c:pt idx="1131">
                        <c:v>0</c:v>
                      </c:pt>
                      <c:pt idx="1132">
                        <c:v>0</c:v>
                      </c:pt>
                      <c:pt idx="1133">
                        <c:v>0</c:v>
                      </c:pt>
                      <c:pt idx="1134">
                        <c:v>0</c:v>
                      </c:pt>
                      <c:pt idx="1135">
                        <c:v>0</c:v>
                      </c:pt>
                      <c:pt idx="1136">
                        <c:v>0</c:v>
                      </c:pt>
                      <c:pt idx="1137">
                        <c:v>0</c:v>
                      </c:pt>
                      <c:pt idx="1138">
                        <c:v>0</c:v>
                      </c:pt>
                      <c:pt idx="1139">
                        <c:v>0</c:v>
                      </c:pt>
                      <c:pt idx="1140">
                        <c:v>0</c:v>
                      </c:pt>
                      <c:pt idx="1141">
                        <c:v>0</c:v>
                      </c:pt>
                      <c:pt idx="1142">
                        <c:v>0</c:v>
                      </c:pt>
                      <c:pt idx="1143">
                        <c:v>0</c:v>
                      </c:pt>
                      <c:pt idx="1144">
                        <c:v>0</c:v>
                      </c:pt>
                      <c:pt idx="1145">
                        <c:v>0</c:v>
                      </c:pt>
                      <c:pt idx="1146">
                        <c:v>0</c:v>
                      </c:pt>
                      <c:pt idx="1147">
                        <c:v>0</c:v>
                      </c:pt>
                      <c:pt idx="1148">
                        <c:v>0</c:v>
                      </c:pt>
                      <c:pt idx="1149">
                        <c:v>0</c:v>
                      </c:pt>
                      <c:pt idx="1150">
                        <c:v>0</c:v>
                      </c:pt>
                      <c:pt idx="1151">
                        <c:v>0</c:v>
                      </c:pt>
                      <c:pt idx="1152">
                        <c:v>1</c:v>
                      </c:pt>
                      <c:pt idx="1153">
                        <c:v>1</c:v>
                      </c:pt>
                      <c:pt idx="1154">
                        <c:v>0</c:v>
                      </c:pt>
                      <c:pt idx="1155">
                        <c:v>0</c:v>
                      </c:pt>
                      <c:pt idx="1156">
                        <c:v>1</c:v>
                      </c:pt>
                      <c:pt idx="1157">
                        <c:v>1</c:v>
                      </c:pt>
                      <c:pt idx="1158">
                        <c:v>0</c:v>
                      </c:pt>
                      <c:pt idx="1159">
                        <c:v>1</c:v>
                      </c:pt>
                      <c:pt idx="1160">
                        <c:v>0</c:v>
                      </c:pt>
                      <c:pt idx="1161">
                        <c:v>0</c:v>
                      </c:pt>
                      <c:pt idx="1162">
                        <c:v>0</c:v>
                      </c:pt>
                      <c:pt idx="1163">
                        <c:v>0</c:v>
                      </c:pt>
                      <c:pt idx="1164">
                        <c:v>0</c:v>
                      </c:pt>
                      <c:pt idx="1165">
                        <c:v>0</c:v>
                      </c:pt>
                      <c:pt idx="1166">
                        <c:v>0</c:v>
                      </c:pt>
                      <c:pt idx="1167">
                        <c:v>0</c:v>
                      </c:pt>
                      <c:pt idx="1168">
                        <c:v>0</c:v>
                      </c:pt>
                      <c:pt idx="1169">
                        <c:v>0</c:v>
                      </c:pt>
                      <c:pt idx="1170">
                        <c:v>0</c:v>
                      </c:pt>
                      <c:pt idx="1171">
                        <c:v>0</c:v>
                      </c:pt>
                      <c:pt idx="1172">
                        <c:v>0</c:v>
                      </c:pt>
                      <c:pt idx="1173">
                        <c:v>0</c:v>
                      </c:pt>
                      <c:pt idx="1174">
                        <c:v>0</c:v>
                      </c:pt>
                      <c:pt idx="1175">
                        <c:v>1</c:v>
                      </c:pt>
                      <c:pt idx="1176">
                        <c:v>0</c:v>
                      </c:pt>
                      <c:pt idx="1177">
                        <c:v>0</c:v>
                      </c:pt>
                      <c:pt idx="1178">
                        <c:v>0</c:v>
                      </c:pt>
                      <c:pt idx="1179">
                        <c:v>0</c:v>
                      </c:pt>
                      <c:pt idx="1180">
                        <c:v>0</c:v>
                      </c:pt>
                      <c:pt idx="1181">
                        <c:v>0</c:v>
                      </c:pt>
                      <c:pt idx="1182">
                        <c:v>0</c:v>
                      </c:pt>
                      <c:pt idx="1183">
                        <c:v>0</c:v>
                      </c:pt>
                      <c:pt idx="1184">
                        <c:v>0</c:v>
                      </c:pt>
                      <c:pt idx="1185">
                        <c:v>0</c:v>
                      </c:pt>
                      <c:pt idx="1186">
                        <c:v>0</c:v>
                      </c:pt>
                      <c:pt idx="1187">
                        <c:v>0</c:v>
                      </c:pt>
                      <c:pt idx="1188">
                        <c:v>0</c:v>
                      </c:pt>
                      <c:pt idx="1189">
                        <c:v>0</c:v>
                      </c:pt>
                      <c:pt idx="1190">
                        <c:v>0</c:v>
                      </c:pt>
                      <c:pt idx="1191">
                        <c:v>0</c:v>
                      </c:pt>
                      <c:pt idx="1192">
                        <c:v>1</c:v>
                      </c:pt>
                      <c:pt idx="1193">
                        <c:v>0</c:v>
                      </c:pt>
                      <c:pt idx="1194">
                        <c:v>0</c:v>
                      </c:pt>
                      <c:pt idx="1195">
                        <c:v>0</c:v>
                      </c:pt>
                      <c:pt idx="1196">
                        <c:v>0</c:v>
                      </c:pt>
                      <c:pt idx="1197">
                        <c:v>0</c:v>
                      </c:pt>
                      <c:pt idx="1198">
                        <c:v>0</c:v>
                      </c:pt>
                      <c:pt idx="1199">
                        <c:v>0</c:v>
                      </c:pt>
                      <c:pt idx="1200">
                        <c:v>0</c:v>
                      </c:pt>
                      <c:pt idx="1201">
                        <c:v>0</c:v>
                      </c:pt>
                      <c:pt idx="1202">
                        <c:v>0</c:v>
                      </c:pt>
                      <c:pt idx="1203">
                        <c:v>0</c:v>
                      </c:pt>
                      <c:pt idx="1204">
                        <c:v>0</c:v>
                      </c:pt>
                      <c:pt idx="1205">
                        <c:v>0</c:v>
                      </c:pt>
                      <c:pt idx="1206">
                        <c:v>1</c:v>
                      </c:pt>
                      <c:pt idx="1207">
                        <c:v>1</c:v>
                      </c:pt>
                      <c:pt idx="1208">
                        <c:v>0</c:v>
                      </c:pt>
                      <c:pt idx="1209">
                        <c:v>0</c:v>
                      </c:pt>
                      <c:pt idx="1210">
                        <c:v>0</c:v>
                      </c:pt>
                      <c:pt idx="1211">
                        <c:v>1</c:v>
                      </c:pt>
                      <c:pt idx="1212">
                        <c:v>0</c:v>
                      </c:pt>
                      <c:pt idx="1213">
                        <c:v>0</c:v>
                      </c:pt>
                      <c:pt idx="1214">
                        <c:v>0</c:v>
                      </c:pt>
                      <c:pt idx="1215">
                        <c:v>0</c:v>
                      </c:pt>
                      <c:pt idx="1216">
                        <c:v>0</c:v>
                      </c:pt>
                      <c:pt idx="1217">
                        <c:v>0</c:v>
                      </c:pt>
                      <c:pt idx="1218">
                        <c:v>0</c:v>
                      </c:pt>
                      <c:pt idx="1219">
                        <c:v>0</c:v>
                      </c:pt>
                      <c:pt idx="1220">
                        <c:v>0</c:v>
                      </c:pt>
                      <c:pt idx="1221">
                        <c:v>0</c:v>
                      </c:pt>
                      <c:pt idx="1222">
                        <c:v>0</c:v>
                      </c:pt>
                      <c:pt idx="1223">
                        <c:v>0</c:v>
                      </c:pt>
                      <c:pt idx="1224">
                        <c:v>0</c:v>
                      </c:pt>
                      <c:pt idx="1225">
                        <c:v>0</c:v>
                      </c:pt>
                      <c:pt idx="1226">
                        <c:v>1</c:v>
                      </c:pt>
                      <c:pt idx="1227">
                        <c:v>1</c:v>
                      </c:pt>
                      <c:pt idx="1228">
                        <c:v>0</c:v>
                      </c:pt>
                      <c:pt idx="1229">
                        <c:v>0</c:v>
                      </c:pt>
                      <c:pt idx="1230">
                        <c:v>0</c:v>
                      </c:pt>
                      <c:pt idx="1231">
                        <c:v>0</c:v>
                      </c:pt>
                      <c:pt idx="1232">
                        <c:v>0</c:v>
                      </c:pt>
                      <c:pt idx="1233">
                        <c:v>0</c:v>
                      </c:pt>
                      <c:pt idx="1234">
                        <c:v>0</c:v>
                      </c:pt>
                      <c:pt idx="1235">
                        <c:v>0</c:v>
                      </c:pt>
                      <c:pt idx="1236">
                        <c:v>0</c:v>
                      </c:pt>
                      <c:pt idx="1237">
                        <c:v>1</c:v>
                      </c:pt>
                      <c:pt idx="1238">
                        <c:v>0</c:v>
                      </c:pt>
                      <c:pt idx="1239">
                        <c:v>0</c:v>
                      </c:pt>
                      <c:pt idx="1240">
                        <c:v>0</c:v>
                      </c:pt>
                      <c:pt idx="1241">
                        <c:v>0</c:v>
                      </c:pt>
                      <c:pt idx="1242">
                        <c:v>1</c:v>
                      </c:pt>
                      <c:pt idx="1243">
                        <c:v>1</c:v>
                      </c:pt>
                      <c:pt idx="1244">
                        <c:v>0</c:v>
                      </c:pt>
                      <c:pt idx="1245">
                        <c:v>0</c:v>
                      </c:pt>
                      <c:pt idx="1246">
                        <c:v>0</c:v>
                      </c:pt>
                      <c:pt idx="1247">
                        <c:v>0</c:v>
                      </c:pt>
                      <c:pt idx="1248">
                        <c:v>0</c:v>
                      </c:pt>
                      <c:pt idx="1249">
                        <c:v>0</c:v>
                      </c:pt>
                      <c:pt idx="1250">
                        <c:v>1</c:v>
                      </c:pt>
                      <c:pt idx="1251">
                        <c:v>0</c:v>
                      </c:pt>
                      <c:pt idx="1252">
                        <c:v>0</c:v>
                      </c:pt>
                      <c:pt idx="1253">
                        <c:v>0</c:v>
                      </c:pt>
                      <c:pt idx="1254">
                        <c:v>0</c:v>
                      </c:pt>
                      <c:pt idx="1255">
                        <c:v>0</c:v>
                      </c:pt>
                      <c:pt idx="1256">
                        <c:v>0</c:v>
                      </c:pt>
                      <c:pt idx="1257">
                        <c:v>0</c:v>
                      </c:pt>
                      <c:pt idx="1258">
                        <c:v>0</c:v>
                      </c:pt>
                      <c:pt idx="1259">
                        <c:v>0</c:v>
                      </c:pt>
                      <c:pt idx="1260">
                        <c:v>0</c:v>
                      </c:pt>
                      <c:pt idx="1261">
                        <c:v>0</c:v>
                      </c:pt>
                      <c:pt idx="1262">
                        <c:v>1</c:v>
                      </c:pt>
                      <c:pt idx="1263">
                        <c:v>1</c:v>
                      </c:pt>
                      <c:pt idx="1264">
                        <c:v>0</c:v>
                      </c:pt>
                      <c:pt idx="1265">
                        <c:v>0</c:v>
                      </c:pt>
                      <c:pt idx="1266">
                        <c:v>0</c:v>
                      </c:pt>
                      <c:pt idx="1267">
                        <c:v>0</c:v>
                      </c:pt>
                      <c:pt idx="1268">
                        <c:v>1</c:v>
                      </c:pt>
                      <c:pt idx="1269">
                        <c:v>1</c:v>
                      </c:pt>
                      <c:pt idx="1270">
                        <c:v>0</c:v>
                      </c:pt>
                      <c:pt idx="1271">
                        <c:v>0</c:v>
                      </c:pt>
                      <c:pt idx="1272">
                        <c:v>0</c:v>
                      </c:pt>
                      <c:pt idx="1273">
                        <c:v>0</c:v>
                      </c:pt>
                      <c:pt idx="1274">
                        <c:v>0</c:v>
                      </c:pt>
                      <c:pt idx="1275">
                        <c:v>0</c:v>
                      </c:pt>
                      <c:pt idx="1276">
                        <c:v>0</c:v>
                      </c:pt>
                      <c:pt idx="1277">
                        <c:v>1</c:v>
                      </c:pt>
                      <c:pt idx="1278">
                        <c:v>1</c:v>
                      </c:pt>
                      <c:pt idx="1279">
                        <c:v>0</c:v>
                      </c:pt>
                      <c:pt idx="1280">
                        <c:v>0</c:v>
                      </c:pt>
                      <c:pt idx="1281">
                        <c:v>0</c:v>
                      </c:pt>
                      <c:pt idx="1282">
                        <c:v>1</c:v>
                      </c:pt>
                      <c:pt idx="1283">
                        <c:v>0</c:v>
                      </c:pt>
                      <c:pt idx="1284">
                        <c:v>0</c:v>
                      </c:pt>
                      <c:pt idx="1285">
                        <c:v>0</c:v>
                      </c:pt>
                      <c:pt idx="1286">
                        <c:v>0</c:v>
                      </c:pt>
                      <c:pt idx="1287">
                        <c:v>0</c:v>
                      </c:pt>
                      <c:pt idx="1288">
                        <c:v>0</c:v>
                      </c:pt>
                      <c:pt idx="1289">
                        <c:v>0</c:v>
                      </c:pt>
                      <c:pt idx="1290">
                        <c:v>0</c:v>
                      </c:pt>
                      <c:pt idx="1291">
                        <c:v>0</c:v>
                      </c:pt>
                      <c:pt idx="1292">
                        <c:v>0</c:v>
                      </c:pt>
                      <c:pt idx="1293">
                        <c:v>0</c:v>
                      </c:pt>
                      <c:pt idx="1294">
                        <c:v>0</c:v>
                      </c:pt>
                      <c:pt idx="1295">
                        <c:v>0</c:v>
                      </c:pt>
                      <c:pt idx="1296">
                        <c:v>0</c:v>
                      </c:pt>
                      <c:pt idx="1297">
                        <c:v>0</c:v>
                      </c:pt>
                      <c:pt idx="1298">
                        <c:v>0</c:v>
                      </c:pt>
                      <c:pt idx="1299">
                        <c:v>1</c:v>
                      </c:pt>
                      <c:pt idx="1300">
                        <c:v>0</c:v>
                      </c:pt>
                      <c:pt idx="1301">
                        <c:v>0</c:v>
                      </c:pt>
                      <c:pt idx="1302">
                        <c:v>0</c:v>
                      </c:pt>
                      <c:pt idx="1303">
                        <c:v>0</c:v>
                      </c:pt>
                      <c:pt idx="1304">
                        <c:v>0</c:v>
                      </c:pt>
                      <c:pt idx="1305">
                        <c:v>0</c:v>
                      </c:pt>
                      <c:pt idx="1306">
                        <c:v>0</c:v>
                      </c:pt>
                      <c:pt idx="1307">
                        <c:v>0</c:v>
                      </c:pt>
                      <c:pt idx="1308">
                        <c:v>1</c:v>
                      </c:pt>
                      <c:pt idx="1309">
                        <c:v>0</c:v>
                      </c:pt>
                      <c:pt idx="1310">
                        <c:v>0</c:v>
                      </c:pt>
                      <c:pt idx="1311">
                        <c:v>0</c:v>
                      </c:pt>
                      <c:pt idx="1312">
                        <c:v>0</c:v>
                      </c:pt>
                      <c:pt idx="1313">
                        <c:v>0</c:v>
                      </c:pt>
                      <c:pt idx="1314">
                        <c:v>0</c:v>
                      </c:pt>
                      <c:pt idx="1315">
                        <c:v>0</c:v>
                      </c:pt>
                      <c:pt idx="1316">
                        <c:v>0</c:v>
                      </c:pt>
                      <c:pt idx="1317">
                        <c:v>0</c:v>
                      </c:pt>
                      <c:pt idx="1318">
                        <c:v>0</c:v>
                      </c:pt>
                      <c:pt idx="1319">
                        <c:v>0</c:v>
                      </c:pt>
                      <c:pt idx="1320">
                        <c:v>0</c:v>
                      </c:pt>
                      <c:pt idx="1321">
                        <c:v>0</c:v>
                      </c:pt>
                      <c:pt idx="1322">
                        <c:v>1</c:v>
                      </c:pt>
                      <c:pt idx="1323">
                        <c:v>0</c:v>
                      </c:pt>
                      <c:pt idx="1324">
                        <c:v>0</c:v>
                      </c:pt>
                      <c:pt idx="1325">
                        <c:v>0</c:v>
                      </c:pt>
                      <c:pt idx="1326">
                        <c:v>0</c:v>
                      </c:pt>
                      <c:pt idx="1327">
                        <c:v>1</c:v>
                      </c:pt>
                      <c:pt idx="1328">
                        <c:v>0</c:v>
                      </c:pt>
                      <c:pt idx="1329">
                        <c:v>0</c:v>
                      </c:pt>
                      <c:pt idx="1330">
                        <c:v>0</c:v>
                      </c:pt>
                      <c:pt idx="1331">
                        <c:v>0</c:v>
                      </c:pt>
                      <c:pt idx="1332">
                        <c:v>0</c:v>
                      </c:pt>
                      <c:pt idx="1333">
                        <c:v>0</c:v>
                      </c:pt>
                      <c:pt idx="1334">
                        <c:v>1</c:v>
                      </c:pt>
                      <c:pt idx="1335">
                        <c:v>1</c:v>
                      </c:pt>
                      <c:pt idx="1336">
                        <c:v>0</c:v>
                      </c:pt>
                      <c:pt idx="1337">
                        <c:v>0</c:v>
                      </c:pt>
                      <c:pt idx="1338">
                        <c:v>0</c:v>
                      </c:pt>
                      <c:pt idx="1339">
                        <c:v>0</c:v>
                      </c:pt>
                      <c:pt idx="1340">
                        <c:v>0</c:v>
                      </c:pt>
                      <c:pt idx="1341">
                        <c:v>0</c:v>
                      </c:pt>
                      <c:pt idx="1342">
                        <c:v>0</c:v>
                      </c:pt>
                      <c:pt idx="1343">
                        <c:v>1</c:v>
                      </c:pt>
                      <c:pt idx="1344">
                        <c:v>1</c:v>
                      </c:pt>
                      <c:pt idx="1345">
                        <c:v>0</c:v>
                      </c:pt>
                      <c:pt idx="1346">
                        <c:v>0</c:v>
                      </c:pt>
                      <c:pt idx="1347">
                        <c:v>0</c:v>
                      </c:pt>
                      <c:pt idx="1348">
                        <c:v>0</c:v>
                      </c:pt>
                      <c:pt idx="1349">
                        <c:v>0</c:v>
                      </c:pt>
                      <c:pt idx="1350">
                        <c:v>0</c:v>
                      </c:pt>
                      <c:pt idx="1351">
                        <c:v>0</c:v>
                      </c:pt>
                      <c:pt idx="1352">
                        <c:v>0</c:v>
                      </c:pt>
                      <c:pt idx="1353">
                        <c:v>0</c:v>
                      </c:pt>
                      <c:pt idx="1354">
                        <c:v>1</c:v>
                      </c:pt>
                      <c:pt idx="1355">
                        <c:v>1</c:v>
                      </c:pt>
                      <c:pt idx="1356">
                        <c:v>0</c:v>
                      </c:pt>
                      <c:pt idx="1357">
                        <c:v>0</c:v>
                      </c:pt>
                      <c:pt idx="1358">
                        <c:v>0</c:v>
                      </c:pt>
                      <c:pt idx="1359">
                        <c:v>0</c:v>
                      </c:pt>
                      <c:pt idx="1360">
                        <c:v>0</c:v>
                      </c:pt>
                      <c:pt idx="1361">
                        <c:v>0</c:v>
                      </c:pt>
                      <c:pt idx="1362">
                        <c:v>0</c:v>
                      </c:pt>
                      <c:pt idx="1363">
                        <c:v>0</c:v>
                      </c:pt>
                      <c:pt idx="1364">
                        <c:v>0</c:v>
                      </c:pt>
                      <c:pt idx="1365">
                        <c:v>0</c:v>
                      </c:pt>
                      <c:pt idx="1366">
                        <c:v>0</c:v>
                      </c:pt>
                      <c:pt idx="1367">
                        <c:v>0</c:v>
                      </c:pt>
                      <c:pt idx="1368">
                        <c:v>1</c:v>
                      </c:pt>
                      <c:pt idx="1369">
                        <c:v>1</c:v>
                      </c:pt>
                      <c:pt idx="1370">
                        <c:v>0</c:v>
                      </c:pt>
                      <c:pt idx="1371">
                        <c:v>0</c:v>
                      </c:pt>
                      <c:pt idx="1372">
                        <c:v>1</c:v>
                      </c:pt>
                      <c:pt idx="1373">
                        <c:v>1</c:v>
                      </c:pt>
                      <c:pt idx="1374">
                        <c:v>0</c:v>
                      </c:pt>
                      <c:pt idx="1375">
                        <c:v>0</c:v>
                      </c:pt>
                      <c:pt idx="1376">
                        <c:v>0</c:v>
                      </c:pt>
                      <c:pt idx="1377">
                        <c:v>0</c:v>
                      </c:pt>
                      <c:pt idx="1378">
                        <c:v>0</c:v>
                      </c:pt>
                      <c:pt idx="1379">
                        <c:v>0</c:v>
                      </c:pt>
                      <c:pt idx="1380">
                        <c:v>0</c:v>
                      </c:pt>
                      <c:pt idx="1381">
                        <c:v>0</c:v>
                      </c:pt>
                      <c:pt idx="1382">
                        <c:v>1</c:v>
                      </c:pt>
                      <c:pt idx="1383">
                        <c:v>1</c:v>
                      </c:pt>
                      <c:pt idx="1384">
                        <c:v>0</c:v>
                      </c:pt>
                      <c:pt idx="1385">
                        <c:v>0</c:v>
                      </c:pt>
                      <c:pt idx="1386">
                        <c:v>1</c:v>
                      </c:pt>
                      <c:pt idx="1387">
                        <c:v>0</c:v>
                      </c:pt>
                      <c:pt idx="1388">
                        <c:v>0</c:v>
                      </c:pt>
                      <c:pt idx="1389">
                        <c:v>0</c:v>
                      </c:pt>
                      <c:pt idx="1390">
                        <c:v>0</c:v>
                      </c:pt>
                      <c:pt idx="1391">
                        <c:v>0</c:v>
                      </c:pt>
                      <c:pt idx="1392">
                        <c:v>0</c:v>
                      </c:pt>
                      <c:pt idx="1393">
                        <c:v>0</c:v>
                      </c:pt>
                      <c:pt idx="1394">
                        <c:v>0</c:v>
                      </c:pt>
                      <c:pt idx="1395">
                        <c:v>0</c:v>
                      </c:pt>
                      <c:pt idx="1396">
                        <c:v>1</c:v>
                      </c:pt>
                      <c:pt idx="1397">
                        <c:v>0</c:v>
                      </c:pt>
                      <c:pt idx="1398">
                        <c:v>1</c:v>
                      </c:pt>
                      <c:pt idx="1399">
                        <c:v>0</c:v>
                      </c:pt>
                      <c:pt idx="1400">
                        <c:v>0</c:v>
                      </c:pt>
                      <c:pt idx="1401">
                        <c:v>0</c:v>
                      </c:pt>
                      <c:pt idx="1402">
                        <c:v>1</c:v>
                      </c:pt>
                      <c:pt idx="1403">
                        <c:v>0</c:v>
                      </c:pt>
                      <c:pt idx="1404">
                        <c:v>0</c:v>
                      </c:pt>
                      <c:pt idx="1405">
                        <c:v>0</c:v>
                      </c:pt>
                      <c:pt idx="1406">
                        <c:v>1</c:v>
                      </c:pt>
                      <c:pt idx="1407">
                        <c:v>0</c:v>
                      </c:pt>
                      <c:pt idx="1408">
                        <c:v>0</c:v>
                      </c:pt>
                      <c:pt idx="1409">
                        <c:v>0</c:v>
                      </c:pt>
                      <c:pt idx="1410">
                        <c:v>0</c:v>
                      </c:pt>
                      <c:pt idx="1411">
                        <c:v>0</c:v>
                      </c:pt>
                      <c:pt idx="1412">
                        <c:v>1</c:v>
                      </c:pt>
                      <c:pt idx="1413">
                        <c:v>0</c:v>
                      </c:pt>
                      <c:pt idx="1414">
                        <c:v>0</c:v>
                      </c:pt>
                      <c:pt idx="1415">
                        <c:v>0</c:v>
                      </c:pt>
                      <c:pt idx="1416">
                        <c:v>0</c:v>
                      </c:pt>
                      <c:pt idx="1417">
                        <c:v>0</c:v>
                      </c:pt>
                      <c:pt idx="1418">
                        <c:v>0</c:v>
                      </c:pt>
                      <c:pt idx="1419">
                        <c:v>0</c:v>
                      </c:pt>
                      <c:pt idx="1420">
                        <c:v>1</c:v>
                      </c:pt>
                      <c:pt idx="1421">
                        <c:v>0</c:v>
                      </c:pt>
                      <c:pt idx="1422">
                        <c:v>0</c:v>
                      </c:pt>
                      <c:pt idx="1423">
                        <c:v>0</c:v>
                      </c:pt>
                      <c:pt idx="1424">
                        <c:v>0</c:v>
                      </c:pt>
                      <c:pt idx="1425">
                        <c:v>0</c:v>
                      </c:pt>
                      <c:pt idx="1426">
                        <c:v>1</c:v>
                      </c:pt>
                      <c:pt idx="1427">
                        <c:v>0</c:v>
                      </c:pt>
                      <c:pt idx="1428">
                        <c:v>0</c:v>
                      </c:pt>
                      <c:pt idx="1429">
                        <c:v>1</c:v>
                      </c:pt>
                      <c:pt idx="1430">
                        <c:v>0</c:v>
                      </c:pt>
                      <c:pt idx="1431">
                        <c:v>0</c:v>
                      </c:pt>
                      <c:pt idx="1432">
                        <c:v>0</c:v>
                      </c:pt>
                      <c:pt idx="1433">
                        <c:v>0</c:v>
                      </c:pt>
                      <c:pt idx="1434">
                        <c:v>0</c:v>
                      </c:pt>
                      <c:pt idx="1435">
                        <c:v>0</c:v>
                      </c:pt>
                      <c:pt idx="1436">
                        <c:v>0</c:v>
                      </c:pt>
                      <c:pt idx="1437">
                        <c:v>0</c:v>
                      </c:pt>
                      <c:pt idx="1438">
                        <c:v>0</c:v>
                      </c:pt>
                      <c:pt idx="1439">
                        <c:v>0</c:v>
                      </c:pt>
                      <c:pt idx="1440">
                        <c:v>0</c:v>
                      </c:pt>
                      <c:pt idx="1441">
                        <c:v>0</c:v>
                      </c:pt>
                      <c:pt idx="1442">
                        <c:v>0</c:v>
                      </c:pt>
                      <c:pt idx="1443">
                        <c:v>0</c:v>
                      </c:pt>
                      <c:pt idx="1444">
                        <c:v>0</c:v>
                      </c:pt>
                      <c:pt idx="1445">
                        <c:v>0</c:v>
                      </c:pt>
                      <c:pt idx="1446">
                        <c:v>0</c:v>
                      </c:pt>
                      <c:pt idx="1447">
                        <c:v>0</c:v>
                      </c:pt>
                      <c:pt idx="1448">
                        <c:v>1</c:v>
                      </c:pt>
                      <c:pt idx="1449">
                        <c:v>1</c:v>
                      </c:pt>
                      <c:pt idx="1450">
                        <c:v>0</c:v>
                      </c:pt>
                      <c:pt idx="1451">
                        <c:v>0</c:v>
                      </c:pt>
                      <c:pt idx="1452">
                        <c:v>0</c:v>
                      </c:pt>
                      <c:pt idx="1453">
                        <c:v>0</c:v>
                      </c:pt>
                      <c:pt idx="1454">
                        <c:v>0</c:v>
                      </c:pt>
                      <c:pt idx="1455">
                        <c:v>0</c:v>
                      </c:pt>
                      <c:pt idx="1456">
                        <c:v>0</c:v>
                      </c:pt>
                      <c:pt idx="1457">
                        <c:v>0</c:v>
                      </c:pt>
                      <c:pt idx="1458">
                        <c:v>0</c:v>
                      </c:pt>
                      <c:pt idx="1459">
                        <c:v>0</c:v>
                      </c:pt>
                      <c:pt idx="1460">
                        <c:v>0</c:v>
                      </c:pt>
                      <c:pt idx="1461">
                        <c:v>0</c:v>
                      </c:pt>
                      <c:pt idx="1462">
                        <c:v>0</c:v>
                      </c:pt>
                      <c:pt idx="1463">
                        <c:v>1</c:v>
                      </c:pt>
                      <c:pt idx="1464">
                        <c:v>0</c:v>
                      </c:pt>
                      <c:pt idx="1465">
                        <c:v>0</c:v>
                      </c:pt>
                      <c:pt idx="1466">
                        <c:v>0</c:v>
                      </c:pt>
                      <c:pt idx="1467">
                        <c:v>0</c:v>
                      </c:pt>
                      <c:pt idx="1468">
                        <c:v>0</c:v>
                      </c:pt>
                      <c:pt idx="1469">
                        <c:v>0</c:v>
                      </c:pt>
                      <c:pt idx="1470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A86-4638-A9E1-02D09133811F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1'!$F$9</c15:sqref>
                        </c15:formulaRef>
                      </c:ext>
                    </c:extLst>
                    <c:strCache>
                      <c:ptCount val="1"/>
                      <c:pt idx="0">
                        <c:v>O₂ Reading (%VOL)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1'!$A$10:$A$1480</c15:sqref>
                        </c15:formulaRef>
                      </c:ext>
                    </c:extLst>
                    <c:numCache>
                      <c:formatCode>h:mm;@</c:formatCode>
                      <c:ptCount val="1471"/>
                      <c:pt idx="0">
                        <c:v>0.42465277777777777</c:v>
                      </c:pt>
                      <c:pt idx="1">
                        <c:v>0.42482638888888891</c:v>
                      </c:pt>
                      <c:pt idx="2">
                        <c:v>0.42499999999999999</c:v>
                      </c:pt>
                      <c:pt idx="3">
                        <c:v>0.42517361111111113</c:v>
                      </c:pt>
                      <c:pt idx="4">
                        <c:v>0.42534722222222221</c:v>
                      </c:pt>
                      <c:pt idx="5">
                        <c:v>0.42552083333333335</c:v>
                      </c:pt>
                      <c:pt idx="6">
                        <c:v>0.42569444444444443</c:v>
                      </c:pt>
                      <c:pt idx="7">
                        <c:v>0.42586805555555557</c:v>
                      </c:pt>
                      <c:pt idx="8">
                        <c:v>0.42604166666666665</c:v>
                      </c:pt>
                      <c:pt idx="9">
                        <c:v>0.42621527777777779</c:v>
                      </c:pt>
                      <c:pt idx="10">
                        <c:v>0.42638888888888887</c:v>
                      </c:pt>
                      <c:pt idx="11">
                        <c:v>0.42656250000000001</c:v>
                      </c:pt>
                      <c:pt idx="12">
                        <c:v>0.42673611111111109</c:v>
                      </c:pt>
                      <c:pt idx="13">
                        <c:v>0.42690972222222223</c:v>
                      </c:pt>
                      <c:pt idx="14">
                        <c:v>0.42708333333333331</c:v>
                      </c:pt>
                      <c:pt idx="15">
                        <c:v>0.42725694444444445</c:v>
                      </c:pt>
                      <c:pt idx="16">
                        <c:v>0.42743055555555554</c:v>
                      </c:pt>
                      <c:pt idx="17">
                        <c:v>0.42760416666666667</c:v>
                      </c:pt>
                      <c:pt idx="18">
                        <c:v>0.42777777777777776</c:v>
                      </c:pt>
                      <c:pt idx="19">
                        <c:v>0.4279513888888889</c:v>
                      </c:pt>
                      <c:pt idx="20">
                        <c:v>0.42812499999999998</c:v>
                      </c:pt>
                      <c:pt idx="21">
                        <c:v>0.42829861111111112</c:v>
                      </c:pt>
                      <c:pt idx="22">
                        <c:v>0.4284722222222222</c:v>
                      </c:pt>
                      <c:pt idx="23">
                        <c:v>0.42864583333333334</c:v>
                      </c:pt>
                      <c:pt idx="24">
                        <c:v>0.42881944444444442</c:v>
                      </c:pt>
                      <c:pt idx="25">
                        <c:v>0.42899305555555556</c:v>
                      </c:pt>
                      <c:pt idx="26">
                        <c:v>0.42916666666666664</c:v>
                      </c:pt>
                      <c:pt idx="27">
                        <c:v>0.42934027777777778</c:v>
                      </c:pt>
                      <c:pt idx="28">
                        <c:v>0.42951388888888886</c:v>
                      </c:pt>
                      <c:pt idx="29">
                        <c:v>0.4296875</c:v>
                      </c:pt>
                      <c:pt idx="30">
                        <c:v>0.42986111111111114</c:v>
                      </c:pt>
                      <c:pt idx="31">
                        <c:v>0.44305555555555554</c:v>
                      </c:pt>
                      <c:pt idx="32">
                        <c:v>0.44322916666666667</c:v>
                      </c:pt>
                      <c:pt idx="33">
                        <c:v>0.44340277777777776</c:v>
                      </c:pt>
                      <c:pt idx="34">
                        <c:v>0.4435763888888889</c:v>
                      </c:pt>
                      <c:pt idx="35">
                        <c:v>0.44374999999999998</c:v>
                      </c:pt>
                      <c:pt idx="36">
                        <c:v>0.44392361111111112</c:v>
                      </c:pt>
                      <c:pt idx="37">
                        <c:v>0.4440972222222222</c:v>
                      </c:pt>
                      <c:pt idx="38">
                        <c:v>0.44427083333333334</c:v>
                      </c:pt>
                      <c:pt idx="39">
                        <c:v>0.44444444444444442</c:v>
                      </c:pt>
                      <c:pt idx="40">
                        <c:v>0.44461805555555556</c:v>
                      </c:pt>
                      <c:pt idx="41">
                        <c:v>0.44479166666666664</c:v>
                      </c:pt>
                      <c:pt idx="42">
                        <c:v>0.44496527777777778</c:v>
                      </c:pt>
                      <c:pt idx="43">
                        <c:v>0.44513888888888886</c:v>
                      </c:pt>
                      <c:pt idx="44">
                        <c:v>0.4453125</c:v>
                      </c:pt>
                      <c:pt idx="45">
                        <c:v>0.44548611111111114</c:v>
                      </c:pt>
                      <c:pt idx="46">
                        <c:v>0.44565972222222222</c:v>
                      </c:pt>
                      <c:pt idx="47">
                        <c:v>0.44583333333333336</c:v>
                      </c:pt>
                      <c:pt idx="48">
                        <c:v>0.44600694444444444</c:v>
                      </c:pt>
                      <c:pt idx="49">
                        <c:v>0.44618055555555558</c:v>
                      </c:pt>
                      <c:pt idx="50">
                        <c:v>0.44635416666666666</c:v>
                      </c:pt>
                      <c:pt idx="51">
                        <c:v>0.4465277777777778</c:v>
                      </c:pt>
                      <c:pt idx="52">
                        <c:v>0.44670138888888888</c:v>
                      </c:pt>
                      <c:pt idx="53">
                        <c:v>0.44687500000000002</c:v>
                      </c:pt>
                      <c:pt idx="54">
                        <c:v>0.4470486111111111</c:v>
                      </c:pt>
                      <c:pt idx="55">
                        <c:v>0.44722222222222224</c:v>
                      </c:pt>
                      <c:pt idx="56">
                        <c:v>0.44739583333333333</c:v>
                      </c:pt>
                      <c:pt idx="57">
                        <c:v>0.44756944444444446</c:v>
                      </c:pt>
                      <c:pt idx="58">
                        <c:v>0.44774305555555555</c:v>
                      </c:pt>
                      <c:pt idx="59">
                        <c:v>0.44791666666666669</c:v>
                      </c:pt>
                      <c:pt idx="60">
                        <c:v>0.44809027777777777</c:v>
                      </c:pt>
                      <c:pt idx="61">
                        <c:v>0.44826388888888891</c:v>
                      </c:pt>
                      <c:pt idx="62">
                        <c:v>0.44843749999999999</c:v>
                      </c:pt>
                      <c:pt idx="63">
                        <c:v>0.44861111111111113</c:v>
                      </c:pt>
                      <c:pt idx="64">
                        <c:v>0.44878472222222221</c:v>
                      </c:pt>
                      <c:pt idx="65">
                        <c:v>0.44895833333333335</c:v>
                      </c:pt>
                      <c:pt idx="66">
                        <c:v>0.44913194444444443</c:v>
                      </c:pt>
                      <c:pt idx="67">
                        <c:v>0.44930555555555557</c:v>
                      </c:pt>
                      <c:pt idx="68">
                        <c:v>0.44947916666666665</c:v>
                      </c:pt>
                      <c:pt idx="69">
                        <c:v>0.44965277777777779</c:v>
                      </c:pt>
                      <c:pt idx="70">
                        <c:v>0.44982638888888887</c:v>
                      </c:pt>
                      <c:pt idx="71">
                        <c:v>0.45</c:v>
                      </c:pt>
                      <c:pt idx="72">
                        <c:v>0.45017361111111109</c:v>
                      </c:pt>
                      <c:pt idx="73">
                        <c:v>0.45034722222222223</c:v>
                      </c:pt>
                      <c:pt idx="74">
                        <c:v>0.45052083333333331</c:v>
                      </c:pt>
                      <c:pt idx="75">
                        <c:v>0.45069444444444445</c:v>
                      </c:pt>
                      <c:pt idx="76">
                        <c:v>0.45086805555555554</c:v>
                      </c:pt>
                      <c:pt idx="77">
                        <c:v>0.45104166666666667</c:v>
                      </c:pt>
                      <c:pt idx="78">
                        <c:v>0.45121527777777776</c:v>
                      </c:pt>
                      <c:pt idx="79">
                        <c:v>0.4513888888888889</c:v>
                      </c:pt>
                      <c:pt idx="80">
                        <c:v>0.45156249999999998</c:v>
                      </c:pt>
                      <c:pt idx="81">
                        <c:v>0.45173611111111112</c:v>
                      </c:pt>
                      <c:pt idx="82">
                        <c:v>0.4519097222222222</c:v>
                      </c:pt>
                      <c:pt idx="83">
                        <c:v>0.45208333333333334</c:v>
                      </c:pt>
                      <c:pt idx="84">
                        <c:v>0.45225694444444442</c:v>
                      </c:pt>
                      <c:pt idx="85">
                        <c:v>0.45243055555555556</c:v>
                      </c:pt>
                      <c:pt idx="86">
                        <c:v>0.45260416666666664</c:v>
                      </c:pt>
                      <c:pt idx="87">
                        <c:v>0.45277777777777778</c:v>
                      </c:pt>
                      <c:pt idx="88">
                        <c:v>0.45295138888888886</c:v>
                      </c:pt>
                      <c:pt idx="89">
                        <c:v>0.453125</c:v>
                      </c:pt>
                      <c:pt idx="90">
                        <c:v>0.45329861111111114</c:v>
                      </c:pt>
                      <c:pt idx="91">
                        <c:v>0.45347222222222222</c:v>
                      </c:pt>
                      <c:pt idx="92">
                        <c:v>0.45364583333333336</c:v>
                      </c:pt>
                      <c:pt idx="93">
                        <c:v>0.45381944444444444</c:v>
                      </c:pt>
                      <c:pt idx="94">
                        <c:v>0.45399305555555558</c:v>
                      </c:pt>
                      <c:pt idx="95">
                        <c:v>0.45416666666666666</c:v>
                      </c:pt>
                      <c:pt idx="96">
                        <c:v>0.4543402777777778</c:v>
                      </c:pt>
                      <c:pt idx="97">
                        <c:v>0.45451388888888888</c:v>
                      </c:pt>
                      <c:pt idx="98">
                        <c:v>0.45468750000000002</c:v>
                      </c:pt>
                      <c:pt idx="99">
                        <c:v>0.4548611111111111</c:v>
                      </c:pt>
                      <c:pt idx="100">
                        <c:v>0.45503472222222224</c:v>
                      </c:pt>
                      <c:pt idx="101">
                        <c:v>0.45520833333333333</c:v>
                      </c:pt>
                      <c:pt idx="102">
                        <c:v>0.45538194444444446</c:v>
                      </c:pt>
                      <c:pt idx="103">
                        <c:v>0.45555555555555555</c:v>
                      </c:pt>
                      <c:pt idx="104">
                        <c:v>0.45572916666666669</c:v>
                      </c:pt>
                      <c:pt idx="105">
                        <c:v>0.45590277777777777</c:v>
                      </c:pt>
                      <c:pt idx="106">
                        <c:v>0.45607638888888891</c:v>
                      </c:pt>
                      <c:pt idx="107">
                        <c:v>0.45624999999999999</c:v>
                      </c:pt>
                      <c:pt idx="108">
                        <c:v>0.45642361111111113</c:v>
                      </c:pt>
                      <c:pt idx="109">
                        <c:v>0.45659722222222221</c:v>
                      </c:pt>
                      <c:pt idx="110">
                        <c:v>0.45677083333333335</c:v>
                      </c:pt>
                      <c:pt idx="111">
                        <c:v>0.45694444444444443</c:v>
                      </c:pt>
                      <c:pt idx="112">
                        <c:v>0.45711805555555557</c:v>
                      </c:pt>
                      <c:pt idx="113">
                        <c:v>0.45729166666666665</c:v>
                      </c:pt>
                      <c:pt idx="114">
                        <c:v>0.45746527777777779</c:v>
                      </c:pt>
                      <c:pt idx="115">
                        <c:v>0.45763888888888887</c:v>
                      </c:pt>
                      <c:pt idx="116">
                        <c:v>0.45781250000000001</c:v>
                      </c:pt>
                      <c:pt idx="117">
                        <c:v>0.45798611111111109</c:v>
                      </c:pt>
                      <c:pt idx="118">
                        <c:v>0.45815972222222223</c:v>
                      </c:pt>
                      <c:pt idx="119">
                        <c:v>0.45833333333333331</c:v>
                      </c:pt>
                      <c:pt idx="120">
                        <c:v>0.45850694444444445</c:v>
                      </c:pt>
                      <c:pt idx="121">
                        <c:v>0.45868055555555554</c:v>
                      </c:pt>
                      <c:pt idx="122">
                        <c:v>0.45885416666666667</c:v>
                      </c:pt>
                      <c:pt idx="123">
                        <c:v>0.45902777777777776</c:v>
                      </c:pt>
                      <c:pt idx="124">
                        <c:v>0.4592013888888889</c:v>
                      </c:pt>
                      <c:pt idx="125">
                        <c:v>0.45937499999999998</c:v>
                      </c:pt>
                      <c:pt idx="126">
                        <c:v>0.45954861111111112</c:v>
                      </c:pt>
                      <c:pt idx="127">
                        <c:v>0.4597222222222222</c:v>
                      </c:pt>
                      <c:pt idx="128">
                        <c:v>0.45989583333333334</c:v>
                      </c:pt>
                      <c:pt idx="129">
                        <c:v>0.46006944444444442</c:v>
                      </c:pt>
                      <c:pt idx="130">
                        <c:v>0.46024305555555556</c:v>
                      </c:pt>
                      <c:pt idx="131">
                        <c:v>0.46041666666666664</c:v>
                      </c:pt>
                      <c:pt idx="132">
                        <c:v>0.46059027777777778</c:v>
                      </c:pt>
                      <c:pt idx="133">
                        <c:v>0.46076388888888886</c:v>
                      </c:pt>
                      <c:pt idx="134">
                        <c:v>0.4609375</c:v>
                      </c:pt>
                      <c:pt idx="135">
                        <c:v>0.46111111111111114</c:v>
                      </c:pt>
                      <c:pt idx="136">
                        <c:v>0.46128472222222222</c:v>
                      </c:pt>
                      <c:pt idx="137">
                        <c:v>0.46145833333333336</c:v>
                      </c:pt>
                      <c:pt idx="138">
                        <c:v>0.46163194444444444</c:v>
                      </c:pt>
                      <c:pt idx="139">
                        <c:v>0.46180555555555558</c:v>
                      </c:pt>
                      <c:pt idx="140">
                        <c:v>0.46197916666666666</c:v>
                      </c:pt>
                      <c:pt idx="141">
                        <c:v>0.4621527777777778</c:v>
                      </c:pt>
                      <c:pt idx="142">
                        <c:v>0.46232638888888888</c:v>
                      </c:pt>
                      <c:pt idx="143">
                        <c:v>0.46250000000000002</c:v>
                      </c:pt>
                      <c:pt idx="144">
                        <c:v>0.4626736111111111</c:v>
                      </c:pt>
                      <c:pt idx="145">
                        <c:v>0.46284722222222224</c:v>
                      </c:pt>
                      <c:pt idx="146">
                        <c:v>0.46302083333333333</c:v>
                      </c:pt>
                      <c:pt idx="147">
                        <c:v>0.46319444444444446</c:v>
                      </c:pt>
                      <c:pt idx="148">
                        <c:v>0.46336805555555555</c:v>
                      </c:pt>
                      <c:pt idx="149">
                        <c:v>0.46354166666666669</c:v>
                      </c:pt>
                      <c:pt idx="150">
                        <c:v>0.46371527777777777</c:v>
                      </c:pt>
                      <c:pt idx="151">
                        <c:v>0.46388888888888891</c:v>
                      </c:pt>
                      <c:pt idx="152">
                        <c:v>0.46406249999999999</c:v>
                      </c:pt>
                      <c:pt idx="153">
                        <c:v>0.46423611111111113</c:v>
                      </c:pt>
                      <c:pt idx="154">
                        <c:v>0.46440972222222221</c:v>
                      </c:pt>
                      <c:pt idx="155">
                        <c:v>0.46458333333333335</c:v>
                      </c:pt>
                      <c:pt idx="156">
                        <c:v>0.46475694444444443</c:v>
                      </c:pt>
                      <c:pt idx="157">
                        <c:v>0.46493055555555557</c:v>
                      </c:pt>
                      <c:pt idx="158">
                        <c:v>0.46510416666666665</c:v>
                      </c:pt>
                      <c:pt idx="159">
                        <c:v>0.46527777777777779</c:v>
                      </c:pt>
                      <c:pt idx="160">
                        <c:v>0.46545138888888887</c:v>
                      </c:pt>
                      <c:pt idx="161">
                        <c:v>0.46562500000000001</c:v>
                      </c:pt>
                      <c:pt idx="162">
                        <c:v>0.46579861111111109</c:v>
                      </c:pt>
                      <c:pt idx="163">
                        <c:v>0.46597222222222223</c:v>
                      </c:pt>
                      <c:pt idx="164">
                        <c:v>0.46614583333333331</c:v>
                      </c:pt>
                      <c:pt idx="165">
                        <c:v>0.46631944444444445</c:v>
                      </c:pt>
                      <c:pt idx="166">
                        <c:v>0.46649305555555554</c:v>
                      </c:pt>
                      <c:pt idx="167">
                        <c:v>0.46666666666666667</c:v>
                      </c:pt>
                      <c:pt idx="168" formatCode="h:mm:ss">
                        <c:v>0.46684027777777776</c:v>
                      </c:pt>
                      <c:pt idx="169" formatCode="h:mm:ss">
                        <c:v>0.4670138888888889</c:v>
                      </c:pt>
                      <c:pt idx="170" formatCode="h:mm:ss">
                        <c:v>0.46718749999999998</c:v>
                      </c:pt>
                      <c:pt idx="171" formatCode="h:mm:ss">
                        <c:v>0.46736111111111112</c:v>
                      </c:pt>
                      <c:pt idx="172" formatCode="h:mm:ss">
                        <c:v>0.4675347222222222</c:v>
                      </c:pt>
                      <c:pt idx="173" formatCode="h:mm:ss">
                        <c:v>0.46770833333333334</c:v>
                      </c:pt>
                      <c:pt idx="174" formatCode="h:mm:ss">
                        <c:v>0.46788194444444442</c:v>
                      </c:pt>
                      <c:pt idx="175" formatCode="h:mm:ss">
                        <c:v>0.46805555555555556</c:v>
                      </c:pt>
                      <c:pt idx="176" formatCode="h:mm:ss">
                        <c:v>0.46822916666666664</c:v>
                      </c:pt>
                      <c:pt idx="177" formatCode="h:mm:ss">
                        <c:v>0.46840277777777778</c:v>
                      </c:pt>
                      <c:pt idx="178" formatCode="h:mm:ss">
                        <c:v>0.46857638888888886</c:v>
                      </c:pt>
                      <c:pt idx="179" formatCode="h:mm:ss">
                        <c:v>0.46875</c:v>
                      </c:pt>
                      <c:pt idx="180" formatCode="h:mm:ss">
                        <c:v>0.46892361111111114</c:v>
                      </c:pt>
                      <c:pt idx="181" formatCode="h:mm:ss">
                        <c:v>0.46909722222222222</c:v>
                      </c:pt>
                      <c:pt idx="182" formatCode="h:mm:ss">
                        <c:v>0.46927083333333336</c:v>
                      </c:pt>
                      <c:pt idx="183" formatCode="h:mm:ss">
                        <c:v>0.46944444444444444</c:v>
                      </c:pt>
                      <c:pt idx="184" formatCode="h:mm:ss">
                        <c:v>0.46961805555555558</c:v>
                      </c:pt>
                      <c:pt idx="185" formatCode="h:mm:ss">
                        <c:v>0.46979166666666666</c:v>
                      </c:pt>
                      <c:pt idx="186" formatCode="h:mm:ss">
                        <c:v>0.4699652777777778</c:v>
                      </c:pt>
                      <c:pt idx="187" formatCode="h:mm:ss">
                        <c:v>0.47013888888888888</c:v>
                      </c:pt>
                      <c:pt idx="188" formatCode="h:mm:ss">
                        <c:v>0.47031250000000002</c:v>
                      </c:pt>
                      <c:pt idx="189" formatCode="h:mm:ss">
                        <c:v>0.4704861111111111</c:v>
                      </c:pt>
                      <c:pt idx="190" formatCode="h:mm:ss">
                        <c:v>0.47065972222222224</c:v>
                      </c:pt>
                      <c:pt idx="191" formatCode="h:mm:ss">
                        <c:v>0.47083333333333333</c:v>
                      </c:pt>
                      <c:pt idx="192" formatCode="h:mm:ss">
                        <c:v>0.47100694444444446</c:v>
                      </c:pt>
                      <c:pt idx="193" formatCode="h:mm:ss">
                        <c:v>0.47118055555555555</c:v>
                      </c:pt>
                      <c:pt idx="194" formatCode="h:mm:ss">
                        <c:v>0.47135416666666669</c:v>
                      </c:pt>
                      <c:pt idx="195" formatCode="h:mm:ss">
                        <c:v>0.47152777777777777</c:v>
                      </c:pt>
                      <c:pt idx="196" formatCode="h:mm:ss">
                        <c:v>0.47170138888888891</c:v>
                      </c:pt>
                      <c:pt idx="197" formatCode="h:mm:ss">
                        <c:v>0.47187499999999999</c:v>
                      </c:pt>
                      <c:pt idx="198" formatCode="h:mm:ss">
                        <c:v>0.47204861111111113</c:v>
                      </c:pt>
                      <c:pt idx="199" formatCode="h:mm:ss">
                        <c:v>0.47222222222222221</c:v>
                      </c:pt>
                      <c:pt idx="200" formatCode="h:mm:ss">
                        <c:v>0.47239583333333335</c:v>
                      </c:pt>
                      <c:pt idx="201" formatCode="h:mm:ss">
                        <c:v>0.47256944444444443</c:v>
                      </c:pt>
                      <c:pt idx="202" formatCode="h:mm:ss">
                        <c:v>0.47274305555555557</c:v>
                      </c:pt>
                      <c:pt idx="203" formatCode="h:mm:ss">
                        <c:v>0.47291666666666665</c:v>
                      </c:pt>
                      <c:pt idx="204" formatCode="h:mm:ss">
                        <c:v>0.47309027777777779</c:v>
                      </c:pt>
                      <c:pt idx="205" formatCode="h:mm:ss">
                        <c:v>0.47326388888888887</c:v>
                      </c:pt>
                      <c:pt idx="206" formatCode="h:mm:ss">
                        <c:v>0.47343750000000001</c:v>
                      </c:pt>
                      <c:pt idx="207" formatCode="h:mm:ss">
                        <c:v>0.47361111111111109</c:v>
                      </c:pt>
                      <c:pt idx="208" formatCode="h:mm:ss">
                        <c:v>0.47378472222222223</c:v>
                      </c:pt>
                      <c:pt idx="209" formatCode="h:mm:ss">
                        <c:v>0.47395833333333331</c:v>
                      </c:pt>
                      <c:pt idx="210" formatCode="h:mm:ss">
                        <c:v>0.47413194444444445</c:v>
                      </c:pt>
                      <c:pt idx="211" formatCode="h:mm:ss">
                        <c:v>0.47430555555555554</c:v>
                      </c:pt>
                      <c:pt idx="212" formatCode="h:mm:ss">
                        <c:v>0.47447916666666667</c:v>
                      </c:pt>
                      <c:pt idx="213" formatCode="h:mm:ss">
                        <c:v>0.47465277777777776</c:v>
                      </c:pt>
                      <c:pt idx="214" formatCode="h:mm:ss">
                        <c:v>0.4748263888888889</c:v>
                      </c:pt>
                      <c:pt idx="215" formatCode="h:mm:ss">
                        <c:v>0.47499999999999998</c:v>
                      </c:pt>
                      <c:pt idx="216" formatCode="h:mm:ss">
                        <c:v>0.47517361111111112</c:v>
                      </c:pt>
                      <c:pt idx="217" formatCode="h:mm:ss">
                        <c:v>0.4753472222222222</c:v>
                      </c:pt>
                      <c:pt idx="218" formatCode="h:mm:ss">
                        <c:v>0.47552083333333334</c:v>
                      </c:pt>
                      <c:pt idx="219" formatCode="h:mm:ss">
                        <c:v>0.47569444444444442</c:v>
                      </c:pt>
                      <c:pt idx="220" formatCode="h:mm:ss">
                        <c:v>0.47586805555555556</c:v>
                      </c:pt>
                      <c:pt idx="221" formatCode="h:mm:ss">
                        <c:v>0.47604166666666664</c:v>
                      </c:pt>
                      <c:pt idx="222" formatCode="h:mm:ss">
                        <c:v>0.47621527777777778</c:v>
                      </c:pt>
                      <c:pt idx="223" formatCode="h:mm:ss">
                        <c:v>0.47638888888888886</c:v>
                      </c:pt>
                      <c:pt idx="224" formatCode="h:mm:ss">
                        <c:v>0.4765625</c:v>
                      </c:pt>
                      <c:pt idx="225" formatCode="h:mm:ss">
                        <c:v>0.47673611111111114</c:v>
                      </c:pt>
                      <c:pt idx="226" formatCode="h:mm:ss">
                        <c:v>0.47690972222222222</c:v>
                      </c:pt>
                      <c:pt idx="227" formatCode="h:mm:ss">
                        <c:v>0.47708333333333336</c:v>
                      </c:pt>
                      <c:pt idx="228" formatCode="h:mm:ss">
                        <c:v>0.47725694444444444</c:v>
                      </c:pt>
                      <c:pt idx="229" formatCode="h:mm:ss">
                        <c:v>0.47743055555555558</c:v>
                      </c:pt>
                      <c:pt idx="230" formatCode="h:mm:ss">
                        <c:v>0.47760416666666666</c:v>
                      </c:pt>
                      <c:pt idx="231" formatCode="h:mm:ss">
                        <c:v>0.4777777777777778</c:v>
                      </c:pt>
                      <c:pt idx="232" formatCode="h:mm:ss">
                        <c:v>0.47795138888888888</c:v>
                      </c:pt>
                      <c:pt idx="233" formatCode="h:mm:ss">
                        <c:v>0.47812500000000002</c:v>
                      </c:pt>
                      <c:pt idx="234" formatCode="h:mm:ss">
                        <c:v>0.4782986111111111</c:v>
                      </c:pt>
                      <c:pt idx="235" formatCode="h:mm:ss">
                        <c:v>0.47847222222222224</c:v>
                      </c:pt>
                      <c:pt idx="236" formatCode="h:mm:ss">
                        <c:v>0.47864583333333333</c:v>
                      </c:pt>
                      <c:pt idx="237" formatCode="h:mm:ss">
                        <c:v>0.47881944444444446</c:v>
                      </c:pt>
                      <c:pt idx="238" formatCode="h:mm:ss">
                        <c:v>0.47899305555555555</c:v>
                      </c:pt>
                      <c:pt idx="239" formatCode="h:mm:ss">
                        <c:v>0.47916666666666669</c:v>
                      </c:pt>
                      <c:pt idx="240" formatCode="h:mm:ss">
                        <c:v>0.47934027777777777</c:v>
                      </c:pt>
                      <c:pt idx="241" formatCode="h:mm:ss">
                        <c:v>0.47951388888888891</c:v>
                      </c:pt>
                      <c:pt idx="242" formatCode="h:mm:ss">
                        <c:v>0.47968749999999999</c:v>
                      </c:pt>
                      <c:pt idx="243" formatCode="h:mm:ss">
                        <c:v>0.47986111111111113</c:v>
                      </c:pt>
                      <c:pt idx="244" formatCode="h:mm:ss">
                        <c:v>0.48003472222222221</c:v>
                      </c:pt>
                      <c:pt idx="245" formatCode="h:mm:ss">
                        <c:v>0.48020833333333335</c:v>
                      </c:pt>
                      <c:pt idx="246" formatCode="h:mm:ss">
                        <c:v>0.48038194444444443</c:v>
                      </c:pt>
                      <c:pt idx="247" formatCode="h:mm:ss">
                        <c:v>0.48055555555555557</c:v>
                      </c:pt>
                      <c:pt idx="248" formatCode="h:mm:ss">
                        <c:v>0.48072916666666665</c:v>
                      </c:pt>
                      <c:pt idx="249" formatCode="h:mm:ss">
                        <c:v>0.48090277777777779</c:v>
                      </c:pt>
                      <c:pt idx="250" formatCode="h:mm:ss">
                        <c:v>0.48107638888888887</c:v>
                      </c:pt>
                      <c:pt idx="251" formatCode="h:mm:ss">
                        <c:v>0.48125000000000001</c:v>
                      </c:pt>
                      <c:pt idx="252" formatCode="h:mm:ss">
                        <c:v>0.48142361111111109</c:v>
                      </c:pt>
                      <c:pt idx="253" formatCode="h:mm:ss">
                        <c:v>0.48159722222222223</c:v>
                      </c:pt>
                      <c:pt idx="254" formatCode="h:mm:ss">
                        <c:v>0.48177083333333331</c:v>
                      </c:pt>
                      <c:pt idx="255" formatCode="h:mm:ss">
                        <c:v>0.48194444444444445</c:v>
                      </c:pt>
                      <c:pt idx="256" formatCode="h:mm:ss">
                        <c:v>0.48211805555555554</c:v>
                      </c:pt>
                      <c:pt idx="257" formatCode="h:mm:ss">
                        <c:v>0.48229166666666667</c:v>
                      </c:pt>
                      <c:pt idx="258" formatCode="h:mm:ss">
                        <c:v>0.48246527777777776</c:v>
                      </c:pt>
                      <c:pt idx="259" formatCode="h:mm:ss">
                        <c:v>0.4826388888888889</c:v>
                      </c:pt>
                      <c:pt idx="260" formatCode="h:mm:ss">
                        <c:v>0.48281249999999998</c:v>
                      </c:pt>
                      <c:pt idx="261" formatCode="h:mm:ss">
                        <c:v>0.48298611111111112</c:v>
                      </c:pt>
                      <c:pt idx="262" formatCode="h:mm:ss">
                        <c:v>0.4831597222222222</c:v>
                      </c:pt>
                      <c:pt idx="263" formatCode="h:mm:ss">
                        <c:v>0.48333333333333334</c:v>
                      </c:pt>
                      <c:pt idx="264" formatCode="h:mm:ss">
                        <c:v>0.48350694444444442</c:v>
                      </c:pt>
                      <c:pt idx="265" formatCode="h:mm:ss">
                        <c:v>0.48368055555555556</c:v>
                      </c:pt>
                      <c:pt idx="266" formatCode="h:mm:ss">
                        <c:v>0.48385416666666664</c:v>
                      </c:pt>
                      <c:pt idx="267" formatCode="h:mm:ss">
                        <c:v>0.48402777777777778</c:v>
                      </c:pt>
                      <c:pt idx="268" formatCode="h:mm:ss">
                        <c:v>0.48420138888888886</c:v>
                      </c:pt>
                      <c:pt idx="269" formatCode="h:mm:ss">
                        <c:v>0.484375</c:v>
                      </c:pt>
                      <c:pt idx="270" formatCode="h:mm:ss">
                        <c:v>0.48454861111111114</c:v>
                      </c:pt>
                      <c:pt idx="271" formatCode="h:mm:ss">
                        <c:v>0.48472222222222222</c:v>
                      </c:pt>
                      <c:pt idx="272" formatCode="h:mm:ss">
                        <c:v>0.48489583333333336</c:v>
                      </c:pt>
                      <c:pt idx="273" formatCode="h:mm:ss">
                        <c:v>0.48506944444444444</c:v>
                      </c:pt>
                      <c:pt idx="274" formatCode="h:mm:ss">
                        <c:v>0.48524305555555558</c:v>
                      </c:pt>
                      <c:pt idx="275" formatCode="h:mm:ss">
                        <c:v>0.48541666666666666</c:v>
                      </c:pt>
                      <c:pt idx="276" formatCode="h:mm:ss">
                        <c:v>0.4855902777777778</c:v>
                      </c:pt>
                      <c:pt idx="277" formatCode="h:mm:ss">
                        <c:v>0.48576388888888888</c:v>
                      </c:pt>
                      <c:pt idx="278" formatCode="h:mm:ss">
                        <c:v>0.48593750000000002</c:v>
                      </c:pt>
                      <c:pt idx="279" formatCode="h:mm:ss">
                        <c:v>0.4861111111111111</c:v>
                      </c:pt>
                      <c:pt idx="280" formatCode="h:mm:ss">
                        <c:v>0.48628472222222224</c:v>
                      </c:pt>
                      <c:pt idx="281" formatCode="h:mm:ss">
                        <c:v>0.48645833333333333</c:v>
                      </c:pt>
                      <c:pt idx="282" formatCode="h:mm:ss">
                        <c:v>0.48663194444444446</c:v>
                      </c:pt>
                      <c:pt idx="283" formatCode="h:mm:ss">
                        <c:v>0.48680555555555555</c:v>
                      </c:pt>
                      <c:pt idx="284" formatCode="h:mm:ss">
                        <c:v>0.48697916666666669</c:v>
                      </c:pt>
                      <c:pt idx="285" formatCode="h:mm:ss">
                        <c:v>0.48715277777777777</c:v>
                      </c:pt>
                      <c:pt idx="286" formatCode="h:mm:ss">
                        <c:v>0.48732638888888891</c:v>
                      </c:pt>
                      <c:pt idx="287" formatCode="h:mm:ss">
                        <c:v>0.48749999999999999</c:v>
                      </c:pt>
                      <c:pt idx="288" formatCode="h:mm:ss">
                        <c:v>0.48767361111111113</c:v>
                      </c:pt>
                      <c:pt idx="289" formatCode="h:mm:ss">
                        <c:v>0.48784722222222221</c:v>
                      </c:pt>
                      <c:pt idx="290" formatCode="h:mm:ss">
                        <c:v>0.48802083333333335</c:v>
                      </c:pt>
                      <c:pt idx="291" formatCode="h:mm:ss">
                        <c:v>0.48819444444444443</c:v>
                      </c:pt>
                      <c:pt idx="292" formatCode="h:mm:ss">
                        <c:v>0.48836805555555557</c:v>
                      </c:pt>
                      <c:pt idx="293" formatCode="h:mm:ss">
                        <c:v>0.48854166666666665</c:v>
                      </c:pt>
                      <c:pt idx="294" formatCode="h:mm:ss">
                        <c:v>0.48871527777777779</c:v>
                      </c:pt>
                      <c:pt idx="295" formatCode="h:mm:ss">
                        <c:v>0.48888888888888887</c:v>
                      </c:pt>
                      <c:pt idx="296" formatCode="h:mm:ss">
                        <c:v>0.48906250000000001</c:v>
                      </c:pt>
                      <c:pt idx="297" formatCode="h:mm:ss">
                        <c:v>0.48923611111111109</c:v>
                      </c:pt>
                      <c:pt idx="298" formatCode="h:mm:ss">
                        <c:v>0.48940972222222223</c:v>
                      </c:pt>
                      <c:pt idx="299" formatCode="h:mm:ss">
                        <c:v>0.48958333333333331</c:v>
                      </c:pt>
                      <c:pt idx="300" formatCode="h:mm:ss">
                        <c:v>0.48975694444444445</c:v>
                      </c:pt>
                      <c:pt idx="301" formatCode="h:mm:ss">
                        <c:v>0.48993055555555554</c:v>
                      </c:pt>
                      <c:pt idx="302" formatCode="h:mm:ss">
                        <c:v>0.49010416666666667</c:v>
                      </c:pt>
                      <c:pt idx="303" formatCode="h:mm:ss">
                        <c:v>0.49027777777777776</c:v>
                      </c:pt>
                      <c:pt idx="304" formatCode="h:mm:ss">
                        <c:v>0.4904513888888889</c:v>
                      </c:pt>
                      <c:pt idx="305" formatCode="h:mm:ss">
                        <c:v>0.49062499999999998</c:v>
                      </c:pt>
                      <c:pt idx="306" formatCode="h:mm:ss">
                        <c:v>0.49079861111111112</c:v>
                      </c:pt>
                      <c:pt idx="307" formatCode="h:mm:ss">
                        <c:v>0.4909722222222222</c:v>
                      </c:pt>
                      <c:pt idx="308" formatCode="h:mm:ss">
                        <c:v>0.49114583333333334</c:v>
                      </c:pt>
                      <c:pt idx="309" formatCode="h:mm:ss">
                        <c:v>0.49131944444444442</c:v>
                      </c:pt>
                      <c:pt idx="310" formatCode="h:mm:ss">
                        <c:v>0.49149305555555556</c:v>
                      </c:pt>
                      <c:pt idx="311" formatCode="h:mm:ss">
                        <c:v>0.49166666666666664</c:v>
                      </c:pt>
                      <c:pt idx="312" formatCode="h:mm:ss">
                        <c:v>0.49184027777777778</c:v>
                      </c:pt>
                      <c:pt idx="313" formatCode="h:mm:ss">
                        <c:v>0.49201388888888886</c:v>
                      </c:pt>
                      <c:pt idx="314" formatCode="h:mm:ss">
                        <c:v>0.4921875</c:v>
                      </c:pt>
                      <c:pt idx="315" formatCode="h:mm:ss">
                        <c:v>0.49236111111111114</c:v>
                      </c:pt>
                      <c:pt idx="316" formatCode="h:mm:ss">
                        <c:v>0.49253472222222222</c:v>
                      </c:pt>
                      <c:pt idx="317" formatCode="h:mm:ss">
                        <c:v>0.49270833333333336</c:v>
                      </c:pt>
                      <c:pt idx="318" formatCode="h:mm:ss">
                        <c:v>0.49288194444444444</c:v>
                      </c:pt>
                      <c:pt idx="319" formatCode="h:mm:ss">
                        <c:v>0.49305555555555558</c:v>
                      </c:pt>
                      <c:pt idx="320" formatCode="h:mm:ss">
                        <c:v>0.49322916666666666</c:v>
                      </c:pt>
                      <c:pt idx="321" formatCode="h:mm:ss">
                        <c:v>0.4934027777777778</c:v>
                      </c:pt>
                      <c:pt idx="322" formatCode="h:mm:ss">
                        <c:v>0.49357638888888888</c:v>
                      </c:pt>
                      <c:pt idx="323" formatCode="h:mm:ss">
                        <c:v>0.49375000000000002</c:v>
                      </c:pt>
                      <c:pt idx="324" formatCode="h:mm:ss">
                        <c:v>0.4939236111111111</c:v>
                      </c:pt>
                      <c:pt idx="325" formatCode="h:mm:ss">
                        <c:v>0.49409722222222224</c:v>
                      </c:pt>
                      <c:pt idx="326" formatCode="h:mm:ss">
                        <c:v>0.49427083333333333</c:v>
                      </c:pt>
                      <c:pt idx="327" formatCode="h:mm:ss">
                        <c:v>0.49444444444444446</c:v>
                      </c:pt>
                      <c:pt idx="328" formatCode="h:mm:ss">
                        <c:v>0.49461805555555555</c:v>
                      </c:pt>
                      <c:pt idx="329" formatCode="h:mm:ss">
                        <c:v>0.49479166666666669</c:v>
                      </c:pt>
                      <c:pt idx="330" formatCode="h:mm:ss">
                        <c:v>0.49496527777777777</c:v>
                      </c:pt>
                      <c:pt idx="331" formatCode="h:mm:ss">
                        <c:v>0.49513888888888891</c:v>
                      </c:pt>
                      <c:pt idx="332" formatCode="h:mm:ss">
                        <c:v>0.49531249999999999</c:v>
                      </c:pt>
                      <c:pt idx="333" formatCode="h:mm:ss">
                        <c:v>0.49548611111111113</c:v>
                      </c:pt>
                      <c:pt idx="334" formatCode="h:mm:ss">
                        <c:v>0.49565972222222221</c:v>
                      </c:pt>
                      <c:pt idx="335" formatCode="h:mm:ss">
                        <c:v>0.49583333333333335</c:v>
                      </c:pt>
                      <c:pt idx="336" formatCode="h:mm:ss">
                        <c:v>0.49600694444444443</c:v>
                      </c:pt>
                      <c:pt idx="337" formatCode="h:mm:ss">
                        <c:v>0.49618055555555557</c:v>
                      </c:pt>
                      <c:pt idx="338" formatCode="h:mm:ss">
                        <c:v>0.49635416666666665</c:v>
                      </c:pt>
                      <c:pt idx="339" formatCode="h:mm:ss">
                        <c:v>0.49652777777777779</c:v>
                      </c:pt>
                      <c:pt idx="340" formatCode="h:mm:ss">
                        <c:v>0.49670138888888887</c:v>
                      </c:pt>
                      <c:pt idx="341" formatCode="h:mm:ss">
                        <c:v>0.49687500000000001</c:v>
                      </c:pt>
                      <c:pt idx="342" formatCode="h:mm:ss">
                        <c:v>0.49704861111111109</c:v>
                      </c:pt>
                      <c:pt idx="343" formatCode="h:mm:ss">
                        <c:v>0.49722222222222223</c:v>
                      </c:pt>
                      <c:pt idx="344" formatCode="h:mm:ss">
                        <c:v>0.49739583333333331</c:v>
                      </c:pt>
                      <c:pt idx="345" formatCode="h:mm:ss">
                        <c:v>0.49756944444444445</c:v>
                      </c:pt>
                      <c:pt idx="346" formatCode="h:mm:ss">
                        <c:v>0.49774305555555554</c:v>
                      </c:pt>
                      <c:pt idx="347" formatCode="h:mm:ss">
                        <c:v>0.49791666666666667</c:v>
                      </c:pt>
                      <c:pt idx="348" formatCode="h:mm:ss">
                        <c:v>0.49809027777777776</c:v>
                      </c:pt>
                      <c:pt idx="349" formatCode="h:mm:ss">
                        <c:v>0.4982638888888889</c:v>
                      </c:pt>
                      <c:pt idx="350" formatCode="h:mm:ss">
                        <c:v>0.49843749999999998</c:v>
                      </c:pt>
                      <c:pt idx="351" formatCode="h:mm:ss">
                        <c:v>0.49861111111111112</c:v>
                      </c:pt>
                      <c:pt idx="352" formatCode="h:mm:ss">
                        <c:v>0.4987847222222222</c:v>
                      </c:pt>
                      <c:pt idx="353" formatCode="h:mm:ss">
                        <c:v>0.49895833333333334</c:v>
                      </c:pt>
                      <c:pt idx="354" formatCode="h:mm:ss">
                        <c:v>0.49913194444444442</c:v>
                      </c:pt>
                      <c:pt idx="355" formatCode="h:mm:ss">
                        <c:v>0.49930555555555556</c:v>
                      </c:pt>
                      <c:pt idx="356" formatCode="h:mm:ss">
                        <c:v>0.49947916666666664</c:v>
                      </c:pt>
                      <c:pt idx="357" formatCode="h:mm:ss">
                        <c:v>0.49965277777777778</c:v>
                      </c:pt>
                      <c:pt idx="358" formatCode="h:mm:ss">
                        <c:v>0.49982638888888886</c:v>
                      </c:pt>
                      <c:pt idx="359" formatCode="h:mm:ss">
                        <c:v>0.5</c:v>
                      </c:pt>
                      <c:pt idx="360" formatCode="h:mm:ss">
                        <c:v>0.50017361111111114</c:v>
                      </c:pt>
                      <c:pt idx="361" formatCode="h:mm:ss">
                        <c:v>0.50034722222222228</c:v>
                      </c:pt>
                      <c:pt idx="362" formatCode="h:mm:ss">
                        <c:v>0.5005208333333333</c:v>
                      </c:pt>
                      <c:pt idx="363" formatCode="h:mm:ss">
                        <c:v>0.50069444444444444</c:v>
                      </c:pt>
                      <c:pt idx="364" formatCode="h:mm:ss">
                        <c:v>0.50086805555555558</c:v>
                      </c:pt>
                      <c:pt idx="365" formatCode="h:mm:ss">
                        <c:v>0.50104166666666672</c:v>
                      </c:pt>
                      <c:pt idx="366" formatCode="h:mm:ss">
                        <c:v>0.50121527777777775</c:v>
                      </c:pt>
                      <c:pt idx="367" formatCode="h:mm:ss">
                        <c:v>0.50138888888888888</c:v>
                      </c:pt>
                      <c:pt idx="368" formatCode="h:mm:ss">
                        <c:v>0.50156250000000002</c:v>
                      </c:pt>
                      <c:pt idx="369" formatCode="h:mm:ss">
                        <c:v>0.50173611111111116</c:v>
                      </c:pt>
                      <c:pt idx="370" formatCode="h:mm:ss">
                        <c:v>0.50190972222222219</c:v>
                      </c:pt>
                      <c:pt idx="371" formatCode="h:mm:ss">
                        <c:v>0.50208333333333333</c:v>
                      </c:pt>
                      <c:pt idx="372" formatCode="h:mm:ss">
                        <c:v>0.50225694444444446</c:v>
                      </c:pt>
                      <c:pt idx="373" formatCode="h:mm:ss">
                        <c:v>0.5024305555555556</c:v>
                      </c:pt>
                      <c:pt idx="374" formatCode="h:mm:ss">
                        <c:v>0.50260416666666663</c:v>
                      </c:pt>
                      <c:pt idx="375" formatCode="h:mm:ss">
                        <c:v>0.50277777777777777</c:v>
                      </c:pt>
                      <c:pt idx="376" formatCode="h:mm:ss">
                        <c:v>0.50295138888888891</c:v>
                      </c:pt>
                      <c:pt idx="377" formatCode="h:mm:ss">
                        <c:v>0.50312500000000004</c:v>
                      </c:pt>
                      <c:pt idx="378" formatCode="h:mm:ss">
                        <c:v>0.50329861111111107</c:v>
                      </c:pt>
                      <c:pt idx="379" formatCode="h:mm:ss">
                        <c:v>0.50347222222222221</c:v>
                      </c:pt>
                      <c:pt idx="380" formatCode="h:mm:ss">
                        <c:v>0.50364583333333335</c:v>
                      </c:pt>
                      <c:pt idx="381" formatCode="h:mm:ss">
                        <c:v>0.50381944444444449</c:v>
                      </c:pt>
                      <c:pt idx="382" formatCode="h:mm:ss">
                        <c:v>0.50399305555555551</c:v>
                      </c:pt>
                      <c:pt idx="383" formatCode="h:mm:ss">
                        <c:v>0.50416666666666665</c:v>
                      </c:pt>
                      <c:pt idx="384" formatCode="h:mm:ss">
                        <c:v>0.50434027777777779</c:v>
                      </c:pt>
                      <c:pt idx="385" formatCode="h:mm:ss">
                        <c:v>0.50451388888888893</c:v>
                      </c:pt>
                      <c:pt idx="386" formatCode="h:mm:ss">
                        <c:v>0.50468749999999996</c:v>
                      </c:pt>
                      <c:pt idx="387" formatCode="h:mm:ss">
                        <c:v>0.50486111111111109</c:v>
                      </c:pt>
                      <c:pt idx="388" formatCode="h:mm:ss">
                        <c:v>0.50503472222222223</c:v>
                      </c:pt>
                      <c:pt idx="389" formatCode="h:mm:ss">
                        <c:v>0.50520833333333337</c:v>
                      </c:pt>
                      <c:pt idx="390" formatCode="h:mm:ss">
                        <c:v>0.5053819444444444</c:v>
                      </c:pt>
                      <c:pt idx="391" formatCode="h:mm:ss">
                        <c:v>0.50555555555555554</c:v>
                      </c:pt>
                      <c:pt idx="392" formatCode="h:mm:ss">
                        <c:v>0.50572916666666667</c:v>
                      </c:pt>
                      <c:pt idx="393" formatCode="h:mm:ss">
                        <c:v>0.50590277777777781</c:v>
                      </c:pt>
                      <c:pt idx="394" formatCode="h:mm:ss">
                        <c:v>0.50607638888888884</c:v>
                      </c:pt>
                      <c:pt idx="395" formatCode="h:mm:ss">
                        <c:v>0.50624999999999998</c:v>
                      </c:pt>
                      <c:pt idx="396" formatCode="h:mm:ss">
                        <c:v>0.50642361111111112</c:v>
                      </c:pt>
                      <c:pt idx="397" formatCode="h:mm:ss">
                        <c:v>0.50659722222222225</c:v>
                      </c:pt>
                      <c:pt idx="398" formatCode="h:mm:ss">
                        <c:v>0.50677083333333328</c:v>
                      </c:pt>
                      <c:pt idx="399" formatCode="h:mm:ss">
                        <c:v>0.50694444444444442</c:v>
                      </c:pt>
                      <c:pt idx="400" formatCode="h:mm:ss">
                        <c:v>0.50711805555555556</c:v>
                      </c:pt>
                      <c:pt idx="401" formatCode="h:mm:ss">
                        <c:v>0.5072916666666667</c:v>
                      </c:pt>
                      <c:pt idx="402" formatCode="h:mm:ss">
                        <c:v>0.50746527777777772</c:v>
                      </c:pt>
                      <c:pt idx="403" formatCode="h:mm:ss">
                        <c:v>0.50763888888888886</c:v>
                      </c:pt>
                      <c:pt idx="404" formatCode="h:mm:ss">
                        <c:v>0.5078125</c:v>
                      </c:pt>
                      <c:pt idx="405" formatCode="h:mm:ss">
                        <c:v>0.50798611111111114</c:v>
                      </c:pt>
                      <c:pt idx="406" formatCode="h:mm:ss">
                        <c:v>0.50815972222222228</c:v>
                      </c:pt>
                      <c:pt idx="407" formatCode="h:mm:ss">
                        <c:v>0.5083333333333333</c:v>
                      </c:pt>
                      <c:pt idx="408" formatCode="h:mm:ss">
                        <c:v>0.50850694444444444</c:v>
                      </c:pt>
                      <c:pt idx="409" formatCode="h:mm:ss">
                        <c:v>0.50868055555555558</c:v>
                      </c:pt>
                      <c:pt idx="410" formatCode="h:mm:ss">
                        <c:v>0.50885416666666672</c:v>
                      </c:pt>
                      <c:pt idx="411" formatCode="h:mm:ss">
                        <c:v>0.50902777777777775</c:v>
                      </c:pt>
                      <c:pt idx="412" formatCode="h:mm:ss">
                        <c:v>0.50920138888888888</c:v>
                      </c:pt>
                      <c:pt idx="413" formatCode="h:mm:ss">
                        <c:v>0.50937500000000002</c:v>
                      </c:pt>
                      <c:pt idx="414" formatCode="h:mm:ss">
                        <c:v>0.50954861111111116</c:v>
                      </c:pt>
                      <c:pt idx="415" formatCode="h:mm:ss">
                        <c:v>0.50972222222222219</c:v>
                      </c:pt>
                      <c:pt idx="416" formatCode="h:mm:ss">
                        <c:v>0.50989583333333333</c:v>
                      </c:pt>
                      <c:pt idx="417" formatCode="h:mm:ss">
                        <c:v>0.51006944444444446</c:v>
                      </c:pt>
                      <c:pt idx="418" formatCode="h:mm:ss">
                        <c:v>0.5102430555555556</c:v>
                      </c:pt>
                      <c:pt idx="419" formatCode="h:mm:ss">
                        <c:v>0.51041666666666663</c:v>
                      </c:pt>
                      <c:pt idx="420" formatCode="h:mm:ss">
                        <c:v>0.51059027777777777</c:v>
                      </c:pt>
                      <c:pt idx="421" formatCode="h:mm:ss">
                        <c:v>0.51076388888888891</c:v>
                      </c:pt>
                      <c:pt idx="422" formatCode="h:mm:ss">
                        <c:v>0.51093750000000004</c:v>
                      </c:pt>
                      <c:pt idx="423" formatCode="h:mm:ss">
                        <c:v>0.51111111111111107</c:v>
                      </c:pt>
                      <c:pt idx="424" formatCode="h:mm:ss">
                        <c:v>0.51128472222222221</c:v>
                      </c:pt>
                      <c:pt idx="425" formatCode="h:mm:ss">
                        <c:v>0.51145833333333335</c:v>
                      </c:pt>
                      <c:pt idx="426" formatCode="h:mm:ss">
                        <c:v>0.51163194444444449</c:v>
                      </c:pt>
                      <c:pt idx="427" formatCode="h:mm:ss">
                        <c:v>0.51180555555555551</c:v>
                      </c:pt>
                      <c:pt idx="428" formatCode="h:mm:ss">
                        <c:v>0.51197916666666665</c:v>
                      </c:pt>
                      <c:pt idx="429" formatCode="h:mm:ss">
                        <c:v>0.51215277777777779</c:v>
                      </c:pt>
                      <c:pt idx="430" formatCode="h:mm:ss">
                        <c:v>0.51232638888888893</c:v>
                      </c:pt>
                      <c:pt idx="431" formatCode="h:mm:ss">
                        <c:v>0.51249999999999996</c:v>
                      </c:pt>
                      <c:pt idx="432" formatCode="h:mm:ss">
                        <c:v>0.51267361111111109</c:v>
                      </c:pt>
                      <c:pt idx="433" formatCode="h:mm:ss">
                        <c:v>0.51284722222222223</c:v>
                      </c:pt>
                      <c:pt idx="434" formatCode="h:mm:ss">
                        <c:v>0.51302083333333337</c:v>
                      </c:pt>
                      <c:pt idx="435" formatCode="h:mm:ss">
                        <c:v>0.5131944444444444</c:v>
                      </c:pt>
                      <c:pt idx="436" formatCode="h:mm:ss">
                        <c:v>0.51336805555555554</c:v>
                      </c:pt>
                      <c:pt idx="437" formatCode="h:mm:ss">
                        <c:v>0.51354166666666667</c:v>
                      </c:pt>
                      <c:pt idx="438" formatCode="h:mm:ss">
                        <c:v>0.51371527777777781</c:v>
                      </c:pt>
                      <c:pt idx="439" formatCode="h:mm:ss">
                        <c:v>0.51388888888888884</c:v>
                      </c:pt>
                      <c:pt idx="440" formatCode="h:mm:ss">
                        <c:v>0.51406249999999998</c:v>
                      </c:pt>
                      <c:pt idx="441" formatCode="h:mm:ss">
                        <c:v>0.51423611111111112</c:v>
                      </c:pt>
                      <c:pt idx="442" formatCode="h:mm:ss">
                        <c:v>0.51440972222222225</c:v>
                      </c:pt>
                      <c:pt idx="443" formatCode="h:mm:ss">
                        <c:v>0.51458333333333328</c:v>
                      </c:pt>
                      <c:pt idx="444" formatCode="h:mm:ss">
                        <c:v>0.51475694444444442</c:v>
                      </c:pt>
                      <c:pt idx="445" formatCode="h:mm:ss">
                        <c:v>0.51493055555555556</c:v>
                      </c:pt>
                      <c:pt idx="446" formatCode="h:mm:ss">
                        <c:v>0.5151041666666667</c:v>
                      </c:pt>
                      <c:pt idx="447" formatCode="h:mm:ss">
                        <c:v>0.51527777777777772</c:v>
                      </c:pt>
                      <c:pt idx="448" formatCode="h:mm:ss">
                        <c:v>0.51545138888888886</c:v>
                      </c:pt>
                      <c:pt idx="449" formatCode="h:mm:ss">
                        <c:v>0.515625</c:v>
                      </c:pt>
                      <c:pt idx="450" formatCode="h:mm:ss">
                        <c:v>0.51579861111111114</c:v>
                      </c:pt>
                      <c:pt idx="451" formatCode="h:mm:ss">
                        <c:v>0.51597222222222228</c:v>
                      </c:pt>
                      <c:pt idx="452" formatCode="h:mm:ss">
                        <c:v>0.5161458333333333</c:v>
                      </c:pt>
                      <c:pt idx="453" formatCode="h:mm:ss">
                        <c:v>0.51631944444444444</c:v>
                      </c:pt>
                      <c:pt idx="454" formatCode="h:mm:ss">
                        <c:v>0.51649305555555558</c:v>
                      </c:pt>
                      <c:pt idx="455" formatCode="h:mm:ss">
                        <c:v>0.51666666666666672</c:v>
                      </c:pt>
                      <c:pt idx="456" formatCode="h:mm:ss">
                        <c:v>0.51684027777777775</c:v>
                      </c:pt>
                      <c:pt idx="457" formatCode="h:mm:ss">
                        <c:v>0.51701388888888888</c:v>
                      </c:pt>
                      <c:pt idx="458" formatCode="h:mm:ss">
                        <c:v>0.51718750000000002</c:v>
                      </c:pt>
                      <c:pt idx="459" formatCode="h:mm:ss">
                        <c:v>0.51736111111111116</c:v>
                      </c:pt>
                      <c:pt idx="460" formatCode="h:mm:ss">
                        <c:v>0.51753472222222219</c:v>
                      </c:pt>
                      <c:pt idx="461" formatCode="h:mm:ss">
                        <c:v>0.51770833333333333</c:v>
                      </c:pt>
                      <c:pt idx="462" formatCode="h:mm:ss">
                        <c:v>0.51788194444444446</c:v>
                      </c:pt>
                      <c:pt idx="463" formatCode="h:mm:ss">
                        <c:v>0.5180555555555556</c:v>
                      </c:pt>
                      <c:pt idx="464" formatCode="h:mm:ss">
                        <c:v>0.51822916666666663</c:v>
                      </c:pt>
                      <c:pt idx="465" formatCode="h:mm:ss">
                        <c:v>0.51840277777777777</c:v>
                      </c:pt>
                      <c:pt idx="466" formatCode="h:mm:ss">
                        <c:v>0.51857638888888891</c:v>
                      </c:pt>
                      <c:pt idx="467" formatCode="h:mm:ss">
                        <c:v>0.51875000000000004</c:v>
                      </c:pt>
                      <c:pt idx="468" formatCode="h:mm:ss">
                        <c:v>0.51892361111111107</c:v>
                      </c:pt>
                      <c:pt idx="469" formatCode="h:mm:ss">
                        <c:v>0.51909722222222221</c:v>
                      </c:pt>
                      <c:pt idx="470" formatCode="h:mm:ss">
                        <c:v>0.51927083333333335</c:v>
                      </c:pt>
                      <c:pt idx="471" formatCode="h:mm:ss">
                        <c:v>0.51944444444444449</c:v>
                      </c:pt>
                      <c:pt idx="472" formatCode="h:mm:ss">
                        <c:v>0.51961805555555551</c:v>
                      </c:pt>
                      <c:pt idx="473" formatCode="h:mm:ss">
                        <c:v>0.51979166666666665</c:v>
                      </c:pt>
                      <c:pt idx="474" formatCode="h:mm:ss">
                        <c:v>0.51996527777777779</c:v>
                      </c:pt>
                      <c:pt idx="475" formatCode="h:mm:ss">
                        <c:v>0.52013888888888893</c:v>
                      </c:pt>
                      <c:pt idx="476" formatCode="h:mm:ss">
                        <c:v>0.52031249999999996</c:v>
                      </c:pt>
                      <c:pt idx="477" formatCode="h:mm:ss">
                        <c:v>0.52048611111111109</c:v>
                      </c:pt>
                      <c:pt idx="478" formatCode="h:mm:ss">
                        <c:v>0.52065972222222223</c:v>
                      </c:pt>
                      <c:pt idx="479" formatCode="h:mm:ss">
                        <c:v>0.52083333333333337</c:v>
                      </c:pt>
                      <c:pt idx="480" formatCode="h:mm:ss">
                        <c:v>0.5210069444444444</c:v>
                      </c:pt>
                      <c:pt idx="481" formatCode="h:mm:ss">
                        <c:v>0.52118055555555554</c:v>
                      </c:pt>
                      <c:pt idx="482" formatCode="h:mm:ss">
                        <c:v>0.52135416666666667</c:v>
                      </c:pt>
                      <c:pt idx="483" formatCode="h:mm:ss">
                        <c:v>0.52152777777777781</c:v>
                      </c:pt>
                      <c:pt idx="484" formatCode="h:mm:ss">
                        <c:v>0.52170138888888884</c:v>
                      </c:pt>
                      <c:pt idx="485" formatCode="h:mm:ss">
                        <c:v>0.52187499999999998</c:v>
                      </c:pt>
                      <c:pt idx="486" formatCode="h:mm:ss">
                        <c:v>0.52204861111111112</c:v>
                      </c:pt>
                      <c:pt idx="487" formatCode="h:mm:ss">
                        <c:v>0.52222222222222225</c:v>
                      </c:pt>
                      <c:pt idx="488" formatCode="h:mm:ss">
                        <c:v>0.52239583333333328</c:v>
                      </c:pt>
                      <c:pt idx="489" formatCode="h:mm:ss">
                        <c:v>0.52256944444444442</c:v>
                      </c:pt>
                      <c:pt idx="490" formatCode="h:mm:ss">
                        <c:v>0.52274305555555556</c:v>
                      </c:pt>
                      <c:pt idx="491" formatCode="h:mm:ss">
                        <c:v>0.5229166666666667</c:v>
                      </c:pt>
                      <c:pt idx="492" formatCode="h:mm:ss">
                        <c:v>0.52309027777777772</c:v>
                      </c:pt>
                      <c:pt idx="493" formatCode="h:mm:ss">
                        <c:v>0.52326388888888886</c:v>
                      </c:pt>
                      <c:pt idx="494" formatCode="h:mm:ss">
                        <c:v>0.5234375</c:v>
                      </c:pt>
                      <c:pt idx="495" formatCode="h:mm:ss">
                        <c:v>0.52361111111111114</c:v>
                      </c:pt>
                      <c:pt idx="496" formatCode="h:mm:ss">
                        <c:v>0.52378472222222228</c:v>
                      </c:pt>
                      <c:pt idx="497" formatCode="h:mm:ss">
                        <c:v>0.5239583333333333</c:v>
                      </c:pt>
                      <c:pt idx="498" formatCode="h:mm:ss">
                        <c:v>0.52413194444444444</c:v>
                      </c:pt>
                      <c:pt idx="499" formatCode="h:mm:ss">
                        <c:v>0.52430555555555558</c:v>
                      </c:pt>
                      <c:pt idx="500" formatCode="h:mm:ss">
                        <c:v>0.52447916666666672</c:v>
                      </c:pt>
                      <c:pt idx="501" formatCode="h:mm:ss">
                        <c:v>0.52465277777777775</c:v>
                      </c:pt>
                      <c:pt idx="502" formatCode="h:mm:ss">
                        <c:v>0.52482638888888888</c:v>
                      </c:pt>
                      <c:pt idx="503" formatCode="h:mm:ss">
                        <c:v>0.52500000000000002</c:v>
                      </c:pt>
                      <c:pt idx="504" formatCode="h:mm:ss">
                        <c:v>0.52517361111111116</c:v>
                      </c:pt>
                      <c:pt idx="505" formatCode="h:mm:ss">
                        <c:v>0.52534722222222219</c:v>
                      </c:pt>
                      <c:pt idx="506" formatCode="h:mm:ss">
                        <c:v>0.52552083333333333</c:v>
                      </c:pt>
                      <c:pt idx="507" formatCode="h:mm:ss">
                        <c:v>0.52569444444444446</c:v>
                      </c:pt>
                      <c:pt idx="508" formatCode="h:mm:ss">
                        <c:v>0.5258680555555556</c:v>
                      </c:pt>
                      <c:pt idx="509" formatCode="h:mm:ss">
                        <c:v>0.52604166666666663</c:v>
                      </c:pt>
                      <c:pt idx="510" formatCode="h:mm:ss">
                        <c:v>0.52621527777777777</c:v>
                      </c:pt>
                      <c:pt idx="511" formatCode="h:mm:ss">
                        <c:v>0.52638888888888891</c:v>
                      </c:pt>
                      <c:pt idx="512" formatCode="h:mm:ss">
                        <c:v>0.52656250000000004</c:v>
                      </c:pt>
                      <c:pt idx="513" formatCode="h:mm:ss">
                        <c:v>0.52673611111111107</c:v>
                      </c:pt>
                      <c:pt idx="514" formatCode="h:mm:ss">
                        <c:v>0.52690972222222221</c:v>
                      </c:pt>
                      <c:pt idx="515" formatCode="h:mm:ss">
                        <c:v>0.52708333333333335</c:v>
                      </c:pt>
                      <c:pt idx="516" formatCode="h:mm:ss">
                        <c:v>0.52725694444444449</c:v>
                      </c:pt>
                      <c:pt idx="517" formatCode="h:mm:ss">
                        <c:v>0.52743055555555551</c:v>
                      </c:pt>
                      <c:pt idx="518" formatCode="h:mm:ss">
                        <c:v>0.52760416666666665</c:v>
                      </c:pt>
                      <c:pt idx="519" formatCode="h:mm:ss">
                        <c:v>0.52777777777777779</c:v>
                      </c:pt>
                      <c:pt idx="520" formatCode="h:mm:ss">
                        <c:v>0.52795138888888893</c:v>
                      </c:pt>
                      <c:pt idx="521" formatCode="h:mm:ss">
                        <c:v>0.52812499999999996</c:v>
                      </c:pt>
                      <c:pt idx="522" formatCode="h:mm:ss">
                        <c:v>0.52829861111111109</c:v>
                      </c:pt>
                      <c:pt idx="523" formatCode="h:mm:ss">
                        <c:v>0.52847222222222223</c:v>
                      </c:pt>
                      <c:pt idx="524" formatCode="h:mm:ss">
                        <c:v>0.52864583333333337</c:v>
                      </c:pt>
                      <c:pt idx="525" formatCode="h:mm:ss">
                        <c:v>0.5288194444444444</c:v>
                      </c:pt>
                      <c:pt idx="526" formatCode="h:mm:ss">
                        <c:v>0.52899305555555554</c:v>
                      </c:pt>
                      <c:pt idx="527" formatCode="h:mm:ss">
                        <c:v>0.52916666666666667</c:v>
                      </c:pt>
                      <c:pt idx="528" formatCode="h:mm:ss">
                        <c:v>0.52934027777777781</c:v>
                      </c:pt>
                      <c:pt idx="529" formatCode="h:mm:ss">
                        <c:v>0.52951388888888884</c:v>
                      </c:pt>
                      <c:pt idx="530" formatCode="h:mm:ss">
                        <c:v>0.52968749999999998</c:v>
                      </c:pt>
                      <c:pt idx="531" formatCode="h:mm:ss">
                        <c:v>0.52986111111111112</c:v>
                      </c:pt>
                      <c:pt idx="532" formatCode="h:mm:ss">
                        <c:v>0.53003472222222225</c:v>
                      </c:pt>
                      <c:pt idx="533" formatCode="h:mm:ss">
                        <c:v>0.53020833333333328</c:v>
                      </c:pt>
                      <c:pt idx="534" formatCode="h:mm:ss">
                        <c:v>0.53038194444444442</c:v>
                      </c:pt>
                      <c:pt idx="535" formatCode="h:mm:ss">
                        <c:v>0.53055555555555556</c:v>
                      </c:pt>
                      <c:pt idx="536" formatCode="h:mm:ss">
                        <c:v>0.5307291666666667</c:v>
                      </c:pt>
                      <c:pt idx="537" formatCode="h:mm:ss">
                        <c:v>0.53090277777777772</c:v>
                      </c:pt>
                      <c:pt idx="538" formatCode="h:mm:ss">
                        <c:v>0.53107638888888886</c:v>
                      </c:pt>
                      <c:pt idx="539" formatCode="h:mm:ss">
                        <c:v>0.53125</c:v>
                      </c:pt>
                      <c:pt idx="540" formatCode="h:mm:ss">
                        <c:v>0.53142361111111114</c:v>
                      </c:pt>
                      <c:pt idx="541" formatCode="h:mm:ss">
                        <c:v>0.53159722222222228</c:v>
                      </c:pt>
                      <c:pt idx="542" formatCode="h:mm:ss">
                        <c:v>0.5317708333333333</c:v>
                      </c:pt>
                      <c:pt idx="543" formatCode="h:mm:ss">
                        <c:v>0.53194444444444444</c:v>
                      </c:pt>
                      <c:pt idx="544" formatCode="h:mm:ss">
                        <c:v>0.53211805555555558</c:v>
                      </c:pt>
                      <c:pt idx="545" formatCode="h:mm:ss">
                        <c:v>0.53229166666666672</c:v>
                      </c:pt>
                      <c:pt idx="546" formatCode="h:mm:ss">
                        <c:v>0.53246527777777775</c:v>
                      </c:pt>
                      <c:pt idx="547" formatCode="h:mm:ss">
                        <c:v>0.53263888888888888</c:v>
                      </c:pt>
                      <c:pt idx="548" formatCode="h:mm:ss">
                        <c:v>0.53281250000000002</c:v>
                      </c:pt>
                      <c:pt idx="549" formatCode="h:mm:ss">
                        <c:v>0.53298611111111116</c:v>
                      </c:pt>
                      <c:pt idx="550" formatCode="h:mm:ss">
                        <c:v>0.53315972222222219</c:v>
                      </c:pt>
                      <c:pt idx="551" formatCode="h:mm:ss">
                        <c:v>0.53333333333333333</c:v>
                      </c:pt>
                      <c:pt idx="552" formatCode="h:mm:ss">
                        <c:v>0.53350694444444446</c:v>
                      </c:pt>
                      <c:pt idx="553" formatCode="h:mm:ss">
                        <c:v>0.5336805555555556</c:v>
                      </c:pt>
                      <c:pt idx="554" formatCode="h:mm:ss">
                        <c:v>0.53385416666666663</c:v>
                      </c:pt>
                      <c:pt idx="555" formatCode="h:mm:ss">
                        <c:v>0.53402777777777777</c:v>
                      </c:pt>
                      <c:pt idx="556" formatCode="h:mm:ss">
                        <c:v>0.53420138888888891</c:v>
                      </c:pt>
                      <c:pt idx="557" formatCode="h:mm:ss">
                        <c:v>0.53437500000000004</c:v>
                      </c:pt>
                      <c:pt idx="558" formatCode="h:mm:ss">
                        <c:v>0.53454861111111107</c:v>
                      </c:pt>
                      <c:pt idx="559" formatCode="h:mm:ss">
                        <c:v>0.53472222222222221</c:v>
                      </c:pt>
                      <c:pt idx="560" formatCode="h:mm:ss">
                        <c:v>0.53489583333333335</c:v>
                      </c:pt>
                      <c:pt idx="561" formatCode="h:mm:ss">
                        <c:v>0.53506944444444449</c:v>
                      </c:pt>
                      <c:pt idx="562" formatCode="h:mm:ss">
                        <c:v>0.53524305555555551</c:v>
                      </c:pt>
                      <c:pt idx="563" formatCode="h:mm:ss">
                        <c:v>0.53541666666666665</c:v>
                      </c:pt>
                      <c:pt idx="564" formatCode="h:mm:ss">
                        <c:v>0.53559027777777779</c:v>
                      </c:pt>
                      <c:pt idx="565" formatCode="h:mm:ss">
                        <c:v>0.53576388888888893</c:v>
                      </c:pt>
                      <c:pt idx="566" formatCode="h:mm:ss">
                        <c:v>0.53593749999999996</c:v>
                      </c:pt>
                      <c:pt idx="567" formatCode="h:mm:ss">
                        <c:v>0.53611111111111109</c:v>
                      </c:pt>
                      <c:pt idx="568" formatCode="h:mm:ss">
                        <c:v>0.53628472222222223</c:v>
                      </c:pt>
                      <c:pt idx="569" formatCode="h:mm:ss">
                        <c:v>0.53645833333333337</c:v>
                      </c:pt>
                      <c:pt idx="570" formatCode="h:mm:ss">
                        <c:v>0.5366319444444444</c:v>
                      </c:pt>
                      <c:pt idx="571" formatCode="h:mm:ss">
                        <c:v>0.53680555555555554</c:v>
                      </c:pt>
                      <c:pt idx="572" formatCode="h:mm:ss">
                        <c:v>0.53697916666666667</c:v>
                      </c:pt>
                      <c:pt idx="573" formatCode="h:mm:ss">
                        <c:v>0.53715277777777781</c:v>
                      </c:pt>
                      <c:pt idx="574" formatCode="h:mm:ss">
                        <c:v>0.53732638888888884</c:v>
                      </c:pt>
                      <c:pt idx="575" formatCode="h:mm:ss">
                        <c:v>0.53749999999999998</c:v>
                      </c:pt>
                      <c:pt idx="576" formatCode="h:mm:ss">
                        <c:v>0.53767361111111112</c:v>
                      </c:pt>
                      <c:pt idx="577" formatCode="h:mm:ss">
                        <c:v>0.53784722222222225</c:v>
                      </c:pt>
                      <c:pt idx="578" formatCode="h:mm:ss">
                        <c:v>0.53802083333333328</c:v>
                      </c:pt>
                      <c:pt idx="579" formatCode="h:mm:ss">
                        <c:v>0.53819444444444442</c:v>
                      </c:pt>
                      <c:pt idx="580" formatCode="h:mm:ss">
                        <c:v>0.53836805555555556</c:v>
                      </c:pt>
                      <c:pt idx="581" formatCode="h:mm:ss">
                        <c:v>0.5385416666666667</c:v>
                      </c:pt>
                      <c:pt idx="582" formatCode="h:mm:ss">
                        <c:v>0.53871527777777772</c:v>
                      </c:pt>
                      <c:pt idx="583" formatCode="h:mm:ss">
                        <c:v>0.53888888888888886</c:v>
                      </c:pt>
                      <c:pt idx="584" formatCode="h:mm:ss">
                        <c:v>0.5390625</c:v>
                      </c:pt>
                      <c:pt idx="585" formatCode="h:mm:ss">
                        <c:v>0.53923611111111114</c:v>
                      </c:pt>
                      <c:pt idx="586" formatCode="h:mm:ss">
                        <c:v>0.53940972222222228</c:v>
                      </c:pt>
                      <c:pt idx="587" formatCode="h:mm:ss">
                        <c:v>0.5395833333333333</c:v>
                      </c:pt>
                      <c:pt idx="588" formatCode="h:mm:ss">
                        <c:v>0.53975694444444444</c:v>
                      </c:pt>
                      <c:pt idx="589" formatCode="h:mm:ss">
                        <c:v>0.53993055555555558</c:v>
                      </c:pt>
                      <c:pt idx="590" formatCode="h:mm:ss">
                        <c:v>0.54010416666666672</c:v>
                      </c:pt>
                      <c:pt idx="591" formatCode="h:mm:ss">
                        <c:v>0.54027777777777775</c:v>
                      </c:pt>
                      <c:pt idx="592" formatCode="h:mm:ss">
                        <c:v>0.54045138888888888</c:v>
                      </c:pt>
                      <c:pt idx="593" formatCode="h:mm:ss">
                        <c:v>0.54062500000000002</c:v>
                      </c:pt>
                      <c:pt idx="594" formatCode="h:mm:ss">
                        <c:v>0.54079861111111116</c:v>
                      </c:pt>
                      <c:pt idx="595" formatCode="h:mm:ss">
                        <c:v>0.54097222222222219</c:v>
                      </c:pt>
                      <c:pt idx="596" formatCode="h:mm:ss">
                        <c:v>0.54114583333333333</c:v>
                      </c:pt>
                      <c:pt idx="597" formatCode="h:mm:ss">
                        <c:v>0.54131944444444446</c:v>
                      </c:pt>
                      <c:pt idx="598" formatCode="h:mm:ss">
                        <c:v>0.5414930555555556</c:v>
                      </c:pt>
                      <c:pt idx="599" formatCode="h:mm:ss">
                        <c:v>0.54166666666666663</c:v>
                      </c:pt>
                      <c:pt idx="600" formatCode="h:mm:ss">
                        <c:v>0.54184027777777777</c:v>
                      </c:pt>
                      <c:pt idx="601" formatCode="h:mm:ss">
                        <c:v>0.54201388888888891</c:v>
                      </c:pt>
                      <c:pt idx="602" formatCode="h:mm:ss">
                        <c:v>0.54218750000000004</c:v>
                      </c:pt>
                      <c:pt idx="603" formatCode="h:mm:ss">
                        <c:v>0.54236111111111107</c:v>
                      </c:pt>
                      <c:pt idx="604" formatCode="h:mm:ss">
                        <c:v>0.54253472222222221</c:v>
                      </c:pt>
                      <c:pt idx="605" formatCode="h:mm:ss">
                        <c:v>0.54270833333333335</c:v>
                      </c:pt>
                      <c:pt idx="606" formatCode="h:mm:ss">
                        <c:v>0.54288194444444449</c:v>
                      </c:pt>
                      <c:pt idx="607" formatCode="h:mm:ss">
                        <c:v>0.54305555555555551</c:v>
                      </c:pt>
                      <c:pt idx="608" formatCode="h:mm:ss">
                        <c:v>0.54322916666666665</c:v>
                      </c:pt>
                      <c:pt idx="609" formatCode="h:mm:ss">
                        <c:v>0.54340277777777779</c:v>
                      </c:pt>
                      <c:pt idx="610" formatCode="h:mm:ss">
                        <c:v>0.54357638888888893</c:v>
                      </c:pt>
                      <c:pt idx="611" formatCode="h:mm:ss">
                        <c:v>0.54374999999999996</c:v>
                      </c:pt>
                      <c:pt idx="612" formatCode="h:mm:ss">
                        <c:v>0.54392361111111109</c:v>
                      </c:pt>
                      <c:pt idx="613" formatCode="h:mm:ss">
                        <c:v>0.54409722222222223</c:v>
                      </c:pt>
                      <c:pt idx="614" formatCode="h:mm:ss">
                        <c:v>0.54427083333333337</c:v>
                      </c:pt>
                      <c:pt idx="615" formatCode="h:mm:ss">
                        <c:v>0.5444444444444444</c:v>
                      </c:pt>
                      <c:pt idx="616" formatCode="h:mm:ss">
                        <c:v>0.54461805555555554</c:v>
                      </c:pt>
                      <c:pt idx="617" formatCode="h:mm:ss">
                        <c:v>0.54479166666666667</c:v>
                      </c:pt>
                      <c:pt idx="618" formatCode="h:mm:ss">
                        <c:v>0.54496527777777781</c:v>
                      </c:pt>
                      <c:pt idx="619" formatCode="h:mm:ss">
                        <c:v>0.54513888888888884</c:v>
                      </c:pt>
                      <c:pt idx="620" formatCode="h:mm:ss">
                        <c:v>0.54531249999999998</c:v>
                      </c:pt>
                      <c:pt idx="621" formatCode="h:mm:ss">
                        <c:v>0.54548611111111112</c:v>
                      </c:pt>
                      <c:pt idx="622" formatCode="h:mm:ss">
                        <c:v>0.54565972222222225</c:v>
                      </c:pt>
                      <c:pt idx="623" formatCode="h:mm:ss">
                        <c:v>0.54583333333333328</c:v>
                      </c:pt>
                      <c:pt idx="624" formatCode="h:mm:ss">
                        <c:v>0.54600694444444442</c:v>
                      </c:pt>
                      <c:pt idx="625" formatCode="h:mm:ss">
                        <c:v>0.54618055555555556</c:v>
                      </c:pt>
                      <c:pt idx="626" formatCode="h:mm:ss">
                        <c:v>0.5463541666666667</c:v>
                      </c:pt>
                      <c:pt idx="627" formatCode="h:mm:ss">
                        <c:v>0.54652777777777772</c:v>
                      </c:pt>
                      <c:pt idx="628" formatCode="h:mm:ss">
                        <c:v>0.54670138888888886</c:v>
                      </c:pt>
                      <c:pt idx="629" formatCode="h:mm:ss">
                        <c:v>0.546875</c:v>
                      </c:pt>
                      <c:pt idx="630" formatCode="h:mm:ss">
                        <c:v>0.54704861111111114</c:v>
                      </c:pt>
                      <c:pt idx="631" formatCode="h:mm:ss">
                        <c:v>0.54722222222222228</c:v>
                      </c:pt>
                      <c:pt idx="632" formatCode="h:mm:ss">
                        <c:v>0.5473958333333333</c:v>
                      </c:pt>
                      <c:pt idx="633" formatCode="h:mm:ss">
                        <c:v>0.54756944444444444</c:v>
                      </c:pt>
                      <c:pt idx="634" formatCode="h:mm:ss">
                        <c:v>0.54774305555555558</c:v>
                      </c:pt>
                      <c:pt idx="635" formatCode="h:mm:ss">
                        <c:v>0.54791666666666672</c:v>
                      </c:pt>
                      <c:pt idx="636" formatCode="h:mm:ss">
                        <c:v>0.54809027777777775</c:v>
                      </c:pt>
                      <c:pt idx="637" formatCode="h:mm:ss">
                        <c:v>0.54826388888888888</c:v>
                      </c:pt>
                      <c:pt idx="638" formatCode="h:mm:ss">
                        <c:v>0.54843750000000002</c:v>
                      </c:pt>
                      <c:pt idx="639" formatCode="h:mm:ss">
                        <c:v>0.54861111111111116</c:v>
                      </c:pt>
                      <c:pt idx="640" formatCode="h:mm:ss">
                        <c:v>0.54878472222222219</c:v>
                      </c:pt>
                      <c:pt idx="641" formatCode="h:mm:ss">
                        <c:v>0.54895833333333333</c:v>
                      </c:pt>
                      <c:pt idx="642" formatCode="h:mm:ss">
                        <c:v>0.54913194444444446</c:v>
                      </c:pt>
                      <c:pt idx="643" formatCode="h:mm:ss">
                        <c:v>0.5493055555555556</c:v>
                      </c:pt>
                      <c:pt idx="644" formatCode="h:mm:ss">
                        <c:v>0.54947916666666663</c:v>
                      </c:pt>
                      <c:pt idx="645" formatCode="h:mm:ss">
                        <c:v>0.54965277777777777</c:v>
                      </c:pt>
                      <c:pt idx="646" formatCode="h:mm:ss">
                        <c:v>0.54982638888888891</c:v>
                      </c:pt>
                      <c:pt idx="647" formatCode="h:mm:ss">
                        <c:v>0.55000000000000004</c:v>
                      </c:pt>
                      <c:pt idx="648" formatCode="h:mm:ss">
                        <c:v>0.55017361111111107</c:v>
                      </c:pt>
                      <c:pt idx="649" formatCode="h:mm:ss">
                        <c:v>0.55034722222222221</c:v>
                      </c:pt>
                      <c:pt idx="650" formatCode="h:mm:ss">
                        <c:v>0.55052083333333335</c:v>
                      </c:pt>
                      <c:pt idx="651" formatCode="h:mm:ss">
                        <c:v>0.55069444444444449</c:v>
                      </c:pt>
                      <c:pt idx="652" formatCode="h:mm:ss">
                        <c:v>0.55086805555555551</c:v>
                      </c:pt>
                      <c:pt idx="653" formatCode="h:mm:ss">
                        <c:v>0.55104166666666665</c:v>
                      </c:pt>
                      <c:pt idx="654" formatCode="h:mm:ss">
                        <c:v>0.55121527777777779</c:v>
                      </c:pt>
                      <c:pt idx="655" formatCode="h:mm:ss">
                        <c:v>0.55138888888888893</c:v>
                      </c:pt>
                      <c:pt idx="656" formatCode="h:mm:ss">
                        <c:v>0.55156249999999996</c:v>
                      </c:pt>
                      <c:pt idx="657" formatCode="h:mm:ss">
                        <c:v>0.55173611111111109</c:v>
                      </c:pt>
                      <c:pt idx="658" formatCode="h:mm:ss">
                        <c:v>0.55190972222222223</c:v>
                      </c:pt>
                      <c:pt idx="659" formatCode="h:mm:ss">
                        <c:v>0.55208333333333337</c:v>
                      </c:pt>
                      <c:pt idx="660" formatCode="h:mm:ss">
                        <c:v>0.5522569444444444</c:v>
                      </c:pt>
                      <c:pt idx="661" formatCode="h:mm:ss">
                        <c:v>0.55243055555555554</c:v>
                      </c:pt>
                      <c:pt idx="662" formatCode="h:mm:ss">
                        <c:v>0.55260416666666667</c:v>
                      </c:pt>
                      <c:pt idx="663" formatCode="h:mm:ss">
                        <c:v>0.55277777777777781</c:v>
                      </c:pt>
                      <c:pt idx="664" formatCode="h:mm:ss">
                        <c:v>0.55295138888888884</c:v>
                      </c:pt>
                      <c:pt idx="665" formatCode="h:mm:ss">
                        <c:v>0.55312499999999998</c:v>
                      </c:pt>
                      <c:pt idx="666" formatCode="h:mm:ss">
                        <c:v>0.55329861111111112</c:v>
                      </c:pt>
                      <c:pt idx="667" formatCode="h:mm:ss">
                        <c:v>0.55347222222222225</c:v>
                      </c:pt>
                      <c:pt idx="668" formatCode="h:mm:ss">
                        <c:v>0.55364583333333328</c:v>
                      </c:pt>
                      <c:pt idx="669" formatCode="h:mm:ss">
                        <c:v>0.55381944444444442</c:v>
                      </c:pt>
                      <c:pt idx="670" formatCode="h:mm:ss">
                        <c:v>0.55399305555555556</c:v>
                      </c:pt>
                      <c:pt idx="671" formatCode="h:mm:ss">
                        <c:v>0.5541666666666667</c:v>
                      </c:pt>
                      <c:pt idx="672" formatCode="h:mm:ss">
                        <c:v>0.55434027777777772</c:v>
                      </c:pt>
                      <c:pt idx="673" formatCode="h:mm:ss">
                        <c:v>0.55451388888888886</c:v>
                      </c:pt>
                      <c:pt idx="674" formatCode="h:mm:ss">
                        <c:v>0.5546875</c:v>
                      </c:pt>
                      <c:pt idx="675" formatCode="h:mm:ss">
                        <c:v>0.55486111111111114</c:v>
                      </c:pt>
                      <c:pt idx="676" formatCode="h:mm:ss">
                        <c:v>0.55503472222222228</c:v>
                      </c:pt>
                      <c:pt idx="677" formatCode="h:mm:ss">
                        <c:v>0.5552083333333333</c:v>
                      </c:pt>
                      <c:pt idx="678" formatCode="h:mm:ss">
                        <c:v>0.55538194444444444</c:v>
                      </c:pt>
                      <c:pt idx="679" formatCode="h:mm:ss">
                        <c:v>0.55555555555555558</c:v>
                      </c:pt>
                      <c:pt idx="680" formatCode="h:mm:ss">
                        <c:v>0.55572916666666672</c:v>
                      </c:pt>
                      <c:pt idx="681" formatCode="h:mm:ss">
                        <c:v>0.55590277777777775</c:v>
                      </c:pt>
                      <c:pt idx="682" formatCode="h:mm:ss">
                        <c:v>0.55607638888888888</c:v>
                      </c:pt>
                      <c:pt idx="683" formatCode="h:mm:ss">
                        <c:v>0.55625000000000002</c:v>
                      </c:pt>
                      <c:pt idx="684" formatCode="h:mm:ss">
                        <c:v>0.55642361111111116</c:v>
                      </c:pt>
                      <c:pt idx="685" formatCode="h:mm:ss">
                        <c:v>0.55659722222222219</c:v>
                      </c:pt>
                      <c:pt idx="686" formatCode="h:mm:ss">
                        <c:v>0.55677083333333333</c:v>
                      </c:pt>
                      <c:pt idx="687" formatCode="h:mm:ss">
                        <c:v>0.55694444444444446</c:v>
                      </c:pt>
                      <c:pt idx="688" formatCode="h:mm:ss">
                        <c:v>0.5571180555555556</c:v>
                      </c:pt>
                      <c:pt idx="689" formatCode="h:mm:ss">
                        <c:v>0.55729166666666663</c:v>
                      </c:pt>
                      <c:pt idx="690" formatCode="h:mm:ss">
                        <c:v>0.55746527777777777</c:v>
                      </c:pt>
                      <c:pt idx="691" formatCode="h:mm:ss">
                        <c:v>0.55763888888888891</c:v>
                      </c:pt>
                      <c:pt idx="692" formatCode="h:mm:ss">
                        <c:v>0.55781250000000004</c:v>
                      </c:pt>
                      <c:pt idx="693" formatCode="h:mm:ss">
                        <c:v>0.55798611111111107</c:v>
                      </c:pt>
                      <c:pt idx="694" formatCode="h:mm:ss">
                        <c:v>0.55815972222222221</c:v>
                      </c:pt>
                      <c:pt idx="695" formatCode="h:mm:ss">
                        <c:v>0.55833333333333335</c:v>
                      </c:pt>
                      <c:pt idx="696" formatCode="h:mm:ss">
                        <c:v>0.55850694444444449</c:v>
                      </c:pt>
                      <c:pt idx="697" formatCode="h:mm:ss">
                        <c:v>0.55868055555555551</c:v>
                      </c:pt>
                      <c:pt idx="698" formatCode="h:mm:ss">
                        <c:v>0.55885416666666665</c:v>
                      </c:pt>
                      <c:pt idx="699" formatCode="h:mm:ss">
                        <c:v>0.55902777777777779</c:v>
                      </c:pt>
                      <c:pt idx="700" formatCode="h:mm:ss">
                        <c:v>0.55920138888888893</c:v>
                      </c:pt>
                      <c:pt idx="701" formatCode="h:mm:ss">
                        <c:v>0.55937499999999996</c:v>
                      </c:pt>
                      <c:pt idx="702" formatCode="h:mm:ss">
                        <c:v>0.55954861111111109</c:v>
                      </c:pt>
                      <c:pt idx="703" formatCode="h:mm:ss">
                        <c:v>0.55972222222222223</c:v>
                      </c:pt>
                      <c:pt idx="704" formatCode="h:mm:ss">
                        <c:v>0.55989583333333337</c:v>
                      </c:pt>
                      <c:pt idx="705" formatCode="h:mm:ss">
                        <c:v>0.5600694444444444</c:v>
                      </c:pt>
                      <c:pt idx="706" formatCode="h:mm:ss">
                        <c:v>0.56024305555555554</c:v>
                      </c:pt>
                      <c:pt idx="707" formatCode="h:mm:ss">
                        <c:v>0.56041666666666667</c:v>
                      </c:pt>
                      <c:pt idx="708" formatCode="h:mm:ss">
                        <c:v>0.56059027777777781</c:v>
                      </c:pt>
                      <c:pt idx="709" formatCode="h:mm:ss">
                        <c:v>0.56076388888888884</c:v>
                      </c:pt>
                      <c:pt idx="710" formatCode="h:mm:ss">
                        <c:v>0.56093749999999998</c:v>
                      </c:pt>
                      <c:pt idx="711" formatCode="h:mm:ss">
                        <c:v>0.56111111111111112</c:v>
                      </c:pt>
                      <c:pt idx="712" formatCode="h:mm:ss">
                        <c:v>0.56128472222222225</c:v>
                      </c:pt>
                      <c:pt idx="713" formatCode="h:mm:ss">
                        <c:v>0.56145833333333328</c:v>
                      </c:pt>
                      <c:pt idx="714" formatCode="h:mm:ss">
                        <c:v>0.56163194444444442</c:v>
                      </c:pt>
                      <c:pt idx="715" formatCode="h:mm:ss">
                        <c:v>0.56180555555555556</c:v>
                      </c:pt>
                      <c:pt idx="716" formatCode="h:mm:ss">
                        <c:v>0.5619791666666667</c:v>
                      </c:pt>
                      <c:pt idx="717" formatCode="h:mm:ss">
                        <c:v>0.56215277777777772</c:v>
                      </c:pt>
                      <c:pt idx="718" formatCode="h:mm:ss">
                        <c:v>0.56232638888888886</c:v>
                      </c:pt>
                      <c:pt idx="719" formatCode="h:mm:ss">
                        <c:v>0.5625</c:v>
                      </c:pt>
                      <c:pt idx="720" formatCode="h:mm:ss">
                        <c:v>0.56267361111111114</c:v>
                      </c:pt>
                      <c:pt idx="721" formatCode="h:mm:ss">
                        <c:v>0.56284722222222228</c:v>
                      </c:pt>
                      <c:pt idx="722" formatCode="h:mm:ss">
                        <c:v>0.5630208333333333</c:v>
                      </c:pt>
                      <c:pt idx="723" formatCode="h:mm:ss">
                        <c:v>0.56319444444444444</c:v>
                      </c:pt>
                      <c:pt idx="724" formatCode="h:mm:ss">
                        <c:v>0.56336805555555558</c:v>
                      </c:pt>
                      <c:pt idx="725" formatCode="h:mm:ss">
                        <c:v>0.56354166666666672</c:v>
                      </c:pt>
                      <c:pt idx="726" formatCode="h:mm:ss">
                        <c:v>0.56371527777777775</c:v>
                      </c:pt>
                      <c:pt idx="727" formatCode="h:mm:ss">
                        <c:v>0.56388888888888888</c:v>
                      </c:pt>
                      <c:pt idx="728" formatCode="h:mm:ss">
                        <c:v>0.56406250000000002</c:v>
                      </c:pt>
                      <c:pt idx="729" formatCode="h:mm:ss">
                        <c:v>0.56423611111111116</c:v>
                      </c:pt>
                      <c:pt idx="730" formatCode="h:mm:ss">
                        <c:v>0.56440972222222219</c:v>
                      </c:pt>
                      <c:pt idx="731" formatCode="h:mm:ss">
                        <c:v>0.56458333333333333</c:v>
                      </c:pt>
                      <c:pt idx="732" formatCode="h:mm:ss">
                        <c:v>0.56475694444444446</c:v>
                      </c:pt>
                      <c:pt idx="733" formatCode="h:mm:ss">
                        <c:v>0.5649305555555556</c:v>
                      </c:pt>
                      <c:pt idx="734" formatCode="h:mm:ss">
                        <c:v>0.56510416666666663</c:v>
                      </c:pt>
                      <c:pt idx="735" formatCode="h:mm:ss">
                        <c:v>0.56527777777777777</c:v>
                      </c:pt>
                      <c:pt idx="736" formatCode="h:mm:ss">
                        <c:v>0.56545138888888891</c:v>
                      </c:pt>
                      <c:pt idx="737" formatCode="h:mm:ss">
                        <c:v>0.56562500000000004</c:v>
                      </c:pt>
                      <c:pt idx="738" formatCode="h:mm:ss">
                        <c:v>0.56579861111111107</c:v>
                      </c:pt>
                      <c:pt idx="739" formatCode="h:mm:ss">
                        <c:v>0.56597222222222221</c:v>
                      </c:pt>
                      <c:pt idx="740" formatCode="h:mm:ss">
                        <c:v>0.56614583333333335</c:v>
                      </c:pt>
                      <c:pt idx="741" formatCode="h:mm:ss">
                        <c:v>0.56631944444444449</c:v>
                      </c:pt>
                      <c:pt idx="742" formatCode="h:mm:ss">
                        <c:v>0.56649305555555551</c:v>
                      </c:pt>
                      <c:pt idx="743" formatCode="h:mm:ss">
                        <c:v>0.56666666666666665</c:v>
                      </c:pt>
                      <c:pt idx="744" formatCode="h:mm:ss">
                        <c:v>0.56684027777777779</c:v>
                      </c:pt>
                      <c:pt idx="745" formatCode="h:mm:ss">
                        <c:v>0.56701388888888893</c:v>
                      </c:pt>
                      <c:pt idx="746" formatCode="h:mm:ss">
                        <c:v>0.56718749999999996</c:v>
                      </c:pt>
                      <c:pt idx="747" formatCode="h:mm:ss">
                        <c:v>0.56736111111111109</c:v>
                      </c:pt>
                      <c:pt idx="748" formatCode="h:mm:ss">
                        <c:v>0.56753472222222223</c:v>
                      </c:pt>
                      <c:pt idx="749" formatCode="h:mm:ss">
                        <c:v>0.56770833333333337</c:v>
                      </c:pt>
                      <c:pt idx="750" formatCode="h:mm:ss">
                        <c:v>0.5678819444444444</c:v>
                      </c:pt>
                      <c:pt idx="751" formatCode="h:mm:ss">
                        <c:v>0.56805555555555554</c:v>
                      </c:pt>
                      <c:pt idx="752" formatCode="h:mm:ss">
                        <c:v>0.56822916666666667</c:v>
                      </c:pt>
                      <c:pt idx="753" formatCode="h:mm:ss">
                        <c:v>0.56840277777777781</c:v>
                      </c:pt>
                      <c:pt idx="754" formatCode="h:mm:ss">
                        <c:v>0.56857638888888884</c:v>
                      </c:pt>
                      <c:pt idx="755" formatCode="h:mm:ss">
                        <c:v>0.56874999999999998</c:v>
                      </c:pt>
                      <c:pt idx="756" formatCode="h:mm:ss">
                        <c:v>0.56892361111111112</c:v>
                      </c:pt>
                      <c:pt idx="757" formatCode="h:mm:ss">
                        <c:v>0.56909722222222225</c:v>
                      </c:pt>
                      <c:pt idx="758" formatCode="h:mm:ss">
                        <c:v>0.56927083333333328</c:v>
                      </c:pt>
                      <c:pt idx="759" formatCode="h:mm:ss">
                        <c:v>0.56944444444444442</c:v>
                      </c:pt>
                      <c:pt idx="760" formatCode="h:mm:ss">
                        <c:v>0.56961805555555556</c:v>
                      </c:pt>
                      <c:pt idx="761" formatCode="h:mm:ss">
                        <c:v>0.5697916666666667</c:v>
                      </c:pt>
                      <c:pt idx="762" formatCode="h:mm:ss">
                        <c:v>0.56996527777777772</c:v>
                      </c:pt>
                      <c:pt idx="763" formatCode="h:mm:ss">
                        <c:v>0.57013888888888886</c:v>
                      </c:pt>
                      <c:pt idx="764" formatCode="h:mm:ss">
                        <c:v>0.5703125</c:v>
                      </c:pt>
                      <c:pt idx="765" formatCode="h:mm:ss">
                        <c:v>0.57048611111111114</c:v>
                      </c:pt>
                      <c:pt idx="766" formatCode="h:mm:ss">
                        <c:v>0.57065972222222228</c:v>
                      </c:pt>
                      <c:pt idx="767" formatCode="h:mm:ss">
                        <c:v>0.5708333333333333</c:v>
                      </c:pt>
                      <c:pt idx="768" formatCode="h:mm:ss">
                        <c:v>0.57100694444444444</c:v>
                      </c:pt>
                      <c:pt idx="769" formatCode="h:mm:ss">
                        <c:v>0.57118055555555558</c:v>
                      </c:pt>
                      <c:pt idx="770" formatCode="h:mm:ss">
                        <c:v>0.57135416666666672</c:v>
                      </c:pt>
                      <c:pt idx="771" formatCode="h:mm:ss">
                        <c:v>0.57152777777777775</c:v>
                      </c:pt>
                      <c:pt idx="772" formatCode="h:mm:ss">
                        <c:v>0.57170138888888888</c:v>
                      </c:pt>
                      <c:pt idx="773" formatCode="h:mm:ss">
                        <c:v>0.57187500000000002</c:v>
                      </c:pt>
                      <c:pt idx="774" formatCode="h:mm:ss">
                        <c:v>0.57204861111111116</c:v>
                      </c:pt>
                      <c:pt idx="775" formatCode="h:mm:ss">
                        <c:v>0.57222222222222219</c:v>
                      </c:pt>
                      <c:pt idx="776" formatCode="h:mm:ss">
                        <c:v>0.57239583333333333</c:v>
                      </c:pt>
                      <c:pt idx="777" formatCode="h:mm:ss">
                        <c:v>0.57256944444444446</c:v>
                      </c:pt>
                      <c:pt idx="778" formatCode="h:mm:ss">
                        <c:v>0.5727430555555556</c:v>
                      </c:pt>
                      <c:pt idx="779" formatCode="h:mm:ss">
                        <c:v>0.57291666666666663</c:v>
                      </c:pt>
                      <c:pt idx="780" formatCode="h:mm:ss">
                        <c:v>0.57309027777777777</c:v>
                      </c:pt>
                      <c:pt idx="781" formatCode="h:mm:ss">
                        <c:v>0.57326388888888891</c:v>
                      </c:pt>
                      <c:pt idx="782" formatCode="h:mm:ss">
                        <c:v>0.57343750000000004</c:v>
                      </c:pt>
                      <c:pt idx="783" formatCode="h:mm:ss">
                        <c:v>0.57361111111111107</c:v>
                      </c:pt>
                      <c:pt idx="784" formatCode="h:mm:ss">
                        <c:v>0.57378472222222221</c:v>
                      </c:pt>
                      <c:pt idx="785" formatCode="h:mm:ss">
                        <c:v>0.57395833333333335</c:v>
                      </c:pt>
                      <c:pt idx="786" formatCode="h:mm:ss">
                        <c:v>0.57413194444444449</c:v>
                      </c:pt>
                      <c:pt idx="787" formatCode="h:mm:ss">
                        <c:v>0.57430555555555551</c:v>
                      </c:pt>
                      <c:pt idx="788" formatCode="h:mm:ss">
                        <c:v>0.57447916666666665</c:v>
                      </c:pt>
                      <c:pt idx="789" formatCode="h:mm:ss">
                        <c:v>0.57465277777777779</c:v>
                      </c:pt>
                      <c:pt idx="790" formatCode="h:mm:ss">
                        <c:v>0.57482638888888893</c:v>
                      </c:pt>
                      <c:pt idx="791" formatCode="h:mm:ss">
                        <c:v>0.57499999999999996</c:v>
                      </c:pt>
                      <c:pt idx="792" formatCode="h:mm:ss">
                        <c:v>0.57517361111111109</c:v>
                      </c:pt>
                      <c:pt idx="793" formatCode="h:mm:ss">
                        <c:v>0.57534722222222223</c:v>
                      </c:pt>
                      <c:pt idx="794" formatCode="h:mm:ss">
                        <c:v>0.57552083333333337</c:v>
                      </c:pt>
                      <c:pt idx="795" formatCode="h:mm:ss">
                        <c:v>0.5756944444444444</c:v>
                      </c:pt>
                      <c:pt idx="796" formatCode="h:mm:ss">
                        <c:v>0.57586805555555554</c:v>
                      </c:pt>
                      <c:pt idx="797" formatCode="h:mm:ss">
                        <c:v>0.57604166666666667</c:v>
                      </c:pt>
                      <c:pt idx="798" formatCode="h:mm:ss">
                        <c:v>0.57621527777777781</c:v>
                      </c:pt>
                      <c:pt idx="799" formatCode="h:mm:ss">
                        <c:v>0.57638888888888884</c:v>
                      </c:pt>
                      <c:pt idx="800" formatCode="h:mm:ss">
                        <c:v>0.57656249999999998</c:v>
                      </c:pt>
                      <c:pt idx="801" formatCode="h:mm:ss">
                        <c:v>0.57673611111111112</c:v>
                      </c:pt>
                      <c:pt idx="802" formatCode="h:mm:ss">
                        <c:v>0.57690972222222225</c:v>
                      </c:pt>
                      <c:pt idx="803" formatCode="h:mm:ss">
                        <c:v>0.57708333333333328</c:v>
                      </c:pt>
                      <c:pt idx="804" formatCode="h:mm:ss">
                        <c:v>0.57725694444444442</c:v>
                      </c:pt>
                      <c:pt idx="805" formatCode="h:mm:ss">
                        <c:v>0.57743055555555556</c:v>
                      </c:pt>
                      <c:pt idx="806" formatCode="h:mm:ss">
                        <c:v>0.5776041666666667</c:v>
                      </c:pt>
                      <c:pt idx="807" formatCode="h:mm:ss">
                        <c:v>0.57777777777777772</c:v>
                      </c:pt>
                      <c:pt idx="808" formatCode="h:mm:ss">
                        <c:v>0.57795138888888886</c:v>
                      </c:pt>
                      <c:pt idx="809" formatCode="h:mm:ss">
                        <c:v>0.578125</c:v>
                      </c:pt>
                      <c:pt idx="810" formatCode="h:mm:ss">
                        <c:v>0.57829861111111114</c:v>
                      </c:pt>
                      <c:pt idx="811" formatCode="h:mm:ss">
                        <c:v>0.57847222222222228</c:v>
                      </c:pt>
                      <c:pt idx="812" formatCode="h:mm:ss">
                        <c:v>0.5786458333333333</c:v>
                      </c:pt>
                      <c:pt idx="813" formatCode="h:mm:ss">
                        <c:v>0.57881944444444444</c:v>
                      </c:pt>
                      <c:pt idx="814" formatCode="h:mm:ss">
                        <c:v>0.57899305555555558</c:v>
                      </c:pt>
                      <c:pt idx="815" formatCode="h:mm:ss">
                        <c:v>0.57916666666666672</c:v>
                      </c:pt>
                      <c:pt idx="816" formatCode="h:mm:ss">
                        <c:v>0.57934027777777775</c:v>
                      </c:pt>
                      <c:pt idx="817" formatCode="h:mm:ss">
                        <c:v>0.57951388888888888</c:v>
                      </c:pt>
                      <c:pt idx="818" formatCode="h:mm:ss">
                        <c:v>0.57968750000000002</c:v>
                      </c:pt>
                      <c:pt idx="819" formatCode="h:mm:ss">
                        <c:v>0.57986111111111116</c:v>
                      </c:pt>
                      <c:pt idx="820" formatCode="h:mm:ss">
                        <c:v>0.58003472222222219</c:v>
                      </c:pt>
                      <c:pt idx="821" formatCode="h:mm:ss">
                        <c:v>0.58020833333333333</c:v>
                      </c:pt>
                      <c:pt idx="822" formatCode="h:mm:ss">
                        <c:v>0.58038194444444446</c:v>
                      </c:pt>
                      <c:pt idx="823" formatCode="h:mm:ss">
                        <c:v>0.5805555555555556</c:v>
                      </c:pt>
                      <c:pt idx="824" formatCode="h:mm:ss">
                        <c:v>0.58072916666666663</c:v>
                      </c:pt>
                      <c:pt idx="825" formatCode="h:mm:ss">
                        <c:v>0.58090277777777777</c:v>
                      </c:pt>
                      <c:pt idx="826" formatCode="h:mm:ss">
                        <c:v>0.58107638888888891</c:v>
                      </c:pt>
                      <c:pt idx="827" formatCode="h:mm:ss">
                        <c:v>0.58125000000000004</c:v>
                      </c:pt>
                      <c:pt idx="828" formatCode="h:mm:ss">
                        <c:v>0.58142361111111107</c:v>
                      </c:pt>
                      <c:pt idx="829" formatCode="h:mm:ss">
                        <c:v>0.58159722222222221</c:v>
                      </c:pt>
                      <c:pt idx="830" formatCode="h:mm:ss">
                        <c:v>0.58177083333333335</c:v>
                      </c:pt>
                      <c:pt idx="831" formatCode="h:mm:ss">
                        <c:v>0.58194444444444449</c:v>
                      </c:pt>
                      <c:pt idx="832" formatCode="h:mm:ss">
                        <c:v>0.58211805555555551</c:v>
                      </c:pt>
                      <c:pt idx="833" formatCode="h:mm:ss">
                        <c:v>0.58229166666666665</c:v>
                      </c:pt>
                      <c:pt idx="834" formatCode="h:mm:ss">
                        <c:v>0.58246527777777779</c:v>
                      </c:pt>
                      <c:pt idx="835" formatCode="h:mm:ss">
                        <c:v>0.58263888888888893</c:v>
                      </c:pt>
                      <c:pt idx="836" formatCode="h:mm:ss">
                        <c:v>0.58281249999999996</c:v>
                      </c:pt>
                      <c:pt idx="837" formatCode="h:mm:ss">
                        <c:v>0.58298611111111109</c:v>
                      </c:pt>
                      <c:pt idx="838" formatCode="h:mm:ss">
                        <c:v>0.58315972222222223</c:v>
                      </c:pt>
                      <c:pt idx="839" formatCode="h:mm:ss">
                        <c:v>0.58333333333333337</c:v>
                      </c:pt>
                      <c:pt idx="840" formatCode="h:mm:ss">
                        <c:v>0.5835069444444444</c:v>
                      </c:pt>
                      <c:pt idx="841" formatCode="h:mm:ss">
                        <c:v>0.58368055555555554</c:v>
                      </c:pt>
                      <c:pt idx="842" formatCode="h:mm:ss">
                        <c:v>0.58385416666666667</c:v>
                      </c:pt>
                      <c:pt idx="843" formatCode="h:mm:ss">
                        <c:v>0.58402777777777781</c:v>
                      </c:pt>
                      <c:pt idx="844" formatCode="h:mm:ss">
                        <c:v>0.58420138888888884</c:v>
                      </c:pt>
                      <c:pt idx="845" formatCode="h:mm:ss">
                        <c:v>0.58437499999999998</c:v>
                      </c:pt>
                      <c:pt idx="846" formatCode="h:mm:ss">
                        <c:v>0.58454861111111112</c:v>
                      </c:pt>
                      <c:pt idx="847" formatCode="h:mm:ss">
                        <c:v>0.58472222222222225</c:v>
                      </c:pt>
                      <c:pt idx="848" formatCode="h:mm:ss">
                        <c:v>0.58489583333333328</c:v>
                      </c:pt>
                      <c:pt idx="849" formatCode="h:mm:ss">
                        <c:v>0.58506944444444442</c:v>
                      </c:pt>
                      <c:pt idx="850" formatCode="h:mm:ss">
                        <c:v>0.58524305555555556</c:v>
                      </c:pt>
                      <c:pt idx="851" formatCode="h:mm:ss">
                        <c:v>0.5854166666666667</c:v>
                      </c:pt>
                      <c:pt idx="852" formatCode="h:mm:ss">
                        <c:v>0.58559027777777772</c:v>
                      </c:pt>
                      <c:pt idx="853" formatCode="h:mm:ss">
                        <c:v>0.58576388888888886</c:v>
                      </c:pt>
                      <c:pt idx="854" formatCode="h:mm:ss">
                        <c:v>0.5859375</c:v>
                      </c:pt>
                      <c:pt idx="855" formatCode="h:mm:ss">
                        <c:v>0.58611111111111114</c:v>
                      </c:pt>
                      <c:pt idx="856" formatCode="h:mm:ss">
                        <c:v>0.58628472222222228</c:v>
                      </c:pt>
                      <c:pt idx="857" formatCode="h:mm:ss">
                        <c:v>0.5864583333333333</c:v>
                      </c:pt>
                      <c:pt idx="858" formatCode="h:mm:ss">
                        <c:v>0.58663194444444444</c:v>
                      </c:pt>
                      <c:pt idx="859" formatCode="h:mm:ss">
                        <c:v>0.58680555555555558</c:v>
                      </c:pt>
                      <c:pt idx="860" formatCode="h:mm:ss">
                        <c:v>0.58697916666666672</c:v>
                      </c:pt>
                      <c:pt idx="861" formatCode="h:mm:ss">
                        <c:v>0.58715277777777775</c:v>
                      </c:pt>
                      <c:pt idx="862" formatCode="h:mm:ss">
                        <c:v>0.58732638888888888</c:v>
                      </c:pt>
                      <c:pt idx="863" formatCode="h:mm:ss">
                        <c:v>0.58750000000000002</c:v>
                      </c:pt>
                      <c:pt idx="864" formatCode="h:mm:ss">
                        <c:v>0.58767361111111116</c:v>
                      </c:pt>
                      <c:pt idx="865" formatCode="h:mm:ss">
                        <c:v>0.58784722222222219</c:v>
                      </c:pt>
                      <c:pt idx="866" formatCode="h:mm:ss">
                        <c:v>0.58802083333333333</c:v>
                      </c:pt>
                      <c:pt idx="867" formatCode="h:mm:ss">
                        <c:v>0.58819444444444446</c:v>
                      </c:pt>
                      <c:pt idx="868" formatCode="h:mm:ss">
                        <c:v>0.5883680555555556</c:v>
                      </c:pt>
                      <c:pt idx="869" formatCode="h:mm:ss">
                        <c:v>0.58854166666666663</c:v>
                      </c:pt>
                      <c:pt idx="870" formatCode="h:mm:ss">
                        <c:v>0.58871527777777777</c:v>
                      </c:pt>
                      <c:pt idx="871" formatCode="h:mm:ss">
                        <c:v>0.58888888888888891</c:v>
                      </c:pt>
                      <c:pt idx="872" formatCode="h:mm:ss">
                        <c:v>0.58906250000000004</c:v>
                      </c:pt>
                      <c:pt idx="873" formatCode="h:mm:ss">
                        <c:v>0.58923611111111107</c:v>
                      </c:pt>
                      <c:pt idx="874" formatCode="h:mm:ss">
                        <c:v>0.58940972222222221</c:v>
                      </c:pt>
                      <c:pt idx="875" formatCode="h:mm:ss">
                        <c:v>0.58958333333333335</c:v>
                      </c:pt>
                      <c:pt idx="876" formatCode="h:mm:ss">
                        <c:v>0.58975694444444449</c:v>
                      </c:pt>
                      <c:pt idx="877" formatCode="h:mm:ss">
                        <c:v>0.58993055555555551</c:v>
                      </c:pt>
                      <c:pt idx="878" formatCode="h:mm:ss">
                        <c:v>0.59010416666666665</c:v>
                      </c:pt>
                      <c:pt idx="879" formatCode="h:mm:ss">
                        <c:v>0.59027777777777779</c:v>
                      </c:pt>
                      <c:pt idx="880" formatCode="h:mm:ss">
                        <c:v>0.59045138888888893</c:v>
                      </c:pt>
                      <c:pt idx="881" formatCode="h:mm:ss">
                        <c:v>0.59062499999999996</c:v>
                      </c:pt>
                      <c:pt idx="882" formatCode="h:mm:ss">
                        <c:v>0.59079861111111109</c:v>
                      </c:pt>
                      <c:pt idx="883" formatCode="h:mm:ss">
                        <c:v>0.59097222222222223</c:v>
                      </c:pt>
                      <c:pt idx="884" formatCode="h:mm:ss">
                        <c:v>0.59114583333333337</c:v>
                      </c:pt>
                      <c:pt idx="885" formatCode="h:mm:ss">
                        <c:v>0.5913194444444444</c:v>
                      </c:pt>
                      <c:pt idx="886" formatCode="h:mm:ss">
                        <c:v>0.59149305555555554</c:v>
                      </c:pt>
                      <c:pt idx="887" formatCode="h:mm:ss">
                        <c:v>0.59166666666666667</c:v>
                      </c:pt>
                      <c:pt idx="888" formatCode="h:mm:ss">
                        <c:v>0.59184027777777781</c:v>
                      </c:pt>
                      <c:pt idx="889" formatCode="h:mm:ss">
                        <c:v>0.59201388888888884</c:v>
                      </c:pt>
                      <c:pt idx="890" formatCode="h:mm:ss">
                        <c:v>0.59218749999999998</c:v>
                      </c:pt>
                      <c:pt idx="891" formatCode="h:mm:ss">
                        <c:v>0.59236111111111112</c:v>
                      </c:pt>
                      <c:pt idx="892" formatCode="h:mm:ss">
                        <c:v>0.59253472222222225</c:v>
                      </c:pt>
                      <c:pt idx="893" formatCode="h:mm:ss">
                        <c:v>0.59270833333333328</c:v>
                      </c:pt>
                      <c:pt idx="894" formatCode="h:mm:ss">
                        <c:v>0.59288194444444442</c:v>
                      </c:pt>
                      <c:pt idx="895" formatCode="h:mm:ss">
                        <c:v>0.59305555555555556</c:v>
                      </c:pt>
                      <c:pt idx="896" formatCode="h:mm:ss">
                        <c:v>0.5932291666666667</c:v>
                      </c:pt>
                      <c:pt idx="897" formatCode="h:mm:ss">
                        <c:v>0.59340277777777772</c:v>
                      </c:pt>
                      <c:pt idx="898" formatCode="h:mm:ss">
                        <c:v>0.59357638888888886</c:v>
                      </c:pt>
                      <c:pt idx="899" formatCode="h:mm:ss">
                        <c:v>0.59375</c:v>
                      </c:pt>
                      <c:pt idx="900" formatCode="h:mm:ss">
                        <c:v>0.59392361111111114</c:v>
                      </c:pt>
                      <c:pt idx="901" formatCode="h:mm:ss">
                        <c:v>0.59409722222222228</c:v>
                      </c:pt>
                      <c:pt idx="902" formatCode="h:mm:ss">
                        <c:v>0.5942708333333333</c:v>
                      </c:pt>
                      <c:pt idx="903" formatCode="h:mm:ss">
                        <c:v>0.59444444444444444</c:v>
                      </c:pt>
                      <c:pt idx="904" formatCode="h:mm:ss">
                        <c:v>0.59461805555555558</c:v>
                      </c:pt>
                      <c:pt idx="905" formatCode="h:mm:ss">
                        <c:v>0.59479166666666672</c:v>
                      </c:pt>
                      <c:pt idx="906" formatCode="h:mm:ss">
                        <c:v>0.59496527777777775</c:v>
                      </c:pt>
                      <c:pt idx="907" formatCode="h:mm:ss">
                        <c:v>0.59513888888888888</c:v>
                      </c:pt>
                      <c:pt idx="908" formatCode="h:mm:ss">
                        <c:v>0.59531250000000002</c:v>
                      </c:pt>
                      <c:pt idx="909" formatCode="h:mm:ss">
                        <c:v>0.59548611111111116</c:v>
                      </c:pt>
                      <c:pt idx="910" formatCode="h:mm:ss">
                        <c:v>0.59565972222222219</c:v>
                      </c:pt>
                      <c:pt idx="911" formatCode="h:mm:ss">
                        <c:v>0.59583333333333333</c:v>
                      </c:pt>
                      <c:pt idx="912" formatCode="h:mm:ss">
                        <c:v>0.59600694444444446</c:v>
                      </c:pt>
                      <c:pt idx="913" formatCode="h:mm:ss">
                        <c:v>0.5961805555555556</c:v>
                      </c:pt>
                      <c:pt idx="914" formatCode="h:mm:ss">
                        <c:v>0.59635416666666663</c:v>
                      </c:pt>
                      <c:pt idx="915" formatCode="h:mm:ss">
                        <c:v>0.59652777777777777</c:v>
                      </c:pt>
                      <c:pt idx="916" formatCode="h:mm:ss">
                        <c:v>0.59670138888888891</c:v>
                      </c:pt>
                      <c:pt idx="917" formatCode="h:mm:ss">
                        <c:v>0.59687500000000004</c:v>
                      </c:pt>
                      <c:pt idx="918" formatCode="h:mm:ss">
                        <c:v>0.59704861111111107</c:v>
                      </c:pt>
                      <c:pt idx="919" formatCode="h:mm:ss">
                        <c:v>0.59722222222222221</c:v>
                      </c:pt>
                      <c:pt idx="920" formatCode="h:mm:ss">
                        <c:v>0.59739583333333335</c:v>
                      </c:pt>
                      <c:pt idx="921" formatCode="h:mm:ss">
                        <c:v>0.59756944444444449</c:v>
                      </c:pt>
                      <c:pt idx="922" formatCode="h:mm:ss">
                        <c:v>0.59774305555555551</c:v>
                      </c:pt>
                      <c:pt idx="923" formatCode="h:mm:ss">
                        <c:v>0.59791666666666665</c:v>
                      </c:pt>
                      <c:pt idx="924" formatCode="h:mm:ss">
                        <c:v>0.59809027777777779</c:v>
                      </c:pt>
                      <c:pt idx="925" formatCode="h:mm:ss">
                        <c:v>0.59826388888888893</c:v>
                      </c:pt>
                      <c:pt idx="926" formatCode="h:mm:ss">
                        <c:v>0.59843749999999996</c:v>
                      </c:pt>
                      <c:pt idx="927" formatCode="h:mm:ss">
                        <c:v>0.59861111111111109</c:v>
                      </c:pt>
                      <c:pt idx="928" formatCode="h:mm:ss">
                        <c:v>0.59878472222222223</c:v>
                      </c:pt>
                      <c:pt idx="929" formatCode="h:mm:ss">
                        <c:v>0.59895833333333337</c:v>
                      </c:pt>
                      <c:pt idx="930" formatCode="h:mm:ss">
                        <c:v>0.5991319444444444</c:v>
                      </c:pt>
                      <c:pt idx="931" formatCode="h:mm:ss">
                        <c:v>0.59930555555555554</c:v>
                      </c:pt>
                      <c:pt idx="932" formatCode="h:mm:ss">
                        <c:v>0.59947916666666667</c:v>
                      </c:pt>
                      <c:pt idx="933" formatCode="h:mm:ss">
                        <c:v>0.59965277777777781</c:v>
                      </c:pt>
                      <c:pt idx="934" formatCode="h:mm:ss">
                        <c:v>0.59982638888888884</c:v>
                      </c:pt>
                      <c:pt idx="935" formatCode="h:mm:ss">
                        <c:v>0.6</c:v>
                      </c:pt>
                      <c:pt idx="936" formatCode="h:mm:ss">
                        <c:v>0.60017361111111112</c:v>
                      </c:pt>
                      <c:pt idx="937" formatCode="h:mm:ss">
                        <c:v>0.60034722222222225</c:v>
                      </c:pt>
                      <c:pt idx="938" formatCode="h:mm:ss">
                        <c:v>0.60052083333333328</c:v>
                      </c:pt>
                      <c:pt idx="939" formatCode="h:mm:ss">
                        <c:v>0.60069444444444442</c:v>
                      </c:pt>
                      <c:pt idx="940" formatCode="h:mm:ss">
                        <c:v>0.60086805555555556</c:v>
                      </c:pt>
                      <c:pt idx="941" formatCode="h:mm:ss">
                        <c:v>0.6010416666666667</c:v>
                      </c:pt>
                      <c:pt idx="942" formatCode="h:mm:ss">
                        <c:v>0.60121527777777772</c:v>
                      </c:pt>
                      <c:pt idx="943" formatCode="h:mm:ss">
                        <c:v>0.60138888888888886</c:v>
                      </c:pt>
                      <c:pt idx="944" formatCode="h:mm:ss">
                        <c:v>0.6015625</c:v>
                      </c:pt>
                      <c:pt idx="945" formatCode="h:mm:ss">
                        <c:v>0.60173611111111114</c:v>
                      </c:pt>
                      <c:pt idx="946" formatCode="h:mm:ss">
                        <c:v>0.60190972222222228</c:v>
                      </c:pt>
                      <c:pt idx="947" formatCode="h:mm:ss">
                        <c:v>0.6020833333333333</c:v>
                      </c:pt>
                      <c:pt idx="948" formatCode="h:mm:ss">
                        <c:v>0.60225694444444444</c:v>
                      </c:pt>
                      <c:pt idx="949" formatCode="h:mm:ss">
                        <c:v>0.60243055555555558</c:v>
                      </c:pt>
                      <c:pt idx="950" formatCode="h:mm:ss">
                        <c:v>0.60260416666666672</c:v>
                      </c:pt>
                      <c:pt idx="951" formatCode="h:mm:ss">
                        <c:v>0.60277777777777775</c:v>
                      </c:pt>
                      <c:pt idx="952" formatCode="h:mm:ss">
                        <c:v>0.60295138888888888</c:v>
                      </c:pt>
                      <c:pt idx="953" formatCode="h:mm:ss">
                        <c:v>0.60312500000000002</c:v>
                      </c:pt>
                      <c:pt idx="954" formatCode="h:mm:ss">
                        <c:v>0.60329861111111116</c:v>
                      </c:pt>
                      <c:pt idx="955" formatCode="h:mm:ss">
                        <c:v>0.60347222222222219</c:v>
                      </c:pt>
                      <c:pt idx="956" formatCode="h:mm:ss">
                        <c:v>0.60364583333333333</c:v>
                      </c:pt>
                      <c:pt idx="957" formatCode="h:mm:ss">
                        <c:v>0.60381944444444446</c:v>
                      </c:pt>
                      <c:pt idx="958" formatCode="h:mm:ss">
                        <c:v>0.6039930555555556</c:v>
                      </c:pt>
                      <c:pt idx="959" formatCode="h:mm:ss">
                        <c:v>0.60416666666666663</c:v>
                      </c:pt>
                      <c:pt idx="960" formatCode="h:mm:ss">
                        <c:v>0.60434027777777777</c:v>
                      </c:pt>
                      <c:pt idx="961" formatCode="h:mm:ss">
                        <c:v>0.60451388888888891</c:v>
                      </c:pt>
                      <c:pt idx="962" formatCode="h:mm:ss">
                        <c:v>0.60468750000000004</c:v>
                      </c:pt>
                      <c:pt idx="963" formatCode="h:mm:ss">
                        <c:v>0.60486111111111107</c:v>
                      </c:pt>
                      <c:pt idx="964" formatCode="h:mm:ss">
                        <c:v>0.60503472222222221</c:v>
                      </c:pt>
                      <c:pt idx="965" formatCode="h:mm:ss">
                        <c:v>0.60520833333333335</c:v>
                      </c:pt>
                      <c:pt idx="966" formatCode="h:mm:ss">
                        <c:v>0.60538194444444449</c:v>
                      </c:pt>
                      <c:pt idx="967" formatCode="h:mm:ss">
                        <c:v>0.60555555555555551</c:v>
                      </c:pt>
                      <c:pt idx="968" formatCode="h:mm:ss">
                        <c:v>0.60572916666666665</c:v>
                      </c:pt>
                      <c:pt idx="969" formatCode="h:mm:ss">
                        <c:v>0.60590277777777779</c:v>
                      </c:pt>
                      <c:pt idx="970" formatCode="h:mm:ss">
                        <c:v>0.60607638888888893</c:v>
                      </c:pt>
                      <c:pt idx="971" formatCode="h:mm:ss">
                        <c:v>0.60624999999999996</c:v>
                      </c:pt>
                      <c:pt idx="972" formatCode="h:mm:ss">
                        <c:v>0.60642361111111109</c:v>
                      </c:pt>
                      <c:pt idx="973" formatCode="h:mm:ss">
                        <c:v>0.60659722222222223</c:v>
                      </c:pt>
                      <c:pt idx="974" formatCode="h:mm:ss">
                        <c:v>0.60677083333333337</c:v>
                      </c:pt>
                      <c:pt idx="975" formatCode="h:mm:ss">
                        <c:v>0.6069444444444444</c:v>
                      </c:pt>
                      <c:pt idx="976" formatCode="h:mm:ss">
                        <c:v>0.60711805555555554</c:v>
                      </c:pt>
                      <c:pt idx="977" formatCode="h:mm:ss">
                        <c:v>0.60729166666666667</c:v>
                      </c:pt>
                      <c:pt idx="978" formatCode="h:mm:ss">
                        <c:v>0.60746527777777781</c:v>
                      </c:pt>
                      <c:pt idx="979" formatCode="h:mm:ss">
                        <c:v>0.60763888888888884</c:v>
                      </c:pt>
                      <c:pt idx="980" formatCode="h:mm:ss">
                        <c:v>0.60781249999999998</c:v>
                      </c:pt>
                      <c:pt idx="981" formatCode="h:mm:ss">
                        <c:v>0.60798611111111112</c:v>
                      </c:pt>
                      <c:pt idx="982" formatCode="h:mm:ss">
                        <c:v>0.60815972222222225</c:v>
                      </c:pt>
                      <c:pt idx="983" formatCode="h:mm:ss">
                        <c:v>0.60833333333333328</c:v>
                      </c:pt>
                      <c:pt idx="984" formatCode="h:mm:ss">
                        <c:v>0.60850694444444442</c:v>
                      </c:pt>
                      <c:pt idx="985" formatCode="h:mm:ss">
                        <c:v>0.60868055555555556</c:v>
                      </c:pt>
                      <c:pt idx="986" formatCode="h:mm:ss">
                        <c:v>0.6088541666666667</c:v>
                      </c:pt>
                      <c:pt idx="987" formatCode="h:mm:ss">
                        <c:v>0.60902777777777772</c:v>
                      </c:pt>
                      <c:pt idx="988" formatCode="h:mm:ss">
                        <c:v>0.60920138888888886</c:v>
                      </c:pt>
                      <c:pt idx="989" formatCode="h:mm:ss">
                        <c:v>0.609375</c:v>
                      </c:pt>
                      <c:pt idx="990" formatCode="h:mm:ss">
                        <c:v>0.60954861111111114</c:v>
                      </c:pt>
                      <c:pt idx="991" formatCode="h:mm:ss">
                        <c:v>0.60972222222222228</c:v>
                      </c:pt>
                      <c:pt idx="992" formatCode="h:mm:ss">
                        <c:v>0.6098958333333333</c:v>
                      </c:pt>
                      <c:pt idx="993" formatCode="h:mm:ss">
                        <c:v>0.61006944444444444</c:v>
                      </c:pt>
                      <c:pt idx="994" formatCode="h:mm:ss">
                        <c:v>0.61024305555555558</c:v>
                      </c:pt>
                      <c:pt idx="995" formatCode="h:mm:ss">
                        <c:v>0.61041666666666672</c:v>
                      </c:pt>
                      <c:pt idx="996" formatCode="h:mm:ss">
                        <c:v>0.61059027777777775</c:v>
                      </c:pt>
                      <c:pt idx="997" formatCode="h:mm:ss">
                        <c:v>0.61076388888888888</c:v>
                      </c:pt>
                      <c:pt idx="998" formatCode="h:mm:ss">
                        <c:v>0.61093750000000002</c:v>
                      </c:pt>
                      <c:pt idx="999" formatCode="h:mm:ss">
                        <c:v>0.61111111111111116</c:v>
                      </c:pt>
                      <c:pt idx="1000" formatCode="h:mm:ss">
                        <c:v>0.61128472222222219</c:v>
                      </c:pt>
                      <c:pt idx="1001" formatCode="h:mm:ss">
                        <c:v>0.61145833333333333</c:v>
                      </c:pt>
                      <c:pt idx="1002" formatCode="h:mm:ss">
                        <c:v>0.61163194444444446</c:v>
                      </c:pt>
                      <c:pt idx="1003" formatCode="h:mm:ss">
                        <c:v>0.6118055555555556</c:v>
                      </c:pt>
                      <c:pt idx="1004" formatCode="h:mm:ss">
                        <c:v>0.61197916666666663</c:v>
                      </c:pt>
                      <c:pt idx="1005" formatCode="h:mm:ss">
                        <c:v>0.61215277777777777</c:v>
                      </c:pt>
                      <c:pt idx="1006" formatCode="h:mm:ss">
                        <c:v>0.61232638888888891</c:v>
                      </c:pt>
                      <c:pt idx="1007" formatCode="h:mm:ss">
                        <c:v>0.61250000000000004</c:v>
                      </c:pt>
                      <c:pt idx="1008" formatCode="h:mm:ss">
                        <c:v>0.61267361111111107</c:v>
                      </c:pt>
                      <c:pt idx="1009" formatCode="h:mm:ss">
                        <c:v>0.61284722222222221</c:v>
                      </c:pt>
                      <c:pt idx="1010" formatCode="h:mm:ss">
                        <c:v>0.61302083333333335</c:v>
                      </c:pt>
                      <c:pt idx="1011" formatCode="h:mm:ss">
                        <c:v>0.61319444444444449</c:v>
                      </c:pt>
                      <c:pt idx="1012" formatCode="h:mm:ss">
                        <c:v>0.61336805555555551</c:v>
                      </c:pt>
                      <c:pt idx="1013" formatCode="h:mm:ss">
                        <c:v>0.61354166666666665</c:v>
                      </c:pt>
                      <c:pt idx="1014" formatCode="h:mm:ss">
                        <c:v>0.61371527777777779</c:v>
                      </c:pt>
                      <c:pt idx="1015" formatCode="h:mm:ss">
                        <c:v>0.61388888888888893</c:v>
                      </c:pt>
                      <c:pt idx="1016" formatCode="h:mm:ss">
                        <c:v>0.61406249999999996</c:v>
                      </c:pt>
                      <c:pt idx="1017" formatCode="h:mm:ss">
                        <c:v>0.61423611111111109</c:v>
                      </c:pt>
                      <c:pt idx="1018" formatCode="h:mm:ss">
                        <c:v>0.61440972222222223</c:v>
                      </c:pt>
                      <c:pt idx="1019" formatCode="h:mm:ss">
                        <c:v>0.61458333333333337</c:v>
                      </c:pt>
                      <c:pt idx="1020" formatCode="h:mm:ss">
                        <c:v>0.6147569444444444</c:v>
                      </c:pt>
                      <c:pt idx="1021" formatCode="h:mm:ss">
                        <c:v>0.61493055555555554</c:v>
                      </c:pt>
                      <c:pt idx="1022" formatCode="h:mm:ss">
                        <c:v>0.61510416666666667</c:v>
                      </c:pt>
                      <c:pt idx="1023" formatCode="h:mm:ss">
                        <c:v>0.61527777777777781</c:v>
                      </c:pt>
                      <c:pt idx="1024" formatCode="h:mm:ss">
                        <c:v>0.61545138888888884</c:v>
                      </c:pt>
                      <c:pt idx="1025" formatCode="h:mm:ss">
                        <c:v>0.61562499999999998</c:v>
                      </c:pt>
                      <c:pt idx="1026" formatCode="h:mm:ss">
                        <c:v>0.61579861111111112</c:v>
                      </c:pt>
                      <c:pt idx="1027" formatCode="h:mm:ss">
                        <c:v>0.61597222222222225</c:v>
                      </c:pt>
                      <c:pt idx="1028" formatCode="h:mm:ss">
                        <c:v>0.61614583333333328</c:v>
                      </c:pt>
                      <c:pt idx="1029" formatCode="h:mm:ss">
                        <c:v>0.61631944444444442</c:v>
                      </c:pt>
                      <c:pt idx="1030" formatCode="h:mm:ss">
                        <c:v>0.61649305555555556</c:v>
                      </c:pt>
                      <c:pt idx="1031" formatCode="h:mm:ss">
                        <c:v>0.6166666666666667</c:v>
                      </c:pt>
                      <c:pt idx="1032" formatCode="h:mm:ss">
                        <c:v>0.61684027777777772</c:v>
                      </c:pt>
                      <c:pt idx="1033" formatCode="h:mm:ss">
                        <c:v>0.61701388888888886</c:v>
                      </c:pt>
                      <c:pt idx="1034" formatCode="h:mm:ss">
                        <c:v>0.6171875</c:v>
                      </c:pt>
                      <c:pt idx="1035" formatCode="h:mm:ss">
                        <c:v>0.61736111111111114</c:v>
                      </c:pt>
                      <c:pt idx="1036" formatCode="h:mm:ss">
                        <c:v>0.61753472222222228</c:v>
                      </c:pt>
                      <c:pt idx="1037" formatCode="h:mm:ss">
                        <c:v>0.6177083333333333</c:v>
                      </c:pt>
                      <c:pt idx="1038" formatCode="h:mm:ss">
                        <c:v>0.61788194444444444</c:v>
                      </c:pt>
                      <c:pt idx="1039" formatCode="h:mm:ss">
                        <c:v>0.61805555555555558</c:v>
                      </c:pt>
                      <c:pt idx="1040" formatCode="h:mm:ss">
                        <c:v>0.61822916666666672</c:v>
                      </c:pt>
                      <c:pt idx="1041" formatCode="h:mm:ss">
                        <c:v>0.61840277777777775</c:v>
                      </c:pt>
                      <c:pt idx="1042" formatCode="h:mm:ss">
                        <c:v>0.61857638888888888</c:v>
                      </c:pt>
                      <c:pt idx="1043" formatCode="h:mm:ss">
                        <c:v>0.61875000000000002</c:v>
                      </c:pt>
                      <c:pt idx="1044" formatCode="h:mm:ss">
                        <c:v>0.61892361111111116</c:v>
                      </c:pt>
                      <c:pt idx="1045" formatCode="h:mm:ss">
                        <c:v>0.61909722222222219</c:v>
                      </c:pt>
                      <c:pt idx="1046" formatCode="h:mm:ss">
                        <c:v>0.61927083333333333</c:v>
                      </c:pt>
                      <c:pt idx="1047" formatCode="h:mm:ss">
                        <c:v>0.61944444444444446</c:v>
                      </c:pt>
                      <c:pt idx="1048" formatCode="h:mm:ss">
                        <c:v>0.6196180555555556</c:v>
                      </c:pt>
                      <c:pt idx="1049" formatCode="h:mm:ss">
                        <c:v>0.61979166666666663</c:v>
                      </c:pt>
                      <c:pt idx="1050" formatCode="h:mm:ss">
                        <c:v>0.61996527777777777</c:v>
                      </c:pt>
                      <c:pt idx="1051" formatCode="h:mm:ss">
                        <c:v>0.62013888888888891</c:v>
                      </c:pt>
                      <c:pt idx="1052" formatCode="h:mm:ss">
                        <c:v>0.62031250000000004</c:v>
                      </c:pt>
                      <c:pt idx="1053" formatCode="h:mm:ss">
                        <c:v>0.62048611111111107</c:v>
                      </c:pt>
                      <c:pt idx="1054" formatCode="h:mm:ss">
                        <c:v>0.62065972222222221</c:v>
                      </c:pt>
                      <c:pt idx="1055" formatCode="h:mm:ss">
                        <c:v>0.62083333333333335</c:v>
                      </c:pt>
                      <c:pt idx="1056" formatCode="h:mm:ss">
                        <c:v>0.62100694444444449</c:v>
                      </c:pt>
                      <c:pt idx="1057" formatCode="h:mm:ss">
                        <c:v>0.62118055555555551</c:v>
                      </c:pt>
                      <c:pt idx="1058" formatCode="h:mm:ss">
                        <c:v>0.62135416666666665</c:v>
                      </c:pt>
                      <c:pt idx="1059" formatCode="h:mm:ss">
                        <c:v>0.62152777777777779</c:v>
                      </c:pt>
                      <c:pt idx="1060" formatCode="h:mm:ss">
                        <c:v>0.62170138888888893</c:v>
                      </c:pt>
                      <c:pt idx="1061" formatCode="h:mm:ss">
                        <c:v>0.62187499999999996</c:v>
                      </c:pt>
                      <c:pt idx="1062" formatCode="h:mm:ss">
                        <c:v>0.62204861111111109</c:v>
                      </c:pt>
                      <c:pt idx="1063" formatCode="h:mm:ss">
                        <c:v>0.62222222222222223</c:v>
                      </c:pt>
                      <c:pt idx="1064" formatCode="h:mm:ss">
                        <c:v>0.62239583333333337</c:v>
                      </c:pt>
                      <c:pt idx="1065" formatCode="h:mm:ss">
                        <c:v>0.6225694444444444</c:v>
                      </c:pt>
                      <c:pt idx="1066" formatCode="h:mm:ss">
                        <c:v>0.62274305555555554</c:v>
                      </c:pt>
                      <c:pt idx="1067" formatCode="h:mm:ss">
                        <c:v>0.62291666666666667</c:v>
                      </c:pt>
                      <c:pt idx="1068" formatCode="h:mm:ss">
                        <c:v>0.62309027777777781</c:v>
                      </c:pt>
                      <c:pt idx="1069" formatCode="h:mm:ss">
                        <c:v>0.62326388888888884</c:v>
                      </c:pt>
                      <c:pt idx="1070" formatCode="h:mm:ss">
                        <c:v>0.62343749999999998</c:v>
                      </c:pt>
                      <c:pt idx="1071" formatCode="h:mm:ss">
                        <c:v>0.62361111111111112</c:v>
                      </c:pt>
                      <c:pt idx="1072" formatCode="h:mm:ss">
                        <c:v>0.62378472222222225</c:v>
                      </c:pt>
                      <c:pt idx="1073" formatCode="h:mm:ss">
                        <c:v>0.62395833333333328</c:v>
                      </c:pt>
                      <c:pt idx="1074" formatCode="h:mm:ss">
                        <c:v>0.62413194444444442</c:v>
                      </c:pt>
                      <c:pt idx="1075" formatCode="h:mm:ss">
                        <c:v>0.62430555555555556</c:v>
                      </c:pt>
                      <c:pt idx="1076" formatCode="h:mm:ss">
                        <c:v>0.6244791666666667</c:v>
                      </c:pt>
                      <c:pt idx="1077" formatCode="h:mm:ss">
                        <c:v>0.62465277777777772</c:v>
                      </c:pt>
                      <c:pt idx="1078" formatCode="h:mm:ss">
                        <c:v>0.62482638888888886</c:v>
                      </c:pt>
                      <c:pt idx="1079" formatCode="h:mm:ss">
                        <c:v>0.625</c:v>
                      </c:pt>
                      <c:pt idx="1080" formatCode="h:mm:ss">
                        <c:v>0.62517361111111114</c:v>
                      </c:pt>
                      <c:pt idx="1081" formatCode="h:mm:ss">
                        <c:v>0.62534722222222228</c:v>
                      </c:pt>
                      <c:pt idx="1082" formatCode="h:mm:ss">
                        <c:v>0.6255208333333333</c:v>
                      </c:pt>
                      <c:pt idx="1083" formatCode="h:mm:ss">
                        <c:v>0.62569444444444444</c:v>
                      </c:pt>
                      <c:pt idx="1084" formatCode="h:mm:ss">
                        <c:v>0.62586805555555558</c:v>
                      </c:pt>
                      <c:pt idx="1085" formatCode="h:mm:ss">
                        <c:v>0.62604166666666672</c:v>
                      </c:pt>
                      <c:pt idx="1086" formatCode="h:mm:ss">
                        <c:v>0.62621527777777775</c:v>
                      </c:pt>
                      <c:pt idx="1087" formatCode="h:mm:ss">
                        <c:v>0.62638888888888888</c:v>
                      </c:pt>
                      <c:pt idx="1088" formatCode="h:mm:ss">
                        <c:v>0.62656250000000002</c:v>
                      </c:pt>
                      <c:pt idx="1089" formatCode="h:mm:ss">
                        <c:v>0.62673611111111116</c:v>
                      </c:pt>
                      <c:pt idx="1090" formatCode="h:mm:ss">
                        <c:v>0.62690972222222219</c:v>
                      </c:pt>
                      <c:pt idx="1091" formatCode="h:mm:ss">
                        <c:v>0.62708333333333333</c:v>
                      </c:pt>
                      <c:pt idx="1092" formatCode="h:mm:ss">
                        <c:v>0.62725694444444446</c:v>
                      </c:pt>
                      <c:pt idx="1093" formatCode="h:mm:ss">
                        <c:v>0.6274305555555556</c:v>
                      </c:pt>
                      <c:pt idx="1094" formatCode="h:mm:ss">
                        <c:v>0.62760416666666663</c:v>
                      </c:pt>
                      <c:pt idx="1095" formatCode="h:mm:ss">
                        <c:v>0.62777777777777777</c:v>
                      </c:pt>
                      <c:pt idx="1096" formatCode="h:mm:ss">
                        <c:v>0.62795138888888891</c:v>
                      </c:pt>
                      <c:pt idx="1097" formatCode="h:mm:ss">
                        <c:v>0.62812500000000004</c:v>
                      </c:pt>
                      <c:pt idx="1098" formatCode="h:mm:ss">
                        <c:v>0.62829861111111107</c:v>
                      </c:pt>
                      <c:pt idx="1099" formatCode="h:mm:ss">
                        <c:v>0.62847222222222221</c:v>
                      </c:pt>
                      <c:pt idx="1100" formatCode="h:mm:ss">
                        <c:v>0.62864583333333335</c:v>
                      </c:pt>
                      <c:pt idx="1101" formatCode="h:mm:ss">
                        <c:v>0.62881944444444449</c:v>
                      </c:pt>
                      <c:pt idx="1102" formatCode="h:mm:ss">
                        <c:v>0.62899305555555551</c:v>
                      </c:pt>
                      <c:pt idx="1103" formatCode="h:mm:ss">
                        <c:v>0.62916666666666665</c:v>
                      </c:pt>
                      <c:pt idx="1104" formatCode="h:mm:ss">
                        <c:v>0.62934027777777779</c:v>
                      </c:pt>
                      <c:pt idx="1105" formatCode="h:mm:ss">
                        <c:v>0.62951388888888893</c:v>
                      </c:pt>
                      <c:pt idx="1106" formatCode="h:mm:ss">
                        <c:v>0.62968749999999996</c:v>
                      </c:pt>
                      <c:pt idx="1107" formatCode="h:mm:ss">
                        <c:v>0.62986111111111109</c:v>
                      </c:pt>
                      <c:pt idx="1108" formatCode="h:mm:ss">
                        <c:v>0.63003472222222223</c:v>
                      </c:pt>
                      <c:pt idx="1109" formatCode="h:mm:ss">
                        <c:v>0.63020833333333337</c:v>
                      </c:pt>
                      <c:pt idx="1110" formatCode="h:mm:ss">
                        <c:v>0.6303819444444444</c:v>
                      </c:pt>
                      <c:pt idx="1111" formatCode="h:mm:ss">
                        <c:v>0.63055555555555554</c:v>
                      </c:pt>
                      <c:pt idx="1112" formatCode="h:mm:ss">
                        <c:v>0.63072916666666667</c:v>
                      </c:pt>
                      <c:pt idx="1113" formatCode="h:mm:ss">
                        <c:v>0.63090277777777781</c:v>
                      </c:pt>
                      <c:pt idx="1114" formatCode="h:mm:ss">
                        <c:v>0.63107638888888884</c:v>
                      </c:pt>
                      <c:pt idx="1115" formatCode="h:mm:ss">
                        <c:v>0.63124999999999998</c:v>
                      </c:pt>
                      <c:pt idx="1116" formatCode="h:mm:ss">
                        <c:v>0.63142361111111112</c:v>
                      </c:pt>
                      <c:pt idx="1117" formatCode="h:mm:ss">
                        <c:v>0.63159722222222225</c:v>
                      </c:pt>
                      <c:pt idx="1118" formatCode="h:mm:ss">
                        <c:v>0.63177083333333328</c:v>
                      </c:pt>
                      <c:pt idx="1119" formatCode="h:mm:ss">
                        <c:v>0.63194444444444442</c:v>
                      </c:pt>
                      <c:pt idx="1120" formatCode="h:mm:ss">
                        <c:v>0.63211805555555556</c:v>
                      </c:pt>
                      <c:pt idx="1121" formatCode="h:mm:ss">
                        <c:v>0.6322916666666667</c:v>
                      </c:pt>
                      <c:pt idx="1122" formatCode="h:mm:ss">
                        <c:v>0.63246527777777772</c:v>
                      </c:pt>
                      <c:pt idx="1123" formatCode="h:mm:ss">
                        <c:v>0.63263888888888886</c:v>
                      </c:pt>
                      <c:pt idx="1124" formatCode="h:mm:ss">
                        <c:v>0.6328125</c:v>
                      </c:pt>
                      <c:pt idx="1125" formatCode="h:mm:ss">
                        <c:v>0.63298611111111114</c:v>
                      </c:pt>
                      <c:pt idx="1126" formatCode="h:mm:ss">
                        <c:v>0.63315972222222228</c:v>
                      </c:pt>
                      <c:pt idx="1127" formatCode="h:mm:ss">
                        <c:v>0.6333333333333333</c:v>
                      </c:pt>
                      <c:pt idx="1128" formatCode="h:mm:ss">
                        <c:v>0.63350694444444444</c:v>
                      </c:pt>
                      <c:pt idx="1129" formatCode="h:mm:ss">
                        <c:v>0.63368055555555558</c:v>
                      </c:pt>
                      <c:pt idx="1130" formatCode="h:mm:ss">
                        <c:v>0.63385416666666672</c:v>
                      </c:pt>
                      <c:pt idx="1131" formatCode="h:mm:ss">
                        <c:v>0.63402777777777775</c:v>
                      </c:pt>
                      <c:pt idx="1132" formatCode="h:mm:ss">
                        <c:v>0.63420138888888888</c:v>
                      </c:pt>
                      <c:pt idx="1133" formatCode="h:mm:ss">
                        <c:v>0.63437500000000002</c:v>
                      </c:pt>
                      <c:pt idx="1134" formatCode="h:mm:ss">
                        <c:v>0.63454861111111116</c:v>
                      </c:pt>
                      <c:pt idx="1135" formatCode="h:mm:ss">
                        <c:v>0.63472222222222219</c:v>
                      </c:pt>
                      <c:pt idx="1136" formatCode="h:mm:ss">
                        <c:v>0.63489583333333333</c:v>
                      </c:pt>
                      <c:pt idx="1137" formatCode="h:mm:ss">
                        <c:v>0.63506944444444446</c:v>
                      </c:pt>
                      <c:pt idx="1138" formatCode="h:mm:ss">
                        <c:v>0.6352430555555556</c:v>
                      </c:pt>
                      <c:pt idx="1139" formatCode="h:mm:ss">
                        <c:v>0.63541666666666663</c:v>
                      </c:pt>
                      <c:pt idx="1140" formatCode="h:mm:ss">
                        <c:v>0.63559027777777777</c:v>
                      </c:pt>
                      <c:pt idx="1141" formatCode="h:mm:ss">
                        <c:v>0.63576388888888891</c:v>
                      </c:pt>
                      <c:pt idx="1142" formatCode="h:mm:ss">
                        <c:v>0.63593750000000004</c:v>
                      </c:pt>
                      <c:pt idx="1143" formatCode="h:mm:ss">
                        <c:v>0.63611111111111107</c:v>
                      </c:pt>
                      <c:pt idx="1144" formatCode="h:mm:ss">
                        <c:v>0.63628472222222221</c:v>
                      </c:pt>
                      <c:pt idx="1145" formatCode="h:mm:ss">
                        <c:v>0.63645833333333335</c:v>
                      </c:pt>
                      <c:pt idx="1146" formatCode="h:mm:ss">
                        <c:v>0.63663194444444449</c:v>
                      </c:pt>
                      <c:pt idx="1147" formatCode="h:mm:ss">
                        <c:v>0.63680555555555551</c:v>
                      </c:pt>
                      <c:pt idx="1148" formatCode="h:mm:ss">
                        <c:v>0.63697916666666665</c:v>
                      </c:pt>
                      <c:pt idx="1149" formatCode="h:mm:ss">
                        <c:v>0.63715277777777779</c:v>
                      </c:pt>
                      <c:pt idx="1150" formatCode="h:mm:ss">
                        <c:v>0.63732638888888893</c:v>
                      </c:pt>
                      <c:pt idx="1151" formatCode="h:mm:ss">
                        <c:v>0.63749999999999996</c:v>
                      </c:pt>
                      <c:pt idx="1152" formatCode="h:mm:ss">
                        <c:v>0.63767361111111109</c:v>
                      </c:pt>
                      <c:pt idx="1153" formatCode="h:mm:ss">
                        <c:v>0.63784722222222223</c:v>
                      </c:pt>
                      <c:pt idx="1154" formatCode="h:mm:ss">
                        <c:v>0.63802083333333337</c:v>
                      </c:pt>
                      <c:pt idx="1155" formatCode="h:mm:ss">
                        <c:v>0.6381944444444444</c:v>
                      </c:pt>
                      <c:pt idx="1156" formatCode="h:mm:ss">
                        <c:v>0.63836805555555554</c:v>
                      </c:pt>
                      <c:pt idx="1157" formatCode="h:mm:ss">
                        <c:v>0.63854166666666667</c:v>
                      </c:pt>
                      <c:pt idx="1158" formatCode="h:mm:ss">
                        <c:v>0.63871527777777781</c:v>
                      </c:pt>
                      <c:pt idx="1159" formatCode="h:mm:ss">
                        <c:v>0.63888888888888884</c:v>
                      </c:pt>
                      <c:pt idx="1160" formatCode="h:mm:ss">
                        <c:v>0.63906249999999998</c:v>
                      </c:pt>
                      <c:pt idx="1161" formatCode="h:mm:ss">
                        <c:v>0.63923611111111112</c:v>
                      </c:pt>
                      <c:pt idx="1162" formatCode="h:mm:ss">
                        <c:v>0.63940972222222225</c:v>
                      </c:pt>
                      <c:pt idx="1163" formatCode="h:mm:ss">
                        <c:v>0.63958333333333328</c:v>
                      </c:pt>
                      <c:pt idx="1164" formatCode="h:mm:ss">
                        <c:v>0.63975694444444442</c:v>
                      </c:pt>
                      <c:pt idx="1165" formatCode="h:mm:ss">
                        <c:v>0.63993055555555556</c:v>
                      </c:pt>
                      <c:pt idx="1166" formatCode="h:mm:ss">
                        <c:v>0.6401041666666667</c:v>
                      </c:pt>
                      <c:pt idx="1167" formatCode="h:mm:ss">
                        <c:v>0.64027777777777772</c:v>
                      </c:pt>
                      <c:pt idx="1168" formatCode="h:mm:ss">
                        <c:v>0.64045138888888886</c:v>
                      </c:pt>
                      <c:pt idx="1169" formatCode="h:mm:ss">
                        <c:v>0.640625</c:v>
                      </c:pt>
                      <c:pt idx="1170" formatCode="h:mm:ss">
                        <c:v>0.64079861111111114</c:v>
                      </c:pt>
                      <c:pt idx="1171" formatCode="h:mm:ss">
                        <c:v>0.64097222222222228</c:v>
                      </c:pt>
                      <c:pt idx="1172" formatCode="h:mm:ss">
                        <c:v>0.6411458333333333</c:v>
                      </c:pt>
                      <c:pt idx="1173" formatCode="h:mm:ss">
                        <c:v>0.64131944444444444</c:v>
                      </c:pt>
                      <c:pt idx="1174" formatCode="h:mm:ss">
                        <c:v>0.64149305555555558</c:v>
                      </c:pt>
                      <c:pt idx="1175" formatCode="h:mm:ss">
                        <c:v>0.64166666666666672</c:v>
                      </c:pt>
                      <c:pt idx="1176" formatCode="h:mm:ss">
                        <c:v>0.64184027777777775</c:v>
                      </c:pt>
                      <c:pt idx="1177" formatCode="h:mm:ss">
                        <c:v>0.64201388888888888</c:v>
                      </c:pt>
                      <c:pt idx="1178" formatCode="h:mm:ss">
                        <c:v>0.64218750000000002</c:v>
                      </c:pt>
                      <c:pt idx="1179" formatCode="h:mm:ss">
                        <c:v>0.64236111111111116</c:v>
                      </c:pt>
                      <c:pt idx="1180" formatCode="h:mm:ss">
                        <c:v>0.64253472222222219</c:v>
                      </c:pt>
                      <c:pt idx="1181" formatCode="h:mm:ss">
                        <c:v>0.64270833333333333</c:v>
                      </c:pt>
                      <c:pt idx="1182" formatCode="h:mm:ss">
                        <c:v>0.64288194444444446</c:v>
                      </c:pt>
                      <c:pt idx="1183" formatCode="h:mm:ss">
                        <c:v>0.6430555555555556</c:v>
                      </c:pt>
                      <c:pt idx="1184" formatCode="h:mm:ss">
                        <c:v>0.64322916666666663</c:v>
                      </c:pt>
                      <c:pt idx="1185" formatCode="h:mm:ss">
                        <c:v>0.64340277777777777</c:v>
                      </c:pt>
                      <c:pt idx="1186" formatCode="h:mm:ss">
                        <c:v>0.64357638888888891</c:v>
                      </c:pt>
                      <c:pt idx="1187" formatCode="h:mm:ss">
                        <c:v>0.64375000000000004</c:v>
                      </c:pt>
                      <c:pt idx="1188" formatCode="h:mm:ss">
                        <c:v>0.64392361111111107</c:v>
                      </c:pt>
                      <c:pt idx="1189" formatCode="h:mm:ss">
                        <c:v>0.64409722222222221</c:v>
                      </c:pt>
                      <c:pt idx="1190" formatCode="h:mm:ss">
                        <c:v>0.64427083333333335</c:v>
                      </c:pt>
                      <c:pt idx="1191" formatCode="h:mm:ss">
                        <c:v>0.64444444444444449</c:v>
                      </c:pt>
                      <c:pt idx="1192" formatCode="h:mm:ss">
                        <c:v>0.64461805555555551</c:v>
                      </c:pt>
                      <c:pt idx="1193" formatCode="h:mm:ss">
                        <c:v>0.64479166666666665</c:v>
                      </c:pt>
                      <c:pt idx="1194" formatCode="h:mm:ss">
                        <c:v>0.64496527777777779</c:v>
                      </c:pt>
                      <c:pt idx="1195" formatCode="h:mm:ss">
                        <c:v>0.64513888888888893</c:v>
                      </c:pt>
                      <c:pt idx="1196" formatCode="h:mm:ss">
                        <c:v>0.64531249999999996</c:v>
                      </c:pt>
                      <c:pt idx="1197" formatCode="h:mm:ss">
                        <c:v>0.64548611111111109</c:v>
                      </c:pt>
                      <c:pt idx="1198" formatCode="h:mm:ss">
                        <c:v>0.64565972222222223</c:v>
                      </c:pt>
                      <c:pt idx="1199" formatCode="h:mm:ss">
                        <c:v>0.64583333333333337</c:v>
                      </c:pt>
                      <c:pt idx="1200" formatCode="h:mm:ss">
                        <c:v>0.6460069444444444</c:v>
                      </c:pt>
                      <c:pt idx="1201" formatCode="h:mm:ss">
                        <c:v>0.64618055555555554</c:v>
                      </c:pt>
                      <c:pt idx="1202" formatCode="h:mm:ss">
                        <c:v>0.64635416666666667</c:v>
                      </c:pt>
                      <c:pt idx="1203" formatCode="h:mm:ss">
                        <c:v>0.64652777777777781</c:v>
                      </c:pt>
                      <c:pt idx="1204" formatCode="h:mm:ss">
                        <c:v>0.64670138888888884</c:v>
                      </c:pt>
                      <c:pt idx="1205" formatCode="h:mm:ss">
                        <c:v>0.64687499999999998</c:v>
                      </c:pt>
                      <c:pt idx="1206" formatCode="h:mm:ss">
                        <c:v>0.64704861111111112</c:v>
                      </c:pt>
                      <c:pt idx="1207" formatCode="h:mm:ss">
                        <c:v>0.64722222222222225</c:v>
                      </c:pt>
                      <c:pt idx="1208" formatCode="h:mm:ss">
                        <c:v>0.64739583333333328</c:v>
                      </c:pt>
                      <c:pt idx="1209" formatCode="h:mm:ss">
                        <c:v>0.64756944444444442</c:v>
                      </c:pt>
                      <c:pt idx="1210" formatCode="h:mm:ss">
                        <c:v>0.64774305555555556</c:v>
                      </c:pt>
                      <c:pt idx="1211" formatCode="h:mm:ss">
                        <c:v>0.6479166666666667</c:v>
                      </c:pt>
                      <c:pt idx="1212" formatCode="h:mm:ss">
                        <c:v>0.64809027777777772</c:v>
                      </c:pt>
                      <c:pt idx="1213" formatCode="h:mm:ss">
                        <c:v>0.64826388888888886</c:v>
                      </c:pt>
                      <c:pt idx="1214" formatCode="h:mm:ss">
                        <c:v>0.6484375</c:v>
                      </c:pt>
                      <c:pt idx="1215" formatCode="h:mm:ss">
                        <c:v>0.64861111111111114</c:v>
                      </c:pt>
                      <c:pt idx="1216" formatCode="h:mm:ss">
                        <c:v>0.64878472222222228</c:v>
                      </c:pt>
                      <c:pt idx="1217" formatCode="h:mm:ss">
                        <c:v>0.6489583333333333</c:v>
                      </c:pt>
                      <c:pt idx="1218" formatCode="h:mm:ss">
                        <c:v>0.64913194444444444</c:v>
                      </c:pt>
                      <c:pt idx="1219" formatCode="h:mm:ss">
                        <c:v>0.64930555555555558</c:v>
                      </c:pt>
                      <c:pt idx="1220" formatCode="h:mm:ss">
                        <c:v>0.64947916666666672</c:v>
                      </c:pt>
                      <c:pt idx="1221" formatCode="h:mm:ss">
                        <c:v>0.64965277777777775</c:v>
                      </c:pt>
                      <c:pt idx="1222" formatCode="h:mm:ss">
                        <c:v>0.64982638888888888</c:v>
                      </c:pt>
                      <c:pt idx="1223" formatCode="h:mm:ss">
                        <c:v>0.65</c:v>
                      </c:pt>
                      <c:pt idx="1224" formatCode="h:mm:ss">
                        <c:v>0.65017361111111116</c:v>
                      </c:pt>
                      <c:pt idx="1225" formatCode="h:mm:ss">
                        <c:v>0.65034722222222219</c:v>
                      </c:pt>
                      <c:pt idx="1226" formatCode="h:mm:ss">
                        <c:v>0.65052083333333333</c:v>
                      </c:pt>
                      <c:pt idx="1227" formatCode="h:mm:ss">
                        <c:v>0.65069444444444446</c:v>
                      </c:pt>
                      <c:pt idx="1228" formatCode="h:mm:ss">
                        <c:v>0.6508680555555556</c:v>
                      </c:pt>
                      <c:pt idx="1229" formatCode="h:mm:ss">
                        <c:v>0.65104166666666663</c:v>
                      </c:pt>
                      <c:pt idx="1230" formatCode="h:mm:ss">
                        <c:v>0.65121527777777777</c:v>
                      </c:pt>
                      <c:pt idx="1231" formatCode="h:mm:ss">
                        <c:v>0.65138888888888891</c:v>
                      </c:pt>
                      <c:pt idx="1232" formatCode="h:mm:ss">
                        <c:v>0.65156250000000004</c:v>
                      </c:pt>
                      <c:pt idx="1233" formatCode="h:mm:ss">
                        <c:v>0.65173611111111107</c:v>
                      </c:pt>
                      <c:pt idx="1234" formatCode="h:mm:ss">
                        <c:v>0.65190972222222221</c:v>
                      </c:pt>
                      <c:pt idx="1235" formatCode="h:mm:ss">
                        <c:v>0.65208333333333335</c:v>
                      </c:pt>
                      <c:pt idx="1236" formatCode="h:mm:ss">
                        <c:v>0.65225694444444449</c:v>
                      </c:pt>
                      <c:pt idx="1237" formatCode="h:mm:ss">
                        <c:v>0.65243055555555551</c:v>
                      </c:pt>
                      <c:pt idx="1238" formatCode="h:mm:ss">
                        <c:v>0.65260416666666665</c:v>
                      </c:pt>
                      <c:pt idx="1239" formatCode="h:mm:ss">
                        <c:v>0.65277777777777779</c:v>
                      </c:pt>
                      <c:pt idx="1240" formatCode="h:mm:ss">
                        <c:v>0.65295138888888893</c:v>
                      </c:pt>
                      <c:pt idx="1241" formatCode="h:mm:ss">
                        <c:v>0.65312499999999996</c:v>
                      </c:pt>
                      <c:pt idx="1242" formatCode="h:mm:ss">
                        <c:v>0.65329861111111109</c:v>
                      </c:pt>
                      <c:pt idx="1243" formatCode="h:mm:ss">
                        <c:v>0.65347222222222223</c:v>
                      </c:pt>
                      <c:pt idx="1244" formatCode="h:mm:ss">
                        <c:v>0.65364583333333337</c:v>
                      </c:pt>
                      <c:pt idx="1245" formatCode="h:mm:ss">
                        <c:v>0.6538194444444444</c:v>
                      </c:pt>
                      <c:pt idx="1246" formatCode="h:mm:ss">
                        <c:v>0.65399305555555554</c:v>
                      </c:pt>
                      <c:pt idx="1247" formatCode="h:mm:ss">
                        <c:v>0.65416666666666667</c:v>
                      </c:pt>
                      <c:pt idx="1248" formatCode="h:mm:ss">
                        <c:v>0.65434027777777781</c:v>
                      </c:pt>
                      <c:pt idx="1249" formatCode="h:mm:ss">
                        <c:v>0.65451388888888884</c:v>
                      </c:pt>
                      <c:pt idx="1250" formatCode="h:mm:ss">
                        <c:v>0.65468749999999998</c:v>
                      </c:pt>
                      <c:pt idx="1251" formatCode="h:mm:ss">
                        <c:v>0.65486111111111112</c:v>
                      </c:pt>
                      <c:pt idx="1252" formatCode="h:mm:ss">
                        <c:v>0.65503472222222225</c:v>
                      </c:pt>
                      <c:pt idx="1253" formatCode="h:mm:ss">
                        <c:v>0.65520833333333328</c:v>
                      </c:pt>
                      <c:pt idx="1254" formatCode="h:mm:ss">
                        <c:v>0.65538194444444442</c:v>
                      </c:pt>
                      <c:pt idx="1255" formatCode="h:mm:ss">
                        <c:v>0.65555555555555556</c:v>
                      </c:pt>
                      <c:pt idx="1256" formatCode="h:mm:ss">
                        <c:v>0.6557291666666667</c:v>
                      </c:pt>
                      <c:pt idx="1257" formatCode="h:mm:ss">
                        <c:v>0.65590277777777772</c:v>
                      </c:pt>
                      <c:pt idx="1258" formatCode="h:mm:ss">
                        <c:v>0.65607638888888886</c:v>
                      </c:pt>
                      <c:pt idx="1259" formatCode="h:mm:ss">
                        <c:v>0.65625</c:v>
                      </c:pt>
                      <c:pt idx="1260" formatCode="h:mm:ss">
                        <c:v>0.65642361111111114</c:v>
                      </c:pt>
                      <c:pt idx="1261" formatCode="h:mm:ss">
                        <c:v>0.65659722222222228</c:v>
                      </c:pt>
                      <c:pt idx="1262" formatCode="h:mm:ss">
                        <c:v>0.6567708333333333</c:v>
                      </c:pt>
                      <c:pt idx="1263" formatCode="h:mm:ss">
                        <c:v>0.65694444444444444</c:v>
                      </c:pt>
                      <c:pt idx="1264" formatCode="h:mm:ss">
                        <c:v>0.65711805555555558</c:v>
                      </c:pt>
                      <c:pt idx="1265" formatCode="h:mm:ss">
                        <c:v>0.65729166666666672</c:v>
                      </c:pt>
                      <c:pt idx="1266" formatCode="h:mm:ss">
                        <c:v>0.65746527777777775</c:v>
                      </c:pt>
                      <c:pt idx="1267" formatCode="h:mm:ss">
                        <c:v>0.65763888888888888</c:v>
                      </c:pt>
                      <c:pt idx="1268" formatCode="h:mm:ss">
                        <c:v>0.65781250000000002</c:v>
                      </c:pt>
                      <c:pt idx="1269" formatCode="h:mm:ss">
                        <c:v>0.65798611111111116</c:v>
                      </c:pt>
                      <c:pt idx="1270" formatCode="h:mm:ss">
                        <c:v>0.65815972222222219</c:v>
                      </c:pt>
                      <c:pt idx="1271" formatCode="h:mm:ss">
                        <c:v>0.65833333333333333</c:v>
                      </c:pt>
                      <c:pt idx="1272" formatCode="h:mm:ss">
                        <c:v>0.65850694444444446</c:v>
                      </c:pt>
                      <c:pt idx="1273" formatCode="h:mm:ss">
                        <c:v>0.6586805555555556</c:v>
                      </c:pt>
                      <c:pt idx="1274" formatCode="h:mm:ss">
                        <c:v>0.65885416666666663</c:v>
                      </c:pt>
                      <c:pt idx="1275" formatCode="h:mm:ss">
                        <c:v>0.65902777777777777</c:v>
                      </c:pt>
                      <c:pt idx="1276" formatCode="h:mm:ss">
                        <c:v>0.65920138888888891</c:v>
                      </c:pt>
                      <c:pt idx="1277" formatCode="h:mm:ss">
                        <c:v>0.65937500000000004</c:v>
                      </c:pt>
                      <c:pt idx="1278" formatCode="h:mm:ss">
                        <c:v>0.65954861111111107</c:v>
                      </c:pt>
                      <c:pt idx="1279" formatCode="h:mm:ss">
                        <c:v>0.65972222222222221</c:v>
                      </c:pt>
                      <c:pt idx="1280" formatCode="h:mm:ss">
                        <c:v>0.65989583333333335</c:v>
                      </c:pt>
                      <c:pt idx="1281" formatCode="h:mm:ss">
                        <c:v>0.66006944444444449</c:v>
                      </c:pt>
                      <c:pt idx="1282" formatCode="h:mm:ss">
                        <c:v>0.66024305555555551</c:v>
                      </c:pt>
                      <c:pt idx="1283" formatCode="h:mm:ss">
                        <c:v>0.66041666666666665</c:v>
                      </c:pt>
                      <c:pt idx="1284" formatCode="h:mm:ss">
                        <c:v>0.66059027777777779</c:v>
                      </c:pt>
                      <c:pt idx="1285" formatCode="h:mm:ss">
                        <c:v>0.66076388888888893</c:v>
                      </c:pt>
                      <c:pt idx="1286" formatCode="h:mm:ss">
                        <c:v>0.66093749999999996</c:v>
                      </c:pt>
                      <c:pt idx="1287" formatCode="h:mm:ss">
                        <c:v>0.66111111111111109</c:v>
                      </c:pt>
                      <c:pt idx="1288" formatCode="h:mm:ss">
                        <c:v>0.66128472222222223</c:v>
                      </c:pt>
                      <c:pt idx="1289" formatCode="h:mm:ss">
                        <c:v>0.66145833333333337</c:v>
                      </c:pt>
                      <c:pt idx="1290" formatCode="h:mm:ss">
                        <c:v>0.6616319444444444</c:v>
                      </c:pt>
                      <c:pt idx="1291" formatCode="h:mm:ss">
                        <c:v>0.66180555555555554</c:v>
                      </c:pt>
                      <c:pt idx="1292" formatCode="h:mm:ss">
                        <c:v>0.66197916666666667</c:v>
                      </c:pt>
                      <c:pt idx="1293" formatCode="h:mm:ss">
                        <c:v>0.66215277777777781</c:v>
                      </c:pt>
                      <c:pt idx="1294" formatCode="h:mm:ss">
                        <c:v>0.66232638888888884</c:v>
                      </c:pt>
                      <c:pt idx="1295" formatCode="h:mm:ss">
                        <c:v>0.66249999999999998</c:v>
                      </c:pt>
                      <c:pt idx="1296" formatCode="h:mm:ss">
                        <c:v>0.66267361111111112</c:v>
                      </c:pt>
                      <c:pt idx="1297" formatCode="h:mm:ss">
                        <c:v>0.66284722222222225</c:v>
                      </c:pt>
                      <c:pt idx="1298" formatCode="h:mm:ss">
                        <c:v>0.66302083333333328</c:v>
                      </c:pt>
                      <c:pt idx="1299" formatCode="h:mm:ss">
                        <c:v>0.66319444444444442</c:v>
                      </c:pt>
                      <c:pt idx="1300" formatCode="h:mm:ss">
                        <c:v>0.66336805555555556</c:v>
                      </c:pt>
                      <c:pt idx="1301" formatCode="h:mm:ss">
                        <c:v>0.6635416666666667</c:v>
                      </c:pt>
                      <c:pt idx="1302" formatCode="h:mm:ss">
                        <c:v>0.66371527777777772</c:v>
                      </c:pt>
                      <c:pt idx="1303" formatCode="h:mm:ss">
                        <c:v>0.66388888888888886</c:v>
                      </c:pt>
                      <c:pt idx="1304" formatCode="h:mm:ss">
                        <c:v>0.6640625</c:v>
                      </c:pt>
                      <c:pt idx="1305" formatCode="h:mm:ss">
                        <c:v>0.66423611111111114</c:v>
                      </c:pt>
                      <c:pt idx="1306" formatCode="h:mm:ss">
                        <c:v>0.66440972222222228</c:v>
                      </c:pt>
                      <c:pt idx="1307" formatCode="h:mm:ss">
                        <c:v>0.6645833333333333</c:v>
                      </c:pt>
                      <c:pt idx="1308" formatCode="h:mm:ss">
                        <c:v>0.66475694444444444</c:v>
                      </c:pt>
                      <c:pt idx="1309" formatCode="h:mm:ss">
                        <c:v>0.66493055555555558</c:v>
                      </c:pt>
                      <c:pt idx="1310" formatCode="h:mm:ss">
                        <c:v>0.66510416666666672</c:v>
                      </c:pt>
                      <c:pt idx="1311" formatCode="h:mm:ss">
                        <c:v>0.66527777777777775</c:v>
                      </c:pt>
                      <c:pt idx="1312" formatCode="h:mm:ss">
                        <c:v>0.66545138888888888</c:v>
                      </c:pt>
                      <c:pt idx="1313" formatCode="h:mm:ss">
                        <c:v>0.66562500000000002</c:v>
                      </c:pt>
                      <c:pt idx="1314" formatCode="h:mm:ss">
                        <c:v>0.66579861111111116</c:v>
                      </c:pt>
                      <c:pt idx="1315" formatCode="h:mm:ss">
                        <c:v>0.66597222222222219</c:v>
                      </c:pt>
                      <c:pt idx="1316" formatCode="h:mm:ss">
                        <c:v>0.66614583333333333</c:v>
                      </c:pt>
                      <c:pt idx="1317" formatCode="h:mm:ss">
                        <c:v>0.66631944444444446</c:v>
                      </c:pt>
                      <c:pt idx="1318" formatCode="h:mm:ss">
                        <c:v>0.6664930555555556</c:v>
                      </c:pt>
                      <c:pt idx="1319" formatCode="h:mm:ss">
                        <c:v>0.66666666666666663</c:v>
                      </c:pt>
                      <c:pt idx="1320" formatCode="h:mm:ss">
                        <c:v>0.66684027777777777</c:v>
                      </c:pt>
                      <c:pt idx="1321" formatCode="h:mm:ss">
                        <c:v>0.66701388888888891</c:v>
                      </c:pt>
                      <c:pt idx="1322" formatCode="h:mm:ss">
                        <c:v>0.66718750000000004</c:v>
                      </c:pt>
                      <c:pt idx="1323" formatCode="h:mm:ss">
                        <c:v>0.66736111111111107</c:v>
                      </c:pt>
                      <c:pt idx="1324" formatCode="h:mm:ss">
                        <c:v>0.66753472222222221</c:v>
                      </c:pt>
                      <c:pt idx="1325" formatCode="h:mm:ss">
                        <c:v>0.66770833333333335</c:v>
                      </c:pt>
                      <c:pt idx="1326" formatCode="h:mm:ss">
                        <c:v>0.66788194444444449</c:v>
                      </c:pt>
                      <c:pt idx="1327" formatCode="h:mm:ss">
                        <c:v>0.66805555555555551</c:v>
                      </c:pt>
                      <c:pt idx="1328" formatCode="h:mm:ss">
                        <c:v>0.66822916666666665</c:v>
                      </c:pt>
                      <c:pt idx="1329" formatCode="h:mm:ss">
                        <c:v>0.66840277777777779</c:v>
                      </c:pt>
                      <c:pt idx="1330" formatCode="h:mm:ss">
                        <c:v>0.66857638888888893</c:v>
                      </c:pt>
                      <c:pt idx="1331" formatCode="h:mm:ss">
                        <c:v>0.66874999999999996</c:v>
                      </c:pt>
                      <c:pt idx="1332" formatCode="h:mm:ss">
                        <c:v>0.66892361111111109</c:v>
                      </c:pt>
                      <c:pt idx="1333" formatCode="h:mm:ss">
                        <c:v>0.66909722222222223</c:v>
                      </c:pt>
                      <c:pt idx="1334" formatCode="h:mm:ss">
                        <c:v>0.66927083333333337</c:v>
                      </c:pt>
                      <c:pt idx="1335" formatCode="h:mm:ss">
                        <c:v>0.6694444444444444</c:v>
                      </c:pt>
                      <c:pt idx="1336" formatCode="h:mm:ss">
                        <c:v>0.66961805555555554</c:v>
                      </c:pt>
                      <c:pt idx="1337" formatCode="h:mm:ss">
                        <c:v>0.66979166666666667</c:v>
                      </c:pt>
                      <c:pt idx="1338" formatCode="h:mm:ss">
                        <c:v>0.66996527777777781</c:v>
                      </c:pt>
                      <c:pt idx="1339" formatCode="h:mm:ss">
                        <c:v>0.67013888888888884</c:v>
                      </c:pt>
                      <c:pt idx="1340" formatCode="h:mm:ss">
                        <c:v>0.67031249999999998</c:v>
                      </c:pt>
                      <c:pt idx="1341" formatCode="h:mm:ss">
                        <c:v>0.67048611111111112</c:v>
                      </c:pt>
                      <c:pt idx="1342" formatCode="h:mm:ss">
                        <c:v>0.67065972222222225</c:v>
                      </c:pt>
                      <c:pt idx="1343" formatCode="h:mm:ss">
                        <c:v>0.67083333333333328</c:v>
                      </c:pt>
                      <c:pt idx="1344" formatCode="h:mm:ss">
                        <c:v>0.67100694444444442</c:v>
                      </c:pt>
                      <c:pt idx="1345" formatCode="h:mm:ss">
                        <c:v>0.67118055555555556</c:v>
                      </c:pt>
                      <c:pt idx="1346" formatCode="h:mm:ss">
                        <c:v>0.6713541666666667</c:v>
                      </c:pt>
                      <c:pt idx="1347" formatCode="h:mm:ss">
                        <c:v>0.67152777777777772</c:v>
                      </c:pt>
                      <c:pt idx="1348" formatCode="h:mm:ss">
                        <c:v>0.67170138888888886</c:v>
                      </c:pt>
                      <c:pt idx="1349" formatCode="h:mm:ss">
                        <c:v>0.671875</c:v>
                      </c:pt>
                      <c:pt idx="1350" formatCode="h:mm:ss">
                        <c:v>0.67204861111111114</c:v>
                      </c:pt>
                      <c:pt idx="1351" formatCode="h:mm:ss">
                        <c:v>0.67222222222222228</c:v>
                      </c:pt>
                      <c:pt idx="1352" formatCode="h:mm:ss">
                        <c:v>0.6723958333333333</c:v>
                      </c:pt>
                      <c:pt idx="1353" formatCode="h:mm:ss">
                        <c:v>0.67256944444444444</c:v>
                      </c:pt>
                      <c:pt idx="1354" formatCode="h:mm:ss">
                        <c:v>0.67274305555555558</c:v>
                      </c:pt>
                      <c:pt idx="1355" formatCode="h:mm:ss">
                        <c:v>0.67291666666666672</c:v>
                      </c:pt>
                      <c:pt idx="1356" formatCode="h:mm:ss">
                        <c:v>0.67309027777777775</c:v>
                      </c:pt>
                      <c:pt idx="1357" formatCode="h:mm:ss">
                        <c:v>0.67326388888888888</c:v>
                      </c:pt>
                      <c:pt idx="1358" formatCode="h:mm:ss">
                        <c:v>0.67343750000000002</c:v>
                      </c:pt>
                      <c:pt idx="1359" formatCode="h:mm:ss">
                        <c:v>0.67361111111111116</c:v>
                      </c:pt>
                      <c:pt idx="1360" formatCode="h:mm:ss">
                        <c:v>0.67378472222222219</c:v>
                      </c:pt>
                      <c:pt idx="1361" formatCode="h:mm:ss">
                        <c:v>0.67395833333333333</c:v>
                      </c:pt>
                      <c:pt idx="1362" formatCode="h:mm:ss">
                        <c:v>0.67413194444444446</c:v>
                      </c:pt>
                      <c:pt idx="1363" formatCode="h:mm:ss">
                        <c:v>0.6743055555555556</c:v>
                      </c:pt>
                      <c:pt idx="1364" formatCode="h:mm:ss">
                        <c:v>0.67447916666666663</c:v>
                      </c:pt>
                      <c:pt idx="1365" formatCode="h:mm:ss">
                        <c:v>0.67465277777777777</c:v>
                      </c:pt>
                      <c:pt idx="1366" formatCode="h:mm:ss">
                        <c:v>0.67482638888888891</c:v>
                      </c:pt>
                      <c:pt idx="1367" formatCode="h:mm:ss">
                        <c:v>0.67500000000000004</c:v>
                      </c:pt>
                      <c:pt idx="1368" formatCode="h:mm:ss">
                        <c:v>0.67517361111111107</c:v>
                      </c:pt>
                      <c:pt idx="1369" formatCode="h:mm:ss">
                        <c:v>0.67534722222222221</c:v>
                      </c:pt>
                      <c:pt idx="1370" formatCode="h:mm:ss">
                        <c:v>0.67552083333333335</c:v>
                      </c:pt>
                      <c:pt idx="1371" formatCode="h:mm:ss">
                        <c:v>0.67569444444444449</c:v>
                      </c:pt>
                      <c:pt idx="1372" formatCode="h:mm:ss">
                        <c:v>0.67586805555555551</c:v>
                      </c:pt>
                      <c:pt idx="1373" formatCode="h:mm:ss">
                        <c:v>0.67604166666666665</c:v>
                      </c:pt>
                      <c:pt idx="1374" formatCode="h:mm:ss">
                        <c:v>0.67621527777777779</c:v>
                      </c:pt>
                      <c:pt idx="1375" formatCode="h:mm:ss">
                        <c:v>0.67638888888888893</c:v>
                      </c:pt>
                      <c:pt idx="1376" formatCode="h:mm:ss">
                        <c:v>0.67656249999999996</c:v>
                      </c:pt>
                      <c:pt idx="1377" formatCode="h:mm:ss">
                        <c:v>0.67673611111111109</c:v>
                      </c:pt>
                      <c:pt idx="1378" formatCode="h:mm:ss">
                        <c:v>0.67690972222222223</c:v>
                      </c:pt>
                      <c:pt idx="1379" formatCode="h:mm:ss">
                        <c:v>0.67708333333333337</c:v>
                      </c:pt>
                      <c:pt idx="1380" formatCode="h:mm:ss">
                        <c:v>0.6772569444444444</c:v>
                      </c:pt>
                      <c:pt idx="1381" formatCode="h:mm:ss">
                        <c:v>0.67743055555555554</c:v>
                      </c:pt>
                      <c:pt idx="1382" formatCode="h:mm:ss">
                        <c:v>0.67760416666666667</c:v>
                      </c:pt>
                      <c:pt idx="1383" formatCode="h:mm:ss">
                        <c:v>0.67777777777777781</c:v>
                      </c:pt>
                      <c:pt idx="1384" formatCode="h:mm:ss">
                        <c:v>0.67795138888888884</c:v>
                      </c:pt>
                      <c:pt idx="1385" formatCode="h:mm:ss">
                        <c:v>0.67812499999999998</c:v>
                      </c:pt>
                      <c:pt idx="1386" formatCode="h:mm:ss">
                        <c:v>0.67829861111111112</c:v>
                      </c:pt>
                      <c:pt idx="1387" formatCode="h:mm:ss">
                        <c:v>0.67847222222222225</c:v>
                      </c:pt>
                      <c:pt idx="1388" formatCode="h:mm:ss">
                        <c:v>0.67864583333333328</c:v>
                      </c:pt>
                      <c:pt idx="1389" formatCode="h:mm:ss">
                        <c:v>0.67881944444444442</c:v>
                      </c:pt>
                      <c:pt idx="1390" formatCode="h:mm:ss">
                        <c:v>0.67899305555555556</c:v>
                      </c:pt>
                      <c:pt idx="1391" formatCode="h:mm:ss">
                        <c:v>0.6791666666666667</c:v>
                      </c:pt>
                      <c:pt idx="1392" formatCode="h:mm:ss">
                        <c:v>0.67934027777777772</c:v>
                      </c:pt>
                      <c:pt idx="1393" formatCode="h:mm:ss">
                        <c:v>0.67951388888888886</c:v>
                      </c:pt>
                      <c:pt idx="1394" formatCode="h:mm:ss">
                        <c:v>0.6796875</c:v>
                      </c:pt>
                      <c:pt idx="1395" formatCode="h:mm:ss">
                        <c:v>0.67986111111111114</c:v>
                      </c:pt>
                      <c:pt idx="1396" formatCode="h:mm:ss">
                        <c:v>0.68003472222222228</c:v>
                      </c:pt>
                      <c:pt idx="1397" formatCode="h:mm:ss">
                        <c:v>0.6802083333333333</c:v>
                      </c:pt>
                      <c:pt idx="1398" formatCode="h:mm:ss">
                        <c:v>0.68038194444444444</c:v>
                      </c:pt>
                      <c:pt idx="1399" formatCode="h:mm:ss">
                        <c:v>0.68055555555555558</c:v>
                      </c:pt>
                      <c:pt idx="1400" formatCode="h:mm:ss">
                        <c:v>0.68072916666666672</c:v>
                      </c:pt>
                      <c:pt idx="1401" formatCode="h:mm:ss">
                        <c:v>0.68090277777777775</c:v>
                      </c:pt>
                      <c:pt idx="1402" formatCode="h:mm:ss">
                        <c:v>0.68107638888888888</c:v>
                      </c:pt>
                      <c:pt idx="1403" formatCode="h:mm:ss">
                        <c:v>0.68125000000000002</c:v>
                      </c:pt>
                      <c:pt idx="1404" formatCode="h:mm:ss">
                        <c:v>0.68142361111111116</c:v>
                      </c:pt>
                      <c:pt idx="1405" formatCode="h:mm:ss">
                        <c:v>0.68159722222222219</c:v>
                      </c:pt>
                      <c:pt idx="1406" formatCode="h:mm:ss">
                        <c:v>0.68177083333333333</c:v>
                      </c:pt>
                      <c:pt idx="1407" formatCode="h:mm:ss">
                        <c:v>0.68194444444444446</c:v>
                      </c:pt>
                      <c:pt idx="1408" formatCode="h:mm:ss">
                        <c:v>0.6821180555555556</c:v>
                      </c:pt>
                      <c:pt idx="1409" formatCode="h:mm:ss">
                        <c:v>0.68229166666666663</c:v>
                      </c:pt>
                      <c:pt idx="1410" formatCode="h:mm:ss">
                        <c:v>0.68246527777777777</c:v>
                      </c:pt>
                      <c:pt idx="1411" formatCode="h:mm:ss">
                        <c:v>0.68263888888888891</c:v>
                      </c:pt>
                      <c:pt idx="1412" formatCode="h:mm:ss">
                        <c:v>0.68281250000000004</c:v>
                      </c:pt>
                      <c:pt idx="1413" formatCode="h:mm:ss">
                        <c:v>0.68298611111111107</c:v>
                      </c:pt>
                      <c:pt idx="1414" formatCode="h:mm:ss">
                        <c:v>0.68315972222222221</c:v>
                      </c:pt>
                      <c:pt idx="1415" formatCode="h:mm:ss">
                        <c:v>0.68333333333333335</c:v>
                      </c:pt>
                      <c:pt idx="1416" formatCode="h:mm:ss">
                        <c:v>0.68350694444444449</c:v>
                      </c:pt>
                      <c:pt idx="1417" formatCode="h:mm:ss">
                        <c:v>0.68368055555555551</c:v>
                      </c:pt>
                      <c:pt idx="1418" formatCode="h:mm:ss">
                        <c:v>0.68385416666666665</c:v>
                      </c:pt>
                      <c:pt idx="1419" formatCode="h:mm:ss">
                        <c:v>0.68402777777777779</c:v>
                      </c:pt>
                      <c:pt idx="1420" formatCode="h:mm:ss">
                        <c:v>0.68420138888888893</c:v>
                      </c:pt>
                      <c:pt idx="1421" formatCode="h:mm:ss">
                        <c:v>0.68437499999999996</c:v>
                      </c:pt>
                      <c:pt idx="1422" formatCode="h:mm:ss">
                        <c:v>0.68454861111111109</c:v>
                      </c:pt>
                      <c:pt idx="1423" formatCode="h:mm:ss">
                        <c:v>0.68472222222222223</c:v>
                      </c:pt>
                      <c:pt idx="1424" formatCode="h:mm:ss">
                        <c:v>0.68489583333333337</c:v>
                      </c:pt>
                      <c:pt idx="1425" formatCode="h:mm:ss">
                        <c:v>0.6850694444444444</c:v>
                      </c:pt>
                      <c:pt idx="1426" formatCode="h:mm:ss">
                        <c:v>0.68524305555555554</c:v>
                      </c:pt>
                      <c:pt idx="1427" formatCode="h:mm:ss">
                        <c:v>0.68541666666666667</c:v>
                      </c:pt>
                      <c:pt idx="1428" formatCode="h:mm:ss">
                        <c:v>0.68559027777777781</c:v>
                      </c:pt>
                      <c:pt idx="1429" formatCode="h:mm:ss">
                        <c:v>0.68576388888888884</c:v>
                      </c:pt>
                      <c:pt idx="1430" formatCode="h:mm:ss">
                        <c:v>0.68593749999999998</c:v>
                      </c:pt>
                      <c:pt idx="1431" formatCode="h:mm:ss">
                        <c:v>0.68611111111111112</c:v>
                      </c:pt>
                      <c:pt idx="1432" formatCode="h:mm:ss">
                        <c:v>0.68628472222222225</c:v>
                      </c:pt>
                      <c:pt idx="1433" formatCode="h:mm:ss">
                        <c:v>0.68645833333333328</c:v>
                      </c:pt>
                      <c:pt idx="1434" formatCode="h:mm:ss">
                        <c:v>0.68663194444444442</c:v>
                      </c:pt>
                      <c:pt idx="1435" formatCode="h:mm:ss">
                        <c:v>0.68680555555555556</c:v>
                      </c:pt>
                      <c:pt idx="1436" formatCode="h:mm:ss">
                        <c:v>0.6869791666666667</c:v>
                      </c:pt>
                      <c:pt idx="1437" formatCode="h:mm:ss">
                        <c:v>0.68715277777777772</c:v>
                      </c:pt>
                      <c:pt idx="1438" formatCode="h:mm:ss">
                        <c:v>0.68732638888888886</c:v>
                      </c:pt>
                      <c:pt idx="1439" formatCode="h:mm:ss">
                        <c:v>0.6875</c:v>
                      </c:pt>
                      <c:pt idx="1440" formatCode="h:mm:ss">
                        <c:v>0.68767361111111114</c:v>
                      </c:pt>
                      <c:pt idx="1441" formatCode="h:mm:ss">
                        <c:v>0.68784722222222228</c:v>
                      </c:pt>
                      <c:pt idx="1442" formatCode="h:mm:ss">
                        <c:v>0.6880208333333333</c:v>
                      </c:pt>
                      <c:pt idx="1443" formatCode="h:mm:ss">
                        <c:v>0.68819444444444444</c:v>
                      </c:pt>
                      <c:pt idx="1444" formatCode="h:mm:ss">
                        <c:v>0.68836805555555558</c:v>
                      </c:pt>
                      <c:pt idx="1445" formatCode="h:mm:ss">
                        <c:v>0.68854166666666672</c:v>
                      </c:pt>
                      <c:pt idx="1446" formatCode="h:mm:ss">
                        <c:v>0.68871527777777775</c:v>
                      </c:pt>
                      <c:pt idx="1447" formatCode="h:mm:ss">
                        <c:v>0.68888888888888888</c:v>
                      </c:pt>
                      <c:pt idx="1448" formatCode="h:mm:ss">
                        <c:v>0.68906250000000002</c:v>
                      </c:pt>
                      <c:pt idx="1449" formatCode="h:mm:ss">
                        <c:v>0.68923611111111116</c:v>
                      </c:pt>
                      <c:pt idx="1450" formatCode="h:mm:ss">
                        <c:v>0.68940972222222219</c:v>
                      </c:pt>
                      <c:pt idx="1451" formatCode="h:mm:ss">
                        <c:v>0.68958333333333333</c:v>
                      </c:pt>
                      <c:pt idx="1452" formatCode="h:mm:ss">
                        <c:v>0.68975694444444446</c:v>
                      </c:pt>
                      <c:pt idx="1453" formatCode="h:mm:ss">
                        <c:v>0.6899305555555556</c:v>
                      </c:pt>
                      <c:pt idx="1454" formatCode="h:mm:ss">
                        <c:v>0.69010416666666663</c:v>
                      </c:pt>
                      <c:pt idx="1455" formatCode="h:mm:ss">
                        <c:v>0.69027777777777777</c:v>
                      </c:pt>
                      <c:pt idx="1456" formatCode="h:mm:ss">
                        <c:v>0.69045138888888891</c:v>
                      </c:pt>
                      <c:pt idx="1457" formatCode="h:mm:ss">
                        <c:v>0.69062500000000004</c:v>
                      </c:pt>
                      <c:pt idx="1458" formatCode="h:mm:ss">
                        <c:v>0.69079861111111107</c:v>
                      </c:pt>
                      <c:pt idx="1459" formatCode="h:mm:ss">
                        <c:v>0.69097222222222221</c:v>
                      </c:pt>
                      <c:pt idx="1460" formatCode="h:mm:ss">
                        <c:v>0.69114583333333335</c:v>
                      </c:pt>
                      <c:pt idx="1461" formatCode="h:mm:ss">
                        <c:v>0.69131944444444449</c:v>
                      </c:pt>
                      <c:pt idx="1462" formatCode="h:mm:ss">
                        <c:v>0.69149305555555551</c:v>
                      </c:pt>
                      <c:pt idx="1463" formatCode="h:mm:ss">
                        <c:v>0.69166666666666665</c:v>
                      </c:pt>
                      <c:pt idx="1464" formatCode="h:mm:ss">
                        <c:v>0.69184027777777779</c:v>
                      </c:pt>
                      <c:pt idx="1465" formatCode="h:mm:ss">
                        <c:v>0.69201388888888893</c:v>
                      </c:pt>
                      <c:pt idx="1466" formatCode="h:mm:ss">
                        <c:v>0.69218749999999996</c:v>
                      </c:pt>
                      <c:pt idx="1467" formatCode="h:mm:ss">
                        <c:v>0.69236111111111109</c:v>
                      </c:pt>
                      <c:pt idx="1468" formatCode="h:mm:ss">
                        <c:v>0.69253472222222223</c:v>
                      </c:pt>
                      <c:pt idx="1469" formatCode="h:mm:ss">
                        <c:v>0.69270833333333337</c:v>
                      </c:pt>
                      <c:pt idx="1470" formatCode="h:mm:ss">
                        <c:v>0.6928819444444444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1'!$F$10:$F$1480</c15:sqref>
                        </c15:formulaRef>
                      </c:ext>
                    </c:extLst>
                    <c:numCache>
                      <c:formatCode>General</c:formatCode>
                      <c:ptCount val="1471"/>
                      <c:pt idx="0">
                        <c:v>20.8</c:v>
                      </c:pt>
                      <c:pt idx="1">
                        <c:v>20.8</c:v>
                      </c:pt>
                      <c:pt idx="2">
                        <c:v>20.8</c:v>
                      </c:pt>
                      <c:pt idx="3">
                        <c:v>20.8</c:v>
                      </c:pt>
                      <c:pt idx="4">
                        <c:v>20.8</c:v>
                      </c:pt>
                      <c:pt idx="5">
                        <c:v>20.8</c:v>
                      </c:pt>
                      <c:pt idx="6">
                        <c:v>20.8</c:v>
                      </c:pt>
                      <c:pt idx="7">
                        <c:v>20.8</c:v>
                      </c:pt>
                      <c:pt idx="8">
                        <c:v>20.8</c:v>
                      </c:pt>
                      <c:pt idx="9">
                        <c:v>20.8</c:v>
                      </c:pt>
                      <c:pt idx="10">
                        <c:v>20.8</c:v>
                      </c:pt>
                      <c:pt idx="11">
                        <c:v>20.8</c:v>
                      </c:pt>
                      <c:pt idx="12">
                        <c:v>20.8</c:v>
                      </c:pt>
                      <c:pt idx="13">
                        <c:v>20.8</c:v>
                      </c:pt>
                      <c:pt idx="14">
                        <c:v>20.8</c:v>
                      </c:pt>
                      <c:pt idx="15">
                        <c:v>20.8</c:v>
                      </c:pt>
                      <c:pt idx="16">
                        <c:v>20.8</c:v>
                      </c:pt>
                      <c:pt idx="17">
                        <c:v>20.8</c:v>
                      </c:pt>
                      <c:pt idx="18">
                        <c:v>20.8</c:v>
                      </c:pt>
                      <c:pt idx="19">
                        <c:v>20.8</c:v>
                      </c:pt>
                      <c:pt idx="20">
                        <c:v>20.8</c:v>
                      </c:pt>
                      <c:pt idx="21">
                        <c:v>20.8</c:v>
                      </c:pt>
                      <c:pt idx="22">
                        <c:v>20.8</c:v>
                      </c:pt>
                      <c:pt idx="23">
                        <c:v>20.8</c:v>
                      </c:pt>
                      <c:pt idx="24">
                        <c:v>20.8</c:v>
                      </c:pt>
                      <c:pt idx="25">
                        <c:v>20.8</c:v>
                      </c:pt>
                      <c:pt idx="26">
                        <c:v>20.8</c:v>
                      </c:pt>
                      <c:pt idx="27">
                        <c:v>20.8</c:v>
                      </c:pt>
                      <c:pt idx="28">
                        <c:v>20.8</c:v>
                      </c:pt>
                      <c:pt idx="29">
                        <c:v>20.8</c:v>
                      </c:pt>
                      <c:pt idx="30">
                        <c:v>20.8</c:v>
                      </c:pt>
                      <c:pt idx="31">
                        <c:v>20.8</c:v>
                      </c:pt>
                      <c:pt idx="32">
                        <c:v>20.8</c:v>
                      </c:pt>
                      <c:pt idx="33">
                        <c:v>20.8</c:v>
                      </c:pt>
                      <c:pt idx="34">
                        <c:v>20.8</c:v>
                      </c:pt>
                      <c:pt idx="35">
                        <c:v>20.8</c:v>
                      </c:pt>
                      <c:pt idx="36">
                        <c:v>20.8</c:v>
                      </c:pt>
                      <c:pt idx="37">
                        <c:v>20.8</c:v>
                      </c:pt>
                      <c:pt idx="38">
                        <c:v>20.8</c:v>
                      </c:pt>
                      <c:pt idx="39">
                        <c:v>20.8</c:v>
                      </c:pt>
                      <c:pt idx="40">
                        <c:v>20.8</c:v>
                      </c:pt>
                      <c:pt idx="41">
                        <c:v>20.8</c:v>
                      </c:pt>
                      <c:pt idx="42">
                        <c:v>20.8</c:v>
                      </c:pt>
                      <c:pt idx="43">
                        <c:v>20.8</c:v>
                      </c:pt>
                      <c:pt idx="44">
                        <c:v>20.8</c:v>
                      </c:pt>
                      <c:pt idx="45">
                        <c:v>20.8</c:v>
                      </c:pt>
                      <c:pt idx="46">
                        <c:v>20.8</c:v>
                      </c:pt>
                      <c:pt idx="47">
                        <c:v>20.8</c:v>
                      </c:pt>
                      <c:pt idx="48">
                        <c:v>20.8</c:v>
                      </c:pt>
                      <c:pt idx="49">
                        <c:v>20.8</c:v>
                      </c:pt>
                      <c:pt idx="50">
                        <c:v>20.8</c:v>
                      </c:pt>
                      <c:pt idx="51">
                        <c:v>20.8</c:v>
                      </c:pt>
                      <c:pt idx="52">
                        <c:v>20.8</c:v>
                      </c:pt>
                      <c:pt idx="53">
                        <c:v>20.8</c:v>
                      </c:pt>
                      <c:pt idx="54">
                        <c:v>20.8</c:v>
                      </c:pt>
                      <c:pt idx="55">
                        <c:v>20.8</c:v>
                      </c:pt>
                      <c:pt idx="56">
                        <c:v>20.8</c:v>
                      </c:pt>
                      <c:pt idx="57">
                        <c:v>20.8</c:v>
                      </c:pt>
                      <c:pt idx="58">
                        <c:v>20.8</c:v>
                      </c:pt>
                      <c:pt idx="59">
                        <c:v>20.8</c:v>
                      </c:pt>
                      <c:pt idx="60">
                        <c:v>20.8</c:v>
                      </c:pt>
                      <c:pt idx="61">
                        <c:v>20.8</c:v>
                      </c:pt>
                      <c:pt idx="62">
                        <c:v>20.8</c:v>
                      </c:pt>
                      <c:pt idx="63">
                        <c:v>20.8</c:v>
                      </c:pt>
                      <c:pt idx="64">
                        <c:v>20.8</c:v>
                      </c:pt>
                      <c:pt idx="65">
                        <c:v>20.8</c:v>
                      </c:pt>
                      <c:pt idx="66">
                        <c:v>20.8</c:v>
                      </c:pt>
                      <c:pt idx="67">
                        <c:v>20.8</c:v>
                      </c:pt>
                      <c:pt idx="68">
                        <c:v>20.8</c:v>
                      </c:pt>
                      <c:pt idx="69">
                        <c:v>20.8</c:v>
                      </c:pt>
                      <c:pt idx="70">
                        <c:v>20.8</c:v>
                      </c:pt>
                      <c:pt idx="71">
                        <c:v>20.8</c:v>
                      </c:pt>
                      <c:pt idx="72">
                        <c:v>20.8</c:v>
                      </c:pt>
                      <c:pt idx="73">
                        <c:v>20.8</c:v>
                      </c:pt>
                      <c:pt idx="74">
                        <c:v>20.8</c:v>
                      </c:pt>
                      <c:pt idx="75">
                        <c:v>20.8</c:v>
                      </c:pt>
                      <c:pt idx="76">
                        <c:v>20.8</c:v>
                      </c:pt>
                      <c:pt idx="77">
                        <c:v>20.8</c:v>
                      </c:pt>
                      <c:pt idx="78">
                        <c:v>20.8</c:v>
                      </c:pt>
                      <c:pt idx="79">
                        <c:v>20.8</c:v>
                      </c:pt>
                      <c:pt idx="80">
                        <c:v>20.8</c:v>
                      </c:pt>
                      <c:pt idx="81">
                        <c:v>20.8</c:v>
                      </c:pt>
                      <c:pt idx="82">
                        <c:v>20.8</c:v>
                      </c:pt>
                      <c:pt idx="83">
                        <c:v>20.8</c:v>
                      </c:pt>
                      <c:pt idx="84">
                        <c:v>20.8</c:v>
                      </c:pt>
                      <c:pt idx="85">
                        <c:v>20.8</c:v>
                      </c:pt>
                      <c:pt idx="86">
                        <c:v>20.8</c:v>
                      </c:pt>
                      <c:pt idx="87">
                        <c:v>20.8</c:v>
                      </c:pt>
                      <c:pt idx="88">
                        <c:v>20.8</c:v>
                      </c:pt>
                      <c:pt idx="89">
                        <c:v>20.8</c:v>
                      </c:pt>
                      <c:pt idx="90">
                        <c:v>20.8</c:v>
                      </c:pt>
                      <c:pt idx="91">
                        <c:v>20.8</c:v>
                      </c:pt>
                      <c:pt idx="92">
                        <c:v>20.8</c:v>
                      </c:pt>
                      <c:pt idx="93">
                        <c:v>20.8</c:v>
                      </c:pt>
                      <c:pt idx="94">
                        <c:v>20.8</c:v>
                      </c:pt>
                      <c:pt idx="95">
                        <c:v>20.8</c:v>
                      </c:pt>
                      <c:pt idx="96">
                        <c:v>20.8</c:v>
                      </c:pt>
                      <c:pt idx="97">
                        <c:v>20.8</c:v>
                      </c:pt>
                      <c:pt idx="98">
                        <c:v>20.8</c:v>
                      </c:pt>
                      <c:pt idx="99">
                        <c:v>20.8</c:v>
                      </c:pt>
                      <c:pt idx="100">
                        <c:v>20.8</c:v>
                      </c:pt>
                      <c:pt idx="101">
                        <c:v>20.8</c:v>
                      </c:pt>
                      <c:pt idx="102">
                        <c:v>20.8</c:v>
                      </c:pt>
                      <c:pt idx="103">
                        <c:v>20.8</c:v>
                      </c:pt>
                      <c:pt idx="104">
                        <c:v>20.8</c:v>
                      </c:pt>
                      <c:pt idx="105">
                        <c:v>20.8</c:v>
                      </c:pt>
                      <c:pt idx="106">
                        <c:v>20.8</c:v>
                      </c:pt>
                      <c:pt idx="107">
                        <c:v>20.8</c:v>
                      </c:pt>
                      <c:pt idx="108">
                        <c:v>20.8</c:v>
                      </c:pt>
                      <c:pt idx="109">
                        <c:v>20.8</c:v>
                      </c:pt>
                      <c:pt idx="110">
                        <c:v>20.8</c:v>
                      </c:pt>
                      <c:pt idx="111">
                        <c:v>20.8</c:v>
                      </c:pt>
                      <c:pt idx="112">
                        <c:v>20.8</c:v>
                      </c:pt>
                      <c:pt idx="113">
                        <c:v>20.8</c:v>
                      </c:pt>
                      <c:pt idx="114">
                        <c:v>20.8</c:v>
                      </c:pt>
                      <c:pt idx="115">
                        <c:v>20.8</c:v>
                      </c:pt>
                      <c:pt idx="116">
                        <c:v>20.8</c:v>
                      </c:pt>
                      <c:pt idx="117">
                        <c:v>20.8</c:v>
                      </c:pt>
                      <c:pt idx="118">
                        <c:v>20.8</c:v>
                      </c:pt>
                      <c:pt idx="119">
                        <c:v>20.8</c:v>
                      </c:pt>
                      <c:pt idx="120">
                        <c:v>20.8</c:v>
                      </c:pt>
                      <c:pt idx="121">
                        <c:v>20.8</c:v>
                      </c:pt>
                      <c:pt idx="122">
                        <c:v>20.8</c:v>
                      </c:pt>
                      <c:pt idx="123">
                        <c:v>20.8</c:v>
                      </c:pt>
                      <c:pt idx="124">
                        <c:v>20.8</c:v>
                      </c:pt>
                      <c:pt idx="125">
                        <c:v>20.8</c:v>
                      </c:pt>
                      <c:pt idx="126">
                        <c:v>20.8</c:v>
                      </c:pt>
                      <c:pt idx="127">
                        <c:v>20.8</c:v>
                      </c:pt>
                      <c:pt idx="128">
                        <c:v>20.8</c:v>
                      </c:pt>
                      <c:pt idx="129">
                        <c:v>20.8</c:v>
                      </c:pt>
                      <c:pt idx="130">
                        <c:v>20.8</c:v>
                      </c:pt>
                      <c:pt idx="131">
                        <c:v>20.8</c:v>
                      </c:pt>
                      <c:pt idx="132">
                        <c:v>20.8</c:v>
                      </c:pt>
                      <c:pt idx="133">
                        <c:v>20.8</c:v>
                      </c:pt>
                      <c:pt idx="134">
                        <c:v>20.8</c:v>
                      </c:pt>
                      <c:pt idx="135">
                        <c:v>20.8</c:v>
                      </c:pt>
                      <c:pt idx="136">
                        <c:v>20.8</c:v>
                      </c:pt>
                      <c:pt idx="137">
                        <c:v>20.8</c:v>
                      </c:pt>
                      <c:pt idx="138">
                        <c:v>20.8</c:v>
                      </c:pt>
                      <c:pt idx="139">
                        <c:v>20.8</c:v>
                      </c:pt>
                      <c:pt idx="140">
                        <c:v>20.8</c:v>
                      </c:pt>
                      <c:pt idx="141">
                        <c:v>20.8</c:v>
                      </c:pt>
                      <c:pt idx="142">
                        <c:v>20.8</c:v>
                      </c:pt>
                      <c:pt idx="143">
                        <c:v>20.8</c:v>
                      </c:pt>
                      <c:pt idx="144">
                        <c:v>20.8</c:v>
                      </c:pt>
                      <c:pt idx="145">
                        <c:v>20.8</c:v>
                      </c:pt>
                      <c:pt idx="146">
                        <c:v>20.8</c:v>
                      </c:pt>
                      <c:pt idx="147">
                        <c:v>20.8</c:v>
                      </c:pt>
                      <c:pt idx="148">
                        <c:v>20.8</c:v>
                      </c:pt>
                      <c:pt idx="149">
                        <c:v>20.8</c:v>
                      </c:pt>
                      <c:pt idx="150">
                        <c:v>20.8</c:v>
                      </c:pt>
                      <c:pt idx="151">
                        <c:v>20.8</c:v>
                      </c:pt>
                      <c:pt idx="152">
                        <c:v>20.8</c:v>
                      </c:pt>
                      <c:pt idx="153">
                        <c:v>20.8</c:v>
                      </c:pt>
                      <c:pt idx="154">
                        <c:v>20.8</c:v>
                      </c:pt>
                      <c:pt idx="155">
                        <c:v>20.8</c:v>
                      </c:pt>
                      <c:pt idx="156">
                        <c:v>20.8</c:v>
                      </c:pt>
                      <c:pt idx="157">
                        <c:v>20.8</c:v>
                      </c:pt>
                      <c:pt idx="158">
                        <c:v>20.8</c:v>
                      </c:pt>
                      <c:pt idx="159">
                        <c:v>20.8</c:v>
                      </c:pt>
                      <c:pt idx="160">
                        <c:v>20.8</c:v>
                      </c:pt>
                      <c:pt idx="161">
                        <c:v>20.8</c:v>
                      </c:pt>
                      <c:pt idx="162">
                        <c:v>20.8</c:v>
                      </c:pt>
                      <c:pt idx="163">
                        <c:v>20.8</c:v>
                      </c:pt>
                      <c:pt idx="164">
                        <c:v>20.8</c:v>
                      </c:pt>
                      <c:pt idx="165">
                        <c:v>20.8</c:v>
                      </c:pt>
                      <c:pt idx="166">
                        <c:v>20.8</c:v>
                      </c:pt>
                      <c:pt idx="167">
                        <c:v>20.8</c:v>
                      </c:pt>
                      <c:pt idx="168">
                        <c:v>20.8</c:v>
                      </c:pt>
                      <c:pt idx="169">
                        <c:v>20.8</c:v>
                      </c:pt>
                      <c:pt idx="170">
                        <c:v>20.8</c:v>
                      </c:pt>
                      <c:pt idx="171">
                        <c:v>20.8</c:v>
                      </c:pt>
                      <c:pt idx="172">
                        <c:v>20.8</c:v>
                      </c:pt>
                      <c:pt idx="173">
                        <c:v>20.8</c:v>
                      </c:pt>
                      <c:pt idx="174">
                        <c:v>20.8</c:v>
                      </c:pt>
                      <c:pt idx="175">
                        <c:v>20.8</c:v>
                      </c:pt>
                      <c:pt idx="176">
                        <c:v>20.8</c:v>
                      </c:pt>
                      <c:pt idx="177">
                        <c:v>20.8</c:v>
                      </c:pt>
                      <c:pt idx="178">
                        <c:v>20.8</c:v>
                      </c:pt>
                      <c:pt idx="179">
                        <c:v>20.8</c:v>
                      </c:pt>
                      <c:pt idx="180">
                        <c:v>20.8</c:v>
                      </c:pt>
                      <c:pt idx="181">
                        <c:v>20.8</c:v>
                      </c:pt>
                      <c:pt idx="182">
                        <c:v>20.8</c:v>
                      </c:pt>
                      <c:pt idx="183">
                        <c:v>20.8</c:v>
                      </c:pt>
                      <c:pt idx="184">
                        <c:v>20.8</c:v>
                      </c:pt>
                      <c:pt idx="185">
                        <c:v>20.8</c:v>
                      </c:pt>
                      <c:pt idx="186">
                        <c:v>20.8</c:v>
                      </c:pt>
                      <c:pt idx="187">
                        <c:v>20.8</c:v>
                      </c:pt>
                      <c:pt idx="188">
                        <c:v>20.8</c:v>
                      </c:pt>
                      <c:pt idx="189">
                        <c:v>20.8</c:v>
                      </c:pt>
                      <c:pt idx="190">
                        <c:v>20.8</c:v>
                      </c:pt>
                      <c:pt idx="191">
                        <c:v>20.8</c:v>
                      </c:pt>
                      <c:pt idx="192">
                        <c:v>20.8</c:v>
                      </c:pt>
                      <c:pt idx="193">
                        <c:v>20.8</c:v>
                      </c:pt>
                      <c:pt idx="194">
                        <c:v>20.8</c:v>
                      </c:pt>
                      <c:pt idx="195">
                        <c:v>20.8</c:v>
                      </c:pt>
                      <c:pt idx="196">
                        <c:v>20.8</c:v>
                      </c:pt>
                      <c:pt idx="197">
                        <c:v>20.8</c:v>
                      </c:pt>
                      <c:pt idx="198">
                        <c:v>20.8</c:v>
                      </c:pt>
                      <c:pt idx="199">
                        <c:v>20.8</c:v>
                      </c:pt>
                      <c:pt idx="200">
                        <c:v>20.8</c:v>
                      </c:pt>
                      <c:pt idx="201">
                        <c:v>20.8</c:v>
                      </c:pt>
                      <c:pt idx="202">
                        <c:v>20.8</c:v>
                      </c:pt>
                      <c:pt idx="203">
                        <c:v>20.8</c:v>
                      </c:pt>
                      <c:pt idx="204">
                        <c:v>20.8</c:v>
                      </c:pt>
                      <c:pt idx="205">
                        <c:v>20.8</c:v>
                      </c:pt>
                      <c:pt idx="206">
                        <c:v>20.8</c:v>
                      </c:pt>
                      <c:pt idx="207">
                        <c:v>20.8</c:v>
                      </c:pt>
                      <c:pt idx="208">
                        <c:v>20.8</c:v>
                      </c:pt>
                      <c:pt idx="209">
                        <c:v>20.8</c:v>
                      </c:pt>
                      <c:pt idx="210">
                        <c:v>20.8</c:v>
                      </c:pt>
                      <c:pt idx="211">
                        <c:v>20.8</c:v>
                      </c:pt>
                      <c:pt idx="212">
                        <c:v>20.8</c:v>
                      </c:pt>
                      <c:pt idx="213">
                        <c:v>20.8</c:v>
                      </c:pt>
                      <c:pt idx="214">
                        <c:v>20.8</c:v>
                      </c:pt>
                      <c:pt idx="215">
                        <c:v>20.8</c:v>
                      </c:pt>
                      <c:pt idx="216">
                        <c:v>20.8</c:v>
                      </c:pt>
                      <c:pt idx="217">
                        <c:v>20.8</c:v>
                      </c:pt>
                      <c:pt idx="218">
                        <c:v>20.8</c:v>
                      </c:pt>
                      <c:pt idx="219">
                        <c:v>20.8</c:v>
                      </c:pt>
                      <c:pt idx="220">
                        <c:v>20.8</c:v>
                      </c:pt>
                      <c:pt idx="221">
                        <c:v>20.8</c:v>
                      </c:pt>
                      <c:pt idx="222">
                        <c:v>20.8</c:v>
                      </c:pt>
                      <c:pt idx="223">
                        <c:v>20.8</c:v>
                      </c:pt>
                      <c:pt idx="224">
                        <c:v>20.8</c:v>
                      </c:pt>
                      <c:pt idx="225">
                        <c:v>20.8</c:v>
                      </c:pt>
                      <c:pt idx="226">
                        <c:v>20.8</c:v>
                      </c:pt>
                      <c:pt idx="227">
                        <c:v>20.8</c:v>
                      </c:pt>
                      <c:pt idx="228">
                        <c:v>20.8</c:v>
                      </c:pt>
                      <c:pt idx="229">
                        <c:v>20.8</c:v>
                      </c:pt>
                      <c:pt idx="230">
                        <c:v>20.8</c:v>
                      </c:pt>
                      <c:pt idx="231">
                        <c:v>20.8</c:v>
                      </c:pt>
                      <c:pt idx="232">
                        <c:v>20.8</c:v>
                      </c:pt>
                      <c:pt idx="233">
                        <c:v>20.8</c:v>
                      </c:pt>
                      <c:pt idx="234">
                        <c:v>20.8</c:v>
                      </c:pt>
                      <c:pt idx="235">
                        <c:v>20.8</c:v>
                      </c:pt>
                      <c:pt idx="236">
                        <c:v>20.8</c:v>
                      </c:pt>
                      <c:pt idx="237">
                        <c:v>20.8</c:v>
                      </c:pt>
                      <c:pt idx="238">
                        <c:v>20.8</c:v>
                      </c:pt>
                      <c:pt idx="239">
                        <c:v>20.8</c:v>
                      </c:pt>
                      <c:pt idx="240">
                        <c:v>20.8</c:v>
                      </c:pt>
                      <c:pt idx="241">
                        <c:v>20.8</c:v>
                      </c:pt>
                      <c:pt idx="242">
                        <c:v>20.8</c:v>
                      </c:pt>
                      <c:pt idx="243">
                        <c:v>20.8</c:v>
                      </c:pt>
                      <c:pt idx="244">
                        <c:v>20.8</c:v>
                      </c:pt>
                      <c:pt idx="245">
                        <c:v>20.8</c:v>
                      </c:pt>
                      <c:pt idx="246">
                        <c:v>20.8</c:v>
                      </c:pt>
                      <c:pt idx="247">
                        <c:v>20.8</c:v>
                      </c:pt>
                      <c:pt idx="248">
                        <c:v>20.8</c:v>
                      </c:pt>
                      <c:pt idx="249">
                        <c:v>20.8</c:v>
                      </c:pt>
                      <c:pt idx="250">
                        <c:v>20.8</c:v>
                      </c:pt>
                      <c:pt idx="251">
                        <c:v>20.8</c:v>
                      </c:pt>
                      <c:pt idx="252">
                        <c:v>20.8</c:v>
                      </c:pt>
                      <c:pt idx="253">
                        <c:v>20.8</c:v>
                      </c:pt>
                      <c:pt idx="254">
                        <c:v>20.8</c:v>
                      </c:pt>
                      <c:pt idx="255">
                        <c:v>20.8</c:v>
                      </c:pt>
                      <c:pt idx="256">
                        <c:v>20.8</c:v>
                      </c:pt>
                      <c:pt idx="257">
                        <c:v>20.8</c:v>
                      </c:pt>
                      <c:pt idx="258">
                        <c:v>20.8</c:v>
                      </c:pt>
                      <c:pt idx="259">
                        <c:v>20.8</c:v>
                      </c:pt>
                      <c:pt idx="260">
                        <c:v>20.8</c:v>
                      </c:pt>
                      <c:pt idx="261">
                        <c:v>20.8</c:v>
                      </c:pt>
                      <c:pt idx="262">
                        <c:v>20.8</c:v>
                      </c:pt>
                      <c:pt idx="263">
                        <c:v>20.8</c:v>
                      </c:pt>
                      <c:pt idx="264">
                        <c:v>20.8</c:v>
                      </c:pt>
                      <c:pt idx="265">
                        <c:v>20.8</c:v>
                      </c:pt>
                      <c:pt idx="266">
                        <c:v>20.8</c:v>
                      </c:pt>
                      <c:pt idx="267">
                        <c:v>20.8</c:v>
                      </c:pt>
                      <c:pt idx="268">
                        <c:v>20.8</c:v>
                      </c:pt>
                      <c:pt idx="269">
                        <c:v>20.8</c:v>
                      </c:pt>
                      <c:pt idx="270">
                        <c:v>20.8</c:v>
                      </c:pt>
                      <c:pt idx="271">
                        <c:v>20.8</c:v>
                      </c:pt>
                      <c:pt idx="272">
                        <c:v>20.8</c:v>
                      </c:pt>
                      <c:pt idx="273">
                        <c:v>20.8</c:v>
                      </c:pt>
                      <c:pt idx="274">
                        <c:v>20.8</c:v>
                      </c:pt>
                      <c:pt idx="275">
                        <c:v>20.8</c:v>
                      </c:pt>
                      <c:pt idx="276">
                        <c:v>20.8</c:v>
                      </c:pt>
                      <c:pt idx="277">
                        <c:v>20.8</c:v>
                      </c:pt>
                      <c:pt idx="278">
                        <c:v>20.8</c:v>
                      </c:pt>
                      <c:pt idx="279">
                        <c:v>20.8</c:v>
                      </c:pt>
                      <c:pt idx="280">
                        <c:v>20.8</c:v>
                      </c:pt>
                      <c:pt idx="281">
                        <c:v>20.8</c:v>
                      </c:pt>
                      <c:pt idx="282">
                        <c:v>20.8</c:v>
                      </c:pt>
                      <c:pt idx="283">
                        <c:v>20.8</c:v>
                      </c:pt>
                      <c:pt idx="284">
                        <c:v>20.8</c:v>
                      </c:pt>
                      <c:pt idx="285">
                        <c:v>20.8</c:v>
                      </c:pt>
                      <c:pt idx="286">
                        <c:v>20.8</c:v>
                      </c:pt>
                      <c:pt idx="287">
                        <c:v>20.8</c:v>
                      </c:pt>
                      <c:pt idx="288">
                        <c:v>20.8</c:v>
                      </c:pt>
                      <c:pt idx="289">
                        <c:v>20.8</c:v>
                      </c:pt>
                      <c:pt idx="290">
                        <c:v>20.8</c:v>
                      </c:pt>
                      <c:pt idx="291">
                        <c:v>20.8</c:v>
                      </c:pt>
                      <c:pt idx="292">
                        <c:v>20.8</c:v>
                      </c:pt>
                      <c:pt idx="293">
                        <c:v>20.8</c:v>
                      </c:pt>
                      <c:pt idx="294">
                        <c:v>20.8</c:v>
                      </c:pt>
                      <c:pt idx="295">
                        <c:v>20.8</c:v>
                      </c:pt>
                      <c:pt idx="296">
                        <c:v>20.8</c:v>
                      </c:pt>
                      <c:pt idx="297">
                        <c:v>20.8</c:v>
                      </c:pt>
                      <c:pt idx="298">
                        <c:v>20.8</c:v>
                      </c:pt>
                      <c:pt idx="299">
                        <c:v>20.8</c:v>
                      </c:pt>
                      <c:pt idx="300">
                        <c:v>20.8</c:v>
                      </c:pt>
                      <c:pt idx="301">
                        <c:v>20.8</c:v>
                      </c:pt>
                      <c:pt idx="302">
                        <c:v>20.8</c:v>
                      </c:pt>
                      <c:pt idx="303">
                        <c:v>20.8</c:v>
                      </c:pt>
                      <c:pt idx="304">
                        <c:v>20.8</c:v>
                      </c:pt>
                      <c:pt idx="305">
                        <c:v>20.8</c:v>
                      </c:pt>
                      <c:pt idx="306">
                        <c:v>20.8</c:v>
                      </c:pt>
                      <c:pt idx="307">
                        <c:v>20.8</c:v>
                      </c:pt>
                      <c:pt idx="308">
                        <c:v>20.8</c:v>
                      </c:pt>
                      <c:pt idx="309">
                        <c:v>20.8</c:v>
                      </c:pt>
                      <c:pt idx="310">
                        <c:v>20.8</c:v>
                      </c:pt>
                      <c:pt idx="311">
                        <c:v>20.8</c:v>
                      </c:pt>
                      <c:pt idx="312">
                        <c:v>20.8</c:v>
                      </c:pt>
                      <c:pt idx="313">
                        <c:v>20.8</c:v>
                      </c:pt>
                      <c:pt idx="314">
                        <c:v>20.8</c:v>
                      </c:pt>
                      <c:pt idx="315">
                        <c:v>20.8</c:v>
                      </c:pt>
                      <c:pt idx="316">
                        <c:v>20.8</c:v>
                      </c:pt>
                      <c:pt idx="317">
                        <c:v>20.8</c:v>
                      </c:pt>
                      <c:pt idx="318">
                        <c:v>20.8</c:v>
                      </c:pt>
                      <c:pt idx="319">
                        <c:v>20.8</c:v>
                      </c:pt>
                      <c:pt idx="320">
                        <c:v>20.8</c:v>
                      </c:pt>
                      <c:pt idx="321">
                        <c:v>20.8</c:v>
                      </c:pt>
                      <c:pt idx="322">
                        <c:v>20.8</c:v>
                      </c:pt>
                      <c:pt idx="323">
                        <c:v>20.8</c:v>
                      </c:pt>
                      <c:pt idx="324">
                        <c:v>20.8</c:v>
                      </c:pt>
                      <c:pt idx="325">
                        <c:v>20.8</c:v>
                      </c:pt>
                      <c:pt idx="326">
                        <c:v>20.8</c:v>
                      </c:pt>
                      <c:pt idx="327">
                        <c:v>20.8</c:v>
                      </c:pt>
                      <c:pt idx="328">
                        <c:v>20.8</c:v>
                      </c:pt>
                      <c:pt idx="329">
                        <c:v>20.8</c:v>
                      </c:pt>
                      <c:pt idx="330">
                        <c:v>20.8</c:v>
                      </c:pt>
                      <c:pt idx="331">
                        <c:v>20.8</c:v>
                      </c:pt>
                      <c:pt idx="332">
                        <c:v>20.8</c:v>
                      </c:pt>
                      <c:pt idx="333">
                        <c:v>20.8</c:v>
                      </c:pt>
                      <c:pt idx="334">
                        <c:v>20.8</c:v>
                      </c:pt>
                      <c:pt idx="335">
                        <c:v>20.8</c:v>
                      </c:pt>
                      <c:pt idx="336">
                        <c:v>20.8</c:v>
                      </c:pt>
                      <c:pt idx="337">
                        <c:v>20.8</c:v>
                      </c:pt>
                      <c:pt idx="338">
                        <c:v>20.8</c:v>
                      </c:pt>
                      <c:pt idx="339">
                        <c:v>20.8</c:v>
                      </c:pt>
                      <c:pt idx="340">
                        <c:v>20.8</c:v>
                      </c:pt>
                      <c:pt idx="341">
                        <c:v>20.8</c:v>
                      </c:pt>
                      <c:pt idx="342">
                        <c:v>20.8</c:v>
                      </c:pt>
                      <c:pt idx="343">
                        <c:v>20.8</c:v>
                      </c:pt>
                      <c:pt idx="344">
                        <c:v>20.8</c:v>
                      </c:pt>
                      <c:pt idx="345">
                        <c:v>20.8</c:v>
                      </c:pt>
                      <c:pt idx="346">
                        <c:v>20.8</c:v>
                      </c:pt>
                      <c:pt idx="347">
                        <c:v>20.8</c:v>
                      </c:pt>
                      <c:pt idx="348">
                        <c:v>20.8</c:v>
                      </c:pt>
                      <c:pt idx="349">
                        <c:v>20.8</c:v>
                      </c:pt>
                      <c:pt idx="350">
                        <c:v>20.8</c:v>
                      </c:pt>
                      <c:pt idx="351">
                        <c:v>20.8</c:v>
                      </c:pt>
                      <c:pt idx="352">
                        <c:v>20.8</c:v>
                      </c:pt>
                      <c:pt idx="353">
                        <c:v>20.8</c:v>
                      </c:pt>
                      <c:pt idx="354">
                        <c:v>20.8</c:v>
                      </c:pt>
                      <c:pt idx="355">
                        <c:v>20.8</c:v>
                      </c:pt>
                      <c:pt idx="356">
                        <c:v>20.8</c:v>
                      </c:pt>
                      <c:pt idx="357">
                        <c:v>20.8</c:v>
                      </c:pt>
                      <c:pt idx="358">
                        <c:v>20.8</c:v>
                      </c:pt>
                      <c:pt idx="359">
                        <c:v>20.8</c:v>
                      </c:pt>
                      <c:pt idx="360">
                        <c:v>20.8</c:v>
                      </c:pt>
                      <c:pt idx="361">
                        <c:v>20.8</c:v>
                      </c:pt>
                      <c:pt idx="362">
                        <c:v>20.8</c:v>
                      </c:pt>
                      <c:pt idx="363">
                        <c:v>20.8</c:v>
                      </c:pt>
                      <c:pt idx="364">
                        <c:v>20.8</c:v>
                      </c:pt>
                      <c:pt idx="365">
                        <c:v>20.8</c:v>
                      </c:pt>
                      <c:pt idx="366">
                        <c:v>20.8</c:v>
                      </c:pt>
                      <c:pt idx="367">
                        <c:v>20.8</c:v>
                      </c:pt>
                      <c:pt idx="368">
                        <c:v>20.8</c:v>
                      </c:pt>
                      <c:pt idx="369">
                        <c:v>20.8</c:v>
                      </c:pt>
                      <c:pt idx="370">
                        <c:v>20.8</c:v>
                      </c:pt>
                      <c:pt idx="371">
                        <c:v>20.8</c:v>
                      </c:pt>
                      <c:pt idx="372">
                        <c:v>20.8</c:v>
                      </c:pt>
                      <c:pt idx="373">
                        <c:v>20.8</c:v>
                      </c:pt>
                      <c:pt idx="374">
                        <c:v>20.8</c:v>
                      </c:pt>
                      <c:pt idx="375">
                        <c:v>20.8</c:v>
                      </c:pt>
                      <c:pt idx="376">
                        <c:v>20.8</c:v>
                      </c:pt>
                      <c:pt idx="377">
                        <c:v>20.8</c:v>
                      </c:pt>
                      <c:pt idx="378">
                        <c:v>20.8</c:v>
                      </c:pt>
                      <c:pt idx="379">
                        <c:v>20.8</c:v>
                      </c:pt>
                      <c:pt idx="380">
                        <c:v>20.8</c:v>
                      </c:pt>
                      <c:pt idx="381">
                        <c:v>20.8</c:v>
                      </c:pt>
                      <c:pt idx="382">
                        <c:v>20.8</c:v>
                      </c:pt>
                      <c:pt idx="383">
                        <c:v>20.8</c:v>
                      </c:pt>
                      <c:pt idx="384">
                        <c:v>20.8</c:v>
                      </c:pt>
                      <c:pt idx="385">
                        <c:v>20.8</c:v>
                      </c:pt>
                      <c:pt idx="386">
                        <c:v>20.8</c:v>
                      </c:pt>
                      <c:pt idx="387">
                        <c:v>20.8</c:v>
                      </c:pt>
                      <c:pt idx="388">
                        <c:v>20.8</c:v>
                      </c:pt>
                      <c:pt idx="389">
                        <c:v>20.8</c:v>
                      </c:pt>
                      <c:pt idx="390">
                        <c:v>20.8</c:v>
                      </c:pt>
                      <c:pt idx="391">
                        <c:v>20.8</c:v>
                      </c:pt>
                      <c:pt idx="392">
                        <c:v>20.8</c:v>
                      </c:pt>
                      <c:pt idx="393">
                        <c:v>20.8</c:v>
                      </c:pt>
                      <c:pt idx="394">
                        <c:v>20.8</c:v>
                      </c:pt>
                      <c:pt idx="395">
                        <c:v>20.8</c:v>
                      </c:pt>
                      <c:pt idx="396">
                        <c:v>20.8</c:v>
                      </c:pt>
                      <c:pt idx="397">
                        <c:v>20.8</c:v>
                      </c:pt>
                      <c:pt idx="398">
                        <c:v>20.8</c:v>
                      </c:pt>
                      <c:pt idx="399">
                        <c:v>20.8</c:v>
                      </c:pt>
                      <c:pt idx="400">
                        <c:v>20.8</c:v>
                      </c:pt>
                      <c:pt idx="401">
                        <c:v>20.8</c:v>
                      </c:pt>
                      <c:pt idx="402">
                        <c:v>20.8</c:v>
                      </c:pt>
                      <c:pt idx="403">
                        <c:v>20.8</c:v>
                      </c:pt>
                      <c:pt idx="404">
                        <c:v>20.8</c:v>
                      </c:pt>
                      <c:pt idx="405">
                        <c:v>20.8</c:v>
                      </c:pt>
                      <c:pt idx="406">
                        <c:v>20.8</c:v>
                      </c:pt>
                      <c:pt idx="407">
                        <c:v>20.8</c:v>
                      </c:pt>
                      <c:pt idx="408">
                        <c:v>20.8</c:v>
                      </c:pt>
                      <c:pt idx="409">
                        <c:v>20.8</c:v>
                      </c:pt>
                      <c:pt idx="410">
                        <c:v>20.8</c:v>
                      </c:pt>
                      <c:pt idx="411">
                        <c:v>20.8</c:v>
                      </c:pt>
                      <c:pt idx="412">
                        <c:v>20.8</c:v>
                      </c:pt>
                      <c:pt idx="413">
                        <c:v>20.8</c:v>
                      </c:pt>
                      <c:pt idx="414">
                        <c:v>20.8</c:v>
                      </c:pt>
                      <c:pt idx="415">
                        <c:v>20.8</c:v>
                      </c:pt>
                      <c:pt idx="416">
                        <c:v>20.8</c:v>
                      </c:pt>
                      <c:pt idx="417">
                        <c:v>20.8</c:v>
                      </c:pt>
                      <c:pt idx="418">
                        <c:v>20.8</c:v>
                      </c:pt>
                      <c:pt idx="419">
                        <c:v>20.8</c:v>
                      </c:pt>
                      <c:pt idx="420">
                        <c:v>20.8</c:v>
                      </c:pt>
                      <c:pt idx="421">
                        <c:v>20.8</c:v>
                      </c:pt>
                      <c:pt idx="422">
                        <c:v>20.8</c:v>
                      </c:pt>
                      <c:pt idx="423">
                        <c:v>20.8</c:v>
                      </c:pt>
                      <c:pt idx="424">
                        <c:v>20.8</c:v>
                      </c:pt>
                      <c:pt idx="425">
                        <c:v>20.8</c:v>
                      </c:pt>
                      <c:pt idx="426">
                        <c:v>20.8</c:v>
                      </c:pt>
                      <c:pt idx="427">
                        <c:v>20.8</c:v>
                      </c:pt>
                      <c:pt idx="428">
                        <c:v>20.8</c:v>
                      </c:pt>
                      <c:pt idx="429">
                        <c:v>20.8</c:v>
                      </c:pt>
                      <c:pt idx="430">
                        <c:v>20.8</c:v>
                      </c:pt>
                      <c:pt idx="431">
                        <c:v>20.8</c:v>
                      </c:pt>
                      <c:pt idx="432">
                        <c:v>20.8</c:v>
                      </c:pt>
                      <c:pt idx="433">
                        <c:v>20.8</c:v>
                      </c:pt>
                      <c:pt idx="434">
                        <c:v>20.8</c:v>
                      </c:pt>
                      <c:pt idx="435">
                        <c:v>20.8</c:v>
                      </c:pt>
                      <c:pt idx="436">
                        <c:v>20.8</c:v>
                      </c:pt>
                      <c:pt idx="437">
                        <c:v>20.8</c:v>
                      </c:pt>
                      <c:pt idx="438">
                        <c:v>20.8</c:v>
                      </c:pt>
                      <c:pt idx="439">
                        <c:v>20.8</c:v>
                      </c:pt>
                      <c:pt idx="440">
                        <c:v>20.8</c:v>
                      </c:pt>
                      <c:pt idx="441">
                        <c:v>20.8</c:v>
                      </c:pt>
                      <c:pt idx="442">
                        <c:v>20.8</c:v>
                      </c:pt>
                      <c:pt idx="443">
                        <c:v>20.8</c:v>
                      </c:pt>
                      <c:pt idx="444">
                        <c:v>20.8</c:v>
                      </c:pt>
                      <c:pt idx="445">
                        <c:v>20.8</c:v>
                      </c:pt>
                      <c:pt idx="446">
                        <c:v>20.8</c:v>
                      </c:pt>
                      <c:pt idx="447">
                        <c:v>20.8</c:v>
                      </c:pt>
                      <c:pt idx="448">
                        <c:v>20.8</c:v>
                      </c:pt>
                      <c:pt idx="449">
                        <c:v>20.8</c:v>
                      </c:pt>
                      <c:pt idx="450">
                        <c:v>20.8</c:v>
                      </c:pt>
                      <c:pt idx="451">
                        <c:v>20.8</c:v>
                      </c:pt>
                      <c:pt idx="452">
                        <c:v>20.8</c:v>
                      </c:pt>
                      <c:pt idx="453">
                        <c:v>20.8</c:v>
                      </c:pt>
                      <c:pt idx="454">
                        <c:v>20.8</c:v>
                      </c:pt>
                      <c:pt idx="455">
                        <c:v>20.8</c:v>
                      </c:pt>
                      <c:pt idx="456">
                        <c:v>20.8</c:v>
                      </c:pt>
                      <c:pt idx="457">
                        <c:v>20.8</c:v>
                      </c:pt>
                      <c:pt idx="458">
                        <c:v>20.8</c:v>
                      </c:pt>
                      <c:pt idx="459">
                        <c:v>20.8</c:v>
                      </c:pt>
                      <c:pt idx="460">
                        <c:v>20.8</c:v>
                      </c:pt>
                      <c:pt idx="461">
                        <c:v>20.8</c:v>
                      </c:pt>
                      <c:pt idx="462">
                        <c:v>20.8</c:v>
                      </c:pt>
                      <c:pt idx="463">
                        <c:v>20.8</c:v>
                      </c:pt>
                      <c:pt idx="464">
                        <c:v>20.8</c:v>
                      </c:pt>
                      <c:pt idx="465">
                        <c:v>20.8</c:v>
                      </c:pt>
                      <c:pt idx="466">
                        <c:v>20.8</c:v>
                      </c:pt>
                      <c:pt idx="467">
                        <c:v>20.8</c:v>
                      </c:pt>
                      <c:pt idx="468">
                        <c:v>20.8</c:v>
                      </c:pt>
                      <c:pt idx="469">
                        <c:v>20.8</c:v>
                      </c:pt>
                      <c:pt idx="470">
                        <c:v>20.8</c:v>
                      </c:pt>
                      <c:pt idx="471">
                        <c:v>20.8</c:v>
                      </c:pt>
                      <c:pt idx="472">
                        <c:v>20.8</c:v>
                      </c:pt>
                      <c:pt idx="473">
                        <c:v>20.8</c:v>
                      </c:pt>
                      <c:pt idx="474">
                        <c:v>20.8</c:v>
                      </c:pt>
                      <c:pt idx="475">
                        <c:v>20.8</c:v>
                      </c:pt>
                      <c:pt idx="476">
                        <c:v>20.8</c:v>
                      </c:pt>
                      <c:pt idx="477">
                        <c:v>20.8</c:v>
                      </c:pt>
                      <c:pt idx="478">
                        <c:v>20.8</c:v>
                      </c:pt>
                      <c:pt idx="479">
                        <c:v>20.8</c:v>
                      </c:pt>
                      <c:pt idx="480">
                        <c:v>20.8</c:v>
                      </c:pt>
                      <c:pt idx="481">
                        <c:v>20.8</c:v>
                      </c:pt>
                      <c:pt idx="482">
                        <c:v>20.8</c:v>
                      </c:pt>
                      <c:pt idx="483">
                        <c:v>20.8</c:v>
                      </c:pt>
                      <c:pt idx="484">
                        <c:v>20.8</c:v>
                      </c:pt>
                      <c:pt idx="485">
                        <c:v>20.8</c:v>
                      </c:pt>
                      <c:pt idx="486">
                        <c:v>20.8</c:v>
                      </c:pt>
                      <c:pt idx="487">
                        <c:v>20.8</c:v>
                      </c:pt>
                      <c:pt idx="488">
                        <c:v>20.8</c:v>
                      </c:pt>
                      <c:pt idx="489">
                        <c:v>20.8</c:v>
                      </c:pt>
                      <c:pt idx="490">
                        <c:v>20.8</c:v>
                      </c:pt>
                      <c:pt idx="491">
                        <c:v>20.8</c:v>
                      </c:pt>
                      <c:pt idx="492">
                        <c:v>20.8</c:v>
                      </c:pt>
                      <c:pt idx="493">
                        <c:v>20.8</c:v>
                      </c:pt>
                      <c:pt idx="494">
                        <c:v>20.8</c:v>
                      </c:pt>
                      <c:pt idx="495">
                        <c:v>20.8</c:v>
                      </c:pt>
                      <c:pt idx="496">
                        <c:v>20.8</c:v>
                      </c:pt>
                      <c:pt idx="497">
                        <c:v>20.8</c:v>
                      </c:pt>
                      <c:pt idx="498">
                        <c:v>20.8</c:v>
                      </c:pt>
                      <c:pt idx="499">
                        <c:v>20.8</c:v>
                      </c:pt>
                      <c:pt idx="500">
                        <c:v>20.8</c:v>
                      </c:pt>
                      <c:pt idx="501">
                        <c:v>20.8</c:v>
                      </c:pt>
                      <c:pt idx="502">
                        <c:v>20.8</c:v>
                      </c:pt>
                      <c:pt idx="503">
                        <c:v>20.8</c:v>
                      </c:pt>
                      <c:pt idx="504">
                        <c:v>20.8</c:v>
                      </c:pt>
                      <c:pt idx="505">
                        <c:v>20.8</c:v>
                      </c:pt>
                      <c:pt idx="506">
                        <c:v>20.8</c:v>
                      </c:pt>
                      <c:pt idx="507">
                        <c:v>20.8</c:v>
                      </c:pt>
                      <c:pt idx="508">
                        <c:v>20.8</c:v>
                      </c:pt>
                      <c:pt idx="509">
                        <c:v>20.8</c:v>
                      </c:pt>
                      <c:pt idx="510">
                        <c:v>20.8</c:v>
                      </c:pt>
                      <c:pt idx="511">
                        <c:v>20.8</c:v>
                      </c:pt>
                      <c:pt idx="512">
                        <c:v>20.8</c:v>
                      </c:pt>
                      <c:pt idx="513">
                        <c:v>20.8</c:v>
                      </c:pt>
                      <c:pt idx="514">
                        <c:v>20.8</c:v>
                      </c:pt>
                      <c:pt idx="515">
                        <c:v>20.8</c:v>
                      </c:pt>
                      <c:pt idx="516">
                        <c:v>20.8</c:v>
                      </c:pt>
                      <c:pt idx="517">
                        <c:v>20.8</c:v>
                      </c:pt>
                      <c:pt idx="518">
                        <c:v>20.8</c:v>
                      </c:pt>
                      <c:pt idx="519">
                        <c:v>20.8</c:v>
                      </c:pt>
                      <c:pt idx="520">
                        <c:v>20.8</c:v>
                      </c:pt>
                      <c:pt idx="521">
                        <c:v>20.8</c:v>
                      </c:pt>
                      <c:pt idx="522">
                        <c:v>20.8</c:v>
                      </c:pt>
                      <c:pt idx="523">
                        <c:v>20.8</c:v>
                      </c:pt>
                      <c:pt idx="524">
                        <c:v>20.8</c:v>
                      </c:pt>
                      <c:pt idx="525">
                        <c:v>20.8</c:v>
                      </c:pt>
                      <c:pt idx="526">
                        <c:v>20.8</c:v>
                      </c:pt>
                      <c:pt idx="527">
                        <c:v>20.8</c:v>
                      </c:pt>
                      <c:pt idx="528">
                        <c:v>20.8</c:v>
                      </c:pt>
                      <c:pt idx="529">
                        <c:v>20.8</c:v>
                      </c:pt>
                      <c:pt idx="530">
                        <c:v>20.8</c:v>
                      </c:pt>
                      <c:pt idx="531">
                        <c:v>20.8</c:v>
                      </c:pt>
                      <c:pt idx="532">
                        <c:v>20.8</c:v>
                      </c:pt>
                      <c:pt idx="533">
                        <c:v>20.8</c:v>
                      </c:pt>
                      <c:pt idx="534">
                        <c:v>20.8</c:v>
                      </c:pt>
                      <c:pt idx="535">
                        <c:v>20.8</c:v>
                      </c:pt>
                      <c:pt idx="536">
                        <c:v>20.8</c:v>
                      </c:pt>
                      <c:pt idx="537">
                        <c:v>20.8</c:v>
                      </c:pt>
                      <c:pt idx="538">
                        <c:v>20.8</c:v>
                      </c:pt>
                      <c:pt idx="539">
                        <c:v>20.8</c:v>
                      </c:pt>
                      <c:pt idx="540">
                        <c:v>20.8</c:v>
                      </c:pt>
                      <c:pt idx="541">
                        <c:v>20.8</c:v>
                      </c:pt>
                      <c:pt idx="542">
                        <c:v>20.8</c:v>
                      </c:pt>
                      <c:pt idx="543">
                        <c:v>20.8</c:v>
                      </c:pt>
                      <c:pt idx="544">
                        <c:v>20.8</c:v>
                      </c:pt>
                      <c:pt idx="545">
                        <c:v>20.8</c:v>
                      </c:pt>
                      <c:pt idx="546">
                        <c:v>20.8</c:v>
                      </c:pt>
                      <c:pt idx="547">
                        <c:v>20.8</c:v>
                      </c:pt>
                      <c:pt idx="548">
                        <c:v>20.8</c:v>
                      </c:pt>
                      <c:pt idx="549">
                        <c:v>20.8</c:v>
                      </c:pt>
                      <c:pt idx="550">
                        <c:v>20.8</c:v>
                      </c:pt>
                      <c:pt idx="551">
                        <c:v>20.8</c:v>
                      </c:pt>
                      <c:pt idx="552">
                        <c:v>20.8</c:v>
                      </c:pt>
                      <c:pt idx="553">
                        <c:v>20.8</c:v>
                      </c:pt>
                      <c:pt idx="554">
                        <c:v>20.8</c:v>
                      </c:pt>
                      <c:pt idx="555">
                        <c:v>20.8</c:v>
                      </c:pt>
                      <c:pt idx="556">
                        <c:v>20.8</c:v>
                      </c:pt>
                      <c:pt idx="557">
                        <c:v>20.8</c:v>
                      </c:pt>
                      <c:pt idx="558">
                        <c:v>20.8</c:v>
                      </c:pt>
                      <c:pt idx="559">
                        <c:v>20.8</c:v>
                      </c:pt>
                      <c:pt idx="560">
                        <c:v>20.8</c:v>
                      </c:pt>
                      <c:pt idx="561">
                        <c:v>20.8</c:v>
                      </c:pt>
                      <c:pt idx="562">
                        <c:v>20.8</c:v>
                      </c:pt>
                      <c:pt idx="563">
                        <c:v>20.8</c:v>
                      </c:pt>
                      <c:pt idx="564">
                        <c:v>20.8</c:v>
                      </c:pt>
                      <c:pt idx="565">
                        <c:v>20.8</c:v>
                      </c:pt>
                      <c:pt idx="566">
                        <c:v>20.8</c:v>
                      </c:pt>
                      <c:pt idx="567">
                        <c:v>20.8</c:v>
                      </c:pt>
                      <c:pt idx="568">
                        <c:v>20.8</c:v>
                      </c:pt>
                      <c:pt idx="569">
                        <c:v>20.8</c:v>
                      </c:pt>
                      <c:pt idx="570">
                        <c:v>20.8</c:v>
                      </c:pt>
                      <c:pt idx="571">
                        <c:v>20.8</c:v>
                      </c:pt>
                      <c:pt idx="572">
                        <c:v>20.8</c:v>
                      </c:pt>
                      <c:pt idx="573">
                        <c:v>20.8</c:v>
                      </c:pt>
                      <c:pt idx="574">
                        <c:v>20.8</c:v>
                      </c:pt>
                      <c:pt idx="575">
                        <c:v>20.8</c:v>
                      </c:pt>
                      <c:pt idx="576">
                        <c:v>20.8</c:v>
                      </c:pt>
                      <c:pt idx="577">
                        <c:v>20.8</c:v>
                      </c:pt>
                      <c:pt idx="578">
                        <c:v>20.8</c:v>
                      </c:pt>
                      <c:pt idx="579">
                        <c:v>20.8</c:v>
                      </c:pt>
                      <c:pt idx="580">
                        <c:v>20.8</c:v>
                      </c:pt>
                      <c:pt idx="581">
                        <c:v>20.8</c:v>
                      </c:pt>
                      <c:pt idx="582">
                        <c:v>20.8</c:v>
                      </c:pt>
                      <c:pt idx="583">
                        <c:v>20.8</c:v>
                      </c:pt>
                      <c:pt idx="584">
                        <c:v>20.8</c:v>
                      </c:pt>
                      <c:pt idx="585">
                        <c:v>20.8</c:v>
                      </c:pt>
                      <c:pt idx="586">
                        <c:v>20.8</c:v>
                      </c:pt>
                      <c:pt idx="587">
                        <c:v>20.8</c:v>
                      </c:pt>
                      <c:pt idx="588">
                        <c:v>20.8</c:v>
                      </c:pt>
                      <c:pt idx="589">
                        <c:v>20.8</c:v>
                      </c:pt>
                      <c:pt idx="590">
                        <c:v>20.8</c:v>
                      </c:pt>
                      <c:pt idx="591">
                        <c:v>20.8</c:v>
                      </c:pt>
                      <c:pt idx="592">
                        <c:v>20.8</c:v>
                      </c:pt>
                      <c:pt idx="593">
                        <c:v>20.8</c:v>
                      </c:pt>
                      <c:pt idx="594">
                        <c:v>20.8</c:v>
                      </c:pt>
                      <c:pt idx="595">
                        <c:v>20.8</c:v>
                      </c:pt>
                      <c:pt idx="596">
                        <c:v>20.8</c:v>
                      </c:pt>
                      <c:pt idx="597">
                        <c:v>20.8</c:v>
                      </c:pt>
                      <c:pt idx="598">
                        <c:v>20.8</c:v>
                      </c:pt>
                      <c:pt idx="599">
                        <c:v>20.8</c:v>
                      </c:pt>
                      <c:pt idx="600">
                        <c:v>20.8</c:v>
                      </c:pt>
                      <c:pt idx="601">
                        <c:v>20.8</c:v>
                      </c:pt>
                      <c:pt idx="602">
                        <c:v>20.8</c:v>
                      </c:pt>
                      <c:pt idx="603">
                        <c:v>20.8</c:v>
                      </c:pt>
                      <c:pt idx="604">
                        <c:v>20.8</c:v>
                      </c:pt>
                      <c:pt idx="605">
                        <c:v>20.8</c:v>
                      </c:pt>
                      <c:pt idx="606">
                        <c:v>20.8</c:v>
                      </c:pt>
                      <c:pt idx="607">
                        <c:v>20.8</c:v>
                      </c:pt>
                      <c:pt idx="608">
                        <c:v>20.8</c:v>
                      </c:pt>
                      <c:pt idx="609">
                        <c:v>20.8</c:v>
                      </c:pt>
                      <c:pt idx="610">
                        <c:v>20.8</c:v>
                      </c:pt>
                      <c:pt idx="611">
                        <c:v>20.8</c:v>
                      </c:pt>
                      <c:pt idx="612">
                        <c:v>20.8</c:v>
                      </c:pt>
                      <c:pt idx="613">
                        <c:v>20.8</c:v>
                      </c:pt>
                      <c:pt idx="614">
                        <c:v>20.8</c:v>
                      </c:pt>
                      <c:pt idx="615">
                        <c:v>20.8</c:v>
                      </c:pt>
                      <c:pt idx="616">
                        <c:v>20.8</c:v>
                      </c:pt>
                      <c:pt idx="617">
                        <c:v>20.8</c:v>
                      </c:pt>
                      <c:pt idx="618">
                        <c:v>20.8</c:v>
                      </c:pt>
                      <c:pt idx="619">
                        <c:v>20.8</c:v>
                      </c:pt>
                      <c:pt idx="620">
                        <c:v>20.8</c:v>
                      </c:pt>
                      <c:pt idx="621">
                        <c:v>20.8</c:v>
                      </c:pt>
                      <c:pt idx="622">
                        <c:v>20.8</c:v>
                      </c:pt>
                      <c:pt idx="623">
                        <c:v>20.8</c:v>
                      </c:pt>
                      <c:pt idx="624">
                        <c:v>20.8</c:v>
                      </c:pt>
                      <c:pt idx="625">
                        <c:v>20.8</c:v>
                      </c:pt>
                      <c:pt idx="626">
                        <c:v>20.8</c:v>
                      </c:pt>
                      <c:pt idx="627">
                        <c:v>20.8</c:v>
                      </c:pt>
                      <c:pt idx="628">
                        <c:v>20.8</c:v>
                      </c:pt>
                      <c:pt idx="629">
                        <c:v>20.8</c:v>
                      </c:pt>
                      <c:pt idx="630">
                        <c:v>20.8</c:v>
                      </c:pt>
                      <c:pt idx="631">
                        <c:v>20.8</c:v>
                      </c:pt>
                      <c:pt idx="632">
                        <c:v>20.8</c:v>
                      </c:pt>
                      <c:pt idx="633">
                        <c:v>20.8</c:v>
                      </c:pt>
                      <c:pt idx="634">
                        <c:v>20.8</c:v>
                      </c:pt>
                      <c:pt idx="635">
                        <c:v>20.8</c:v>
                      </c:pt>
                      <c:pt idx="636">
                        <c:v>20.8</c:v>
                      </c:pt>
                      <c:pt idx="637">
                        <c:v>20.8</c:v>
                      </c:pt>
                      <c:pt idx="638">
                        <c:v>20.8</c:v>
                      </c:pt>
                      <c:pt idx="639">
                        <c:v>20.8</c:v>
                      </c:pt>
                      <c:pt idx="640">
                        <c:v>20.8</c:v>
                      </c:pt>
                      <c:pt idx="641">
                        <c:v>20.8</c:v>
                      </c:pt>
                      <c:pt idx="642">
                        <c:v>20.8</c:v>
                      </c:pt>
                      <c:pt idx="643">
                        <c:v>20.8</c:v>
                      </c:pt>
                      <c:pt idx="644">
                        <c:v>20.8</c:v>
                      </c:pt>
                      <c:pt idx="645">
                        <c:v>20.8</c:v>
                      </c:pt>
                      <c:pt idx="646">
                        <c:v>20.8</c:v>
                      </c:pt>
                      <c:pt idx="647">
                        <c:v>20.8</c:v>
                      </c:pt>
                      <c:pt idx="648">
                        <c:v>20.8</c:v>
                      </c:pt>
                      <c:pt idx="649">
                        <c:v>20.8</c:v>
                      </c:pt>
                      <c:pt idx="650">
                        <c:v>20.8</c:v>
                      </c:pt>
                      <c:pt idx="651">
                        <c:v>20.8</c:v>
                      </c:pt>
                      <c:pt idx="652">
                        <c:v>20.8</c:v>
                      </c:pt>
                      <c:pt idx="653">
                        <c:v>20.8</c:v>
                      </c:pt>
                      <c:pt idx="654">
                        <c:v>20.8</c:v>
                      </c:pt>
                      <c:pt idx="655">
                        <c:v>20.8</c:v>
                      </c:pt>
                      <c:pt idx="656">
                        <c:v>20.8</c:v>
                      </c:pt>
                      <c:pt idx="657">
                        <c:v>20.8</c:v>
                      </c:pt>
                      <c:pt idx="658">
                        <c:v>20.8</c:v>
                      </c:pt>
                      <c:pt idx="659">
                        <c:v>20.8</c:v>
                      </c:pt>
                      <c:pt idx="660">
                        <c:v>20.8</c:v>
                      </c:pt>
                      <c:pt idx="661">
                        <c:v>20.8</c:v>
                      </c:pt>
                      <c:pt idx="662">
                        <c:v>20.8</c:v>
                      </c:pt>
                      <c:pt idx="663">
                        <c:v>20.8</c:v>
                      </c:pt>
                      <c:pt idx="664">
                        <c:v>20.8</c:v>
                      </c:pt>
                      <c:pt idx="665">
                        <c:v>20.8</c:v>
                      </c:pt>
                      <c:pt idx="666">
                        <c:v>20.8</c:v>
                      </c:pt>
                      <c:pt idx="667">
                        <c:v>20.8</c:v>
                      </c:pt>
                      <c:pt idx="668">
                        <c:v>20.8</c:v>
                      </c:pt>
                      <c:pt idx="669">
                        <c:v>20.8</c:v>
                      </c:pt>
                      <c:pt idx="670">
                        <c:v>20.8</c:v>
                      </c:pt>
                      <c:pt idx="671">
                        <c:v>20.8</c:v>
                      </c:pt>
                      <c:pt idx="672">
                        <c:v>20.8</c:v>
                      </c:pt>
                      <c:pt idx="673">
                        <c:v>20.8</c:v>
                      </c:pt>
                      <c:pt idx="674">
                        <c:v>20.8</c:v>
                      </c:pt>
                      <c:pt idx="675">
                        <c:v>20.8</c:v>
                      </c:pt>
                      <c:pt idx="676">
                        <c:v>20.8</c:v>
                      </c:pt>
                      <c:pt idx="677">
                        <c:v>20.8</c:v>
                      </c:pt>
                      <c:pt idx="678">
                        <c:v>20.8</c:v>
                      </c:pt>
                      <c:pt idx="679">
                        <c:v>20.8</c:v>
                      </c:pt>
                      <c:pt idx="680">
                        <c:v>20.8</c:v>
                      </c:pt>
                      <c:pt idx="681">
                        <c:v>20.8</c:v>
                      </c:pt>
                      <c:pt idx="682">
                        <c:v>20.8</c:v>
                      </c:pt>
                      <c:pt idx="683">
                        <c:v>20.8</c:v>
                      </c:pt>
                      <c:pt idx="684">
                        <c:v>20.8</c:v>
                      </c:pt>
                      <c:pt idx="685">
                        <c:v>20.8</c:v>
                      </c:pt>
                      <c:pt idx="686">
                        <c:v>20.8</c:v>
                      </c:pt>
                      <c:pt idx="687">
                        <c:v>20.8</c:v>
                      </c:pt>
                      <c:pt idx="688">
                        <c:v>20.8</c:v>
                      </c:pt>
                      <c:pt idx="689">
                        <c:v>20.8</c:v>
                      </c:pt>
                      <c:pt idx="690">
                        <c:v>20.8</c:v>
                      </c:pt>
                      <c:pt idx="691">
                        <c:v>20.8</c:v>
                      </c:pt>
                      <c:pt idx="692">
                        <c:v>20.8</c:v>
                      </c:pt>
                      <c:pt idx="693">
                        <c:v>20.8</c:v>
                      </c:pt>
                      <c:pt idx="694">
                        <c:v>20.8</c:v>
                      </c:pt>
                      <c:pt idx="695">
                        <c:v>20.8</c:v>
                      </c:pt>
                      <c:pt idx="696">
                        <c:v>20.8</c:v>
                      </c:pt>
                      <c:pt idx="697">
                        <c:v>20.8</c:v>
                      </c:pt>
                      <c:pt idx="698">
                        <c:v>20.8</c:v>
                      </c:pt>
                      <c:pt idx="699">
                        <c:v>20.8</c:v>
                      </c:pt>
                      <c:pt idx="700">
                        <c:v>20.8</c:v>
                      </c:pt>
                      <c:pt idx="701">
                        <c:v>20.8</c:v>
                      </c:pt>
                      <c:pt idx="702">
                        <c:v>20.8</c:v>
                      </c:pt>
                      <c:pt idx="703">
                        <c:v>20.8</c:v>
                      </c:pt>
                      <c:pt idx="704">
                        <c:v>20.8</c:v>
                      </c:pt>
                      <c:pt idx="705">
                        <c:v>20.8</c:v>
                      </c:pt>
                      <c:pt idx="706">
                        <c:v>20.8</c:v>
                      </c:pt>
                      <c:pt idx="707">
                        <c:v>20.8</c:v>
                      </c:pt>
                      <c:pt idx="708">
                        <c:v>20.8</c:v>
                      </c:pt>
                      <c:pt idx="709">
                        <c:v>20.8</c:v>
                      </c:pt>
                      <c:pt idx="710">
                        <c:v>20.8</c:v>
                      </c:pt>
                      <c:pt idx="711">
                        <c:v>20.8</c:v>
                      </c:pt>
                      <c:pt idx="712">
                        <c:v>20.8</c:v>
                      </c:pt>
                      <c:pt idx="713">
                        <c:v>20.8</c:v>
                      </c:pt>
                      <c:pt idx="714">
                        <c:v>20.8</c:v>
                      </c:pt>
                      <c:pt idx="715">
                        <c:v>20.8</c:v>
                      </c:pt>
                      <c:pt idx="716">
                        <c:v>20.8</c:v>
                      </c:pt>
                      <c:pt idx="717">
                        <c:v>20.8</c:v>
                      </c:pt>
                      <c:pt idx="718">
                        <c:v>20.8</c:v>
                      </c:pt>
                      <c:pt idx="719">
                        <c:v>20.8</c:v>
                      </c:pt>
                      <c:pt idx="720">
                        <c:v>20.8</c:v>
                      </c:pt>
                      <c:pt idx="721">
                        <c:v>20.8</c:v>
                      </c:pt>
                      <c:pt idx="722">
                        <c:v>20.8</c:v>
                      </c:pt>
                      <c:pt idx="723">
                        <c:v>20.8</c:v>
                      </c:pt>
                      <c:pt idx="724">
                        <c:v>20.8</c:v>
                      </c:pt>
                      <c:pt idx="725">
                        <c:v>20.8</c:v>
                      </c:pt>
                      <c:pt idx="726">
                        <c:v>20.8</c:v>
                      </c:pt>
                      <c:pt idx="727">
                        <c:v>20.8</c:v>
                      </c:pt>
                      <c:pt idx="728">
                        <c:v>20.8</c:v>
                      </c:pt>
                      <c:pt idx="729">
                        <c:v>20.8</c:v>
                      </c:pt>
                      <c:pt idx="730">
                        <c:v>20.8</c:v>
                      </c:pt>
                      <c:pt idx="731">
                        <c:v>20.8</c:v>
                      </c:pt>
                      <c:pt idx="732">
                        <c:v>20.8</c:v>
                      </c:pt>
                      <c:pt idx="733">
                        <c:v>20.8</c:v>
                      </c:pt>
                      <c:pt idx="734">
                        <c:v>20.8</c:v>
                      </c:pt>
                      <c:pt idx="735">
                        <c:v>20.8</c:v>
                      </c:pt>
                      <c:pt idx="736">
                        <c:v>20.8</c:v>
                      </c:pt>
                      <c:pt idx="737">
                        <c:v>20.8</c:v>
                      </c:pt>
                      <c:pt idx="738">
                        <c:v>20.8</c:v>
                      </c:pt>
                      <c:pt idx="739">
                        <c:v>20.8</c:v>
                      </c:pt>
                      <c:pt idx="740">
                        <c:v>20.8</c:v>
                      </c:pt>
                      <c:pt idx="741">
                        <c:v>20.8</c:v>
                      </c:pt>
                      <c:pt idx="742">
                        <c:v>20.8</c:v>
                      </c:pt>
                      <c:pt idx="743">
                        <c:v>20.8</c:v>
                      </c:pt>
                      <c:pt idx="744">
                        <c:v>20.8</c:v>
                      </c:pt>
                      <c:pt idx="745">
                        <c:v>20.8</c:v>
                      </c:pt>
                      <c:pt idx="746">
                        <c:v>20.8</c:v>
                      </c:pt>
                      <c:pt idx="747">
                        <c:v>20.8</c:v>
                      </c:pt>
                      <c:pt idx="748">
                        <c:v>20.8</c:v>
                      </c:pt>
                      <c:pt idx="749">
                        <c:v>20.8</c:v>
                      </c:pt>
                      <c:pt idx="750">
                        <c:v>20.8</c:v>
                      </c:pt>
                      <c:pt idx="751">
                        <c:v>20.8</c:v>
                      </c:pt>
                      <c:pt idx="752">
                        <c:v>20.8</c:v>
                      </c:pt>
                      <c:pt idx="753">
                        <c:v>20.8</c:v>
                      </c:pt>
                      <c:pt idx="754">
                        <c:v>20.8</c:v>
                      </c:pt>
                      <c:pt idx="755">
                        <c:v>20.8</c:v>
                      </c:pt>
                      <c:pt idx="756">
                        <c:v>20.8</c:v>
                      </c:pt>
                      <c:pt idx="757">
                        <c:v>20.8</c:v>
                      </c:pt>
                      <c:pt idx="758">
                        <c:v>20.8</c:v>
                      </c:pt>
                      <c:pt idx="759">
                        <c:v>20.8</c:v>
                      </c:pt>
                      <c:pt idx="760">
                        <c:v>20.8</c:v>
                      </c:pt>
                      <c:pt idx="761">
                        <c:v>20.8</c:v>
                      </c:pt>
                      <c:pt idx="762">
                        <c:v>20.8</c:v>
                      </c:pt>
                      <c:pt idx="763">
                        <c:v>20.8</c:v>
                      </c:pt>
                      <c:pt idx="764">
                        <c:v>20.8</c:v>
                      </c:pt>
                      <c:pt idx="765">
                        <c:v>20.8</c:v>
                      </c:pt>
                      <c:pt idx="766">
                        <c:v>20.8</c:v>
                      </c:pt>
                      <c:pt idx="767">
                        <c:v>20.8</c:v>
                      </c:pt>
                      <c:pt idx="768">
                        <c:v>20.8</c:v>
                      </c:pt>
                      <c:pt idx="769">
                        <c:v>20.8</c:v>
                      </c:pt>
                      <c:pt idx="770">
                        <c:v>20.8</c:v>
                      </c:pt>
                      <c:pt idx="771">
                        <c:v>20.8</c:v>
                      </c:pt>
                      <c:pt idx="772">
                        <c:v>20.8</c:v>
                      </c:pt>
                      <c:pt idx="773">
                        <c:v>20.8</c:v>
                      </c:pt>
                      <c:pt idx="774">
                        <c:v>20.8</c:v>
                      </c:pt>
                      <c:pt idx="775">
                        <c:v>20.8</c:v>
                      </c:pt>
                      <c:pt idx="776">
                        <c:v>20.8</c:v>
                      </c:pt>
                      <c:pt idx="777">
                        <c:v>20.8</c:v>
                      </c:pt>
                      <c:pt idx="778">
                        <c:v>20.8</c:v>
                      </c:pt>
                      <c:pt idx="779">
                        <c:v>20.8</c:v>
                      </c:pt>
                      <c:pt idx="780">
                        <c:v>20.8</c:v>
                      </c:pt>
                      <c:pt idx="781">
                        <c:v>20.8</c:v>
                      </c:pt>
                      <c:pt idx="782">
                        <c:v>20.8</c:v>
                      </c:pt>
                      <c:pt idx="783">
                        <c:v>20.8</c:v>
                      </c:pt>
                      <c:pt idx="784">
                        <c:v>20.8</c:v>
                      </c:pt>
                      <c:pt idx="785">
                        <c:v>20.8</c:v>
                      </c:pt>
                      <c:pt idx="786">
                        <c:v>20.8</c:v>
                      </c:pt>
                      <c:pt idx="787">
                        <c:v>20.8</c:v>
                      </c:pt>
                      <c:pt idx="788">
                        <c:v>20.8</c:v>
                      </c:pt>
                      <c:pt idx="789">
                        <c:v>20.8</c:v>
                      </c:pt>
                      <c:pt idx="790">
                        <c:v>20.8</c:v>
                      </c:pt>
                      <c:pt idx="791">
                        <c:v>20.8</c:v>
                      </c:pt>
                      <c:pt idx="792">
                        <c:v>20.8</c:v>
                      </c:pt>
                      <c:pt idx="793">
                        <c:v>20.8</c:v>
                      </c:pt>
                      <c:pt idx="794">
                        <c:v>20.8</c:v>
                      </c:pt>
                      <c:pt idx="795">
                        <c:v>20.8</c:v>
                      </c:pt>
                      <c:pt idx="796">
                        <c:v>20.8</c:v>
                      </c:pt>
                      <c:pt idx="797">
                        <c:v>20.8</c:v>
                      </c:pt>
                      <c:pt idx="798">
                        <c:v>20.8</c:v>
                      </c:pt>
                      <c:pt idx="799">
                        <c:v>20.8</c:v>
                      </c:pt>
                      <c:pt idx="800">
                        <c:v>20.8</c:v>
                      </c:pt>
                      <c:pt idx="801">
                        <c:v>20.8</c:v>
                      </c:pt>
                      <c:pt idx="802">
                        <c:v>20.8</c:v>
                      </c:pt>
                      <c:pt idx="803">
                        <c:v>20.8</c:v>
                      </c:pt>
                      <c:pt idx="804">
                        <c:v>20.8</c:v>
                      </c:pt>
                      <c:pt idx="805">
                        <c:v>20.8</c:v>
                      </c:pt>
                      <c:pt idx="806">
                        <c:v>20.8</c:v>
                      </c:pt>
                      <c:pt idx="807">
                        <c:v>20.8</c:v>
                      </c:pt>
                      <c:pt idx="808">
                        <c:v>20.8</c:v>
                      </c:pt>
                      <c:pt idx="809">
                        <c:v>20.8</c:v>
                      </c:pt>
                      <c:pt idx="810">
                        <c:v>20.8</c:v>
                      </c:pt>
                      <c:pt idx="811">
                        <c:v>20.8</c:v>
                      </c:pt>
                      <c:pt idx="812">
                        <c:v>20.8</c:v>
                      </c:pt>
                      <c:pt idx="813">
                        <c:v>20.8</c:v>
                      </c:pt>
                      <c:pt idx="814">
                        <c:v>20.8</c:v>
                      </c:pt>
                      <c:pt idx="815">
                        <c:v>20.8</c:v>
                      </c:pt>
                      <c:pt idx="816">
                        <c:v>20.8</c:v>
                      </c:pt>
                      <c:pt idx="817">
                        <c:v>20.8</c:v>
                      </c:pt>
                      <c:pt idx="818">
                        <c:v>20.8</c:v>
                      </c:pt>
                      <c:pt idx="819">
                        <c:v>20.8</c:v>
                      </c:pt>
                      <c:pt idx="820">
                        <c:v>20.8</c:v>
                      </c:pt>
                      <c:pt idx="821">
                        <c:v>20.8</c:v>
                      </c:pt>
                      <c:pt idx="822">
                        <c:v>20.8</c:v>
                      </c:pt>
                      <c:pt idx="823">
                        <c:v>20.8</c:v>
                      </c:pt>
                      <c:pt idx="824">
                        <c:v>20.8</c:v>
                      </c:pt>
                      <c:pt idx="825">
                        <c:v>20.8</c:v>
                      </c:pt>
                      <c:pt idx="826">
                        <c:v>20.8</c:v>
                      </c:pt>
                      <c:pt idx="827">
                        <c:v>20.8</c:v>
                      </c:pt>
                      <c:pt idx="828">
                        <c:v>20.8</c:v>
                      </c:pt>
                      <c:pt idx="829">
                        <c:v>20.8</c:v>
                      </c:pt>
                      <c:pt idx="830">
                        <c:v>20.8</c:v>
                      </c:pt>
                      <c:pt idx="831">
                        <c:v>20.8</c:v>
                      </c:pt>
                      <c:pt idx="832">
                        <c:v>20.8</c:v>
                      </c:pt>
                      <c:pt idx="833">
                        <c:v>20.8</c:v>
                      </c:pt>
                      <c:pt idx="834">
                        <c:v>20.8</c:v>
                      </c:pt>
                      <c:pt idx="835">
                        <c:v>20.8</c:v>
                      </c:pt>
                      <c:pt idx="836">
                        <c:v>20.8</c:v>
                      </c:pt>
                      <c:pt idx="837">
                        <c:v>20.8</c:v>
                      </c:pt>
                      <c:pt idx="838">
                        <c:v>20.8</c:v>
                      </c:pt>
                      <c:pt idx="839">
                        <c:v>20.8</c:v>
                      </c:pt>
                      <c:pt idx="840">
                        <c:v>20.8</c:v>
                      </c:pt>
                      <c:pt idx="841">
                        <c:v>20.8</c:v>
                      </c:pt>
                      <c:pt idx="842">
                        <c:v>20.8</c:v>
                      </c:pt>
                      <c:pt idx="843">
                        <c:v>20.8</c:v>
                      </c:pt>
                      <c:pt idx="844">
                        <c:v>20.8</c:v>
                      </c:pt>
                      <c:pt idx="845">
                        <c:v>20.8</c:v>
                      </c:pt>
                      <c:pt idx="846">
                        <c:v>20.8</c:v>
                      </c:pt>
                      <c:pt idx="847">
                        <c:v>20.8</c:v>
                      </c:pt>
                      <c:pt idx="848">
                        <c:v>20.8</c:v>
                      </c:pt>
                      <c:pt idx="849">
                        <c:v>20.8</c:v>
                      </c:pt>
                      <c:pt idx="850">
                        <c:v>20.8</c:v>
                      </c:pt>
                      <c:pt idx="851">
                        <c:v>20.8</c:v>
                      </c:pt>
                      <c:pt idx="852">
                        <c:v>20.8</c:v>
                      </c:pt>
                      <c:pt idx="853">
                        <c:v>20.8</c:v>
                      </c:pt>
                      <c:pt idx="854">
                        <c:v>20.8</c:v>
                      </c:pt>
                      <c:pt idx="855">
                        <c:v>20.8</c:v>
                      </c:pt>
                      <c:pt idx="856">
                        <c:v>20.8</c:v>
                      </c:pt>
                      <c:pt idx="857">
                        <c:v>20.8</c:v>
                      </c:pt>
                      <c:pt idx="858">
                        <c:v>20.8</c:v>
                      </c:pt>
                      <c:pt idx="859">
                        <c:v>20.8</c:v>
                      </c:pt>
                      <c:pt idx="860">
                        <c:v>20.8</c:v>
                      </c:pt>
                      <c:pt idx="861">
                        <c:v>20.8</c:v>
                      </c:pt>
                      <c:pt idx="862">
                        <c:v>20.8</c:v>
                      </c:pt>
                      <c:pt idx="863">
                        <c:v>20.8</c:v>
                      </c:pt>
                      <c:pt idx="864">
                        <c:v>20.8</c:v>
                      </c:pt>
                      <c:pt idx="865">
                        <c:v>20.8</c:v>
                      </c:pt>
                      <c:pt idx="866">
                        <c:v>20.8</c:v>
                      </c:pt>
                      <c:pt idx="867">
                        <c:v>20.8</c:v>
                      </c:pt>
                      <c:pt idx="868">
                        <c:v>20.8</c:v>
                      </c:pt>
                      <c:pt idx="869">
                        <c:v>20.8</c:v>
                      </c:pt>
                      <c:pt idx="870">
                        <c:v>20.8</c:v>
                      </c:pt>
                      <c:pt idx="871">
                        <c:v>20.8</c:v>
                      </c:pt>
                      <c:pt idx="872">
                        <c:v>20.8</c:v>
                      </c:pt>
                      <c:pt idx="873">
                        <c:v>20.8</c:v>
                      </c:pt>
                      <c:pt idx="874">
                        <c:v>20.8</c:v>
                      </c:pt>
                      <c:pt idx="875">
                        <c:v>20.8</c:v>
                      </c:pt>
                      <c:pt idx="876">
                        <c:v>20.8</c:v>
                      </c:pt>
                      <c:pt idx="877">
                        <c:v>20.8</c:v>
                      </c:pt>
                      <c:pt idx="878">
                        <c:v>20.8</c:v>
                      </c:pt>
                      <c:pt idx="879">
                        <c:v>20.8</c:v>
                      </c:pt>
                      <c:pt idx="880">
                        <c:v>20.8</c:v>
                      </c:pt>
                      <c:pt idx="881">
                        <c:v>20.8</c:v>
                      </c:pt>
                      <c:pt idx="882">
                        <c:v>20.8</c:v>
                      </c:pt>
                      <c:pt idx="883">
                        <c:v>20.8</c:v>
                      </c:pt>
                      <c:pt idx="884">
                        <c:v>20.8</c:v>
                      </c:pt>
                      <c:pt idx="885">
                        <c:v>20.8</c:v>
                      </c:pt>
                      <c:pt idx="886">
                        <c:v>20.8</c:v>
                      </c:pt>
                      <c:pt idx="887">
                        <c:v>20.8</c:v>
                      </c:pt>
                      <c:pt idx="888">
                        <c:v>20.8</c:v>
                      </c:pt>
                      <c:pt idx="889">
                        <c:v>20.8</c:v>
                      </c:pt>
                      <c:pt idx="890">
                        <c:v>20.8</c:v>
                      </c:pt>
                      <c:pt idx="891">
                        <c:v>20.8</c:v>
                      </c:pt>
                      <c:pt idx="892">
                        <c:v>20.8</c:v>
                      </c:pt>
                      <c:pt idx="893">
                        <c:v>20.8</c:v>
                      </c:pt>
                      <c:pt idx="894">
                        <c:v>20.8</c:v>
                      </c:pt>
                      <c:pt idx="895">
                        <c:v>20.8</c:v>
                      </c:pt>
                      <c:pt idx="896">
                        <c:v>20.8</c:v>
                      </c:pt>
                      <c:pt idx="897">
                        <c:v>20.8</c:v>
                      </c:pt>
                      <c:pt idx="898">
                        <c:v>20.8</c:v>
                      </c:pt>
                      <c:pt idx="899">
                        <c:v>20.8</c:v>
                      </c:pt>
                      <c:pt idx="900">
                        <c:v>20.8</c:v>
                      </c:pt>
                      <c:pt idx="901">
                        <c:v>20.8</c:v>
                      </c:pt>
                      <c:pt idx="902">
                        <c:v>20.8</c:v>
                      </c:pt>
                      <c:pt idx="903">
                        <c:v>20.8</c:v>
                      </c:pt>
                      <c:pt idx="904">
                        <c:v>20.8</c:v>
                      </c:pt>
                      <c:pt idx="905">
                        <c:v>20.8</c:v>
                      </c:pt>
                      <c:pt idx="906">
                        <c:v>20.8</c:v>
                      </c:pt>
                      <c:pt idx="907">
                        <c:v>20.8</c:v>
                      </c:pt>
                      <c:pt idx="908">
                        <c:v>20.8</c:v>
                      </c:pt>
                      <c:pt idx="909">
                        <c:v>20.8</c:v>
                      </c:pt>
                      <c:pt idx="910">
                        <c:v>20.8</c:v>
                      </c:pt>
                      <c:pt idx="911">
                        <c:v>20.8</c:v>
                      </c:pt>
                      <c:pt idx="912">
                        <c:v>20.8</c:v>
                      </c:pt>
                      <c:pt idx="913">
                        <c:v>20.8</c:v>
                      </c:pt>
                      <c:pt idx="914">
                        <c:v>20.8</c:v>
                      </c:pt>
                      <c:pt idx="915">
                        <c:v>20.8</c:v>
                      </c:pt>
                      <c:pt idx="916">
                        <c:v>20.8</c:v>
                      </c:pt>
                      <c:pt idx="917">
                        <c:v>20.8</c:v>
                      </c:pt>
                      <c:pt idx="918">
                        <c:v>20.8</c:v>
                      </c:pt>
                      <c:pt idx="919">
                        <c:v>20.8</c:v>
                      </c:pt>
                      <c:pt idx="920">
                        <c:v>20.8</c:v>
                      </c:pt>
                      <c:pt idx="921">
                        <c:v>20.8</c:v>
                      </c:pt>
                      <c:pt idx="922">
                        <c:v>20.8</c:v>
                      </c:pt>
                      <c:pt idx="923">
                        <c:v>20.8</c:v>
                      </c:pt>
                      <c:pt idx="924">
                        <c:v>20.8</c:v>
                      </c:pt>
                      <c:pt idx="925">
                        <c:v>20.8</c:v>
                      </c:pt>
                      <c:pt idx="926">
                        <c:v>20.8</c:v>
                      </c:pt>
                      <c:pt idx="927">
                        <c:v>20.8</c:v>
                      </c:pt>
                      <c:pt idx="928">
                        <c:v>20.8</c:v>
                      </c:pt>
                      <c:pt idx="929">
                        <c:v>20.8</c:v>
                      </c:pt>
                      <c:pt idx="930">
                        <c:v>20.8</c:v>
                      </c:pt>
                      <c:pt idx="931">
                        <c:v>20.8</c:v>
                      </c:pt>
                      <c:pt idx="932">
                        <c:v>20.8</c:v>
                      </c:pt>
                      <c:pt idx="933">
                        <c:v>20.8</c:v>
                      </c:pt>
                      <c:pt idx="934">
                        <c:v>20.8</c:v>
                      </c:pt>
                      <c:pt idx="935">
                        <c:v>20.8</c:v>
                      </c:pt>
                      <c:pt idx="936">
                        <c:v>20.8</c:v>
                      </c:pt>
                      <c:pt idx="937">
                        <c:v>20.8</c:v>
                      </c:pt>
                      <c:pt idx="938">
                        <c:v>20.8</c:v>
                      </c:pt>
                      <c:pt idx="939">
                        <c:v>20.8</c:v>
                      </c:pt>
                      <c:pt idx="940">
                        <c:v>20.8</c:v>
                      </c:pt>
                      <c:pt idx="941">
                        <c:v>20.8</c:v>
                      </c:pt>
                      <c:pt idx="942">
                        <c:v>20.8</c:v>
                      </c:pt>
                      <c:pt idx="943">
                        <c:v>20.8</c:v>
                      </c:pt>
                      <c:pt idx="944">
                        <c:v>20.8</c:v>
                      </c:pt>
                      <c:pt idx="945">
                        <c:v>20.8</c:v>
                      </c:pt>
                      <c:pt idx="946">
                        <c:v>20.8</c:v>
                      </c:pt>
                      <c:pt idx="947">
                        <c:v>20.8</c:v>
                      </c:pt>
                      <c:pt idx="948">
                        <c:v>20.8</c:v>
                      </c:pt>
                      <c:pt idx="949">
                        <c:v>20.8</c:v>
                      </c:pt>
                      <c:pt idx="950">
                        <c:v>20.8</c:v>
                      </c:pt>
                      <c:pt idx="951">
                        <c:v>20.8</c:v>
                      </c:pt>
                      <c:pt idx="952">
                        <c:v>20.8</c:v>
                      </c:pt>
                      <c:pt idx="953">
                        <c:v>20.8</c:v>
                      </c:pt>
                      <c:pt idx="954">
                        <c:v>20.8</c:v>
                      </c:pt>
                      <c:pt idx="955">
                        <c:v>20.8</c:v>
                      </c:pt>
                      <c:pt idx="956">
                        <c:v>20.8</c:v>
                      </c:pt>
                      <c:pt idx="957">
                        <c:v>20.8</c:v>
                      </c:pt>
                      <c:pt idx="958">
                        <c:v>20.8</c:v>
                      </c:pt>
                      <c:pt idx="959">
                        <c:v>20.8</c:v>
                      </c:pt>
                      <c:pt idx="960">
                        <c:v>20.8</c:v>
                      </c:pt>
                      <c:pt idx="961">
                        <c:v>20.8</c:v>
                      </c:pt>
                      <c:pt idx="962">
                        <c:v>20.8</c:v>
                      </c:pt>
                      <c:pt idx="963">
                        <c:v>20.8</c:v>
                      </c:pt>
                      <c:pt idx="964">
                        <c:v>20.8</c:v>
                      </c:pt>
                      <c:pt idx="965">
                        <c:v>20.8</c:v>
                      </c:pt>
                      <c:pt idx="966">
                        <c:v>20.8</c:v>
                      </c:pt>
                      <c:pt idx="967">
                        <c:v>20.8</c:v>
                      </c:pt>
                      <c:pt idx="968">
                        <c:v>20.8</c:v>
                      </c:pt>
                      <c:pt idx="969">
                        <c:v>20.8</c:v>
                      </c:pt>
                      <c:pt idx="970">
                        <c:v>20.8</c:v>
                      </c:pt>
                      <c:pt idx="971">
                        <c:v>20.8</c:v>
                      </c:pt>
                      <c:pt idx="972">
                        <c:v>20.8</c:v>
                      </c:pt>
                      <c:pt idx="973">
                        <c:v>20.8</c:v>
                      </c:pt>
                      <c:pt idx="974">
                        <c:v>20.8</c:v>
                      </c:pt>
                      <c:pt idx="975">
                        <c:v>20.8</c:v>
                      </c:pt>
                      <c:pt idx="976">
                        <c:v>20.8</c:v>
                      </c:pt>
                      <c:pt idx="977">
                        <c:v>20.8</c:v>
                      </c:pt>
                      <c:pt idx="978">
                        <c:v>20.8</c:v>
                      </c:pt>
                      <c:pt idx="979">
                        <c:v>20.8</c:v>
                      </c:pt>
                      <c:pt idx="980">
                        <c:v>20.8</c:v>
                      </c:pt>
                      <c:pt idx="981">
                        <c:v>20.8</c:v>
                      </c:pt>
                      <c:pt idx="982">
                        <c:v>20.8</c:v>
                      </c:pt>
                      <c:pt idx="983">
                        <c:v>20.8</c:v>
                      </c:pt>
                      <c:pt idx="984">
                        <c:v>20.8</c:v>
                      </c:pt>
                      <c:pt idx="985">
                        <c:v>20.8</c:v>
                      </c:pt>
                      <c:pt idx="986">
                        <c:v>20.8</c:v>
                      </c:pt>
                      <c:pt idx="987">
                        <c:v>20.8</c:v>
                      </c:pt>
                      <c:pt idx="988">
                        <c:v>20.8</c:v>
                      </c:pt>
                      <c:pt idx="989">
                        <c:v>20.8</c:v>
                      </c:pt>
                      <c:pt idx="990">
                        <c:v>20.8</c:v>
                      </c:pt>
                      <c:pt idx="991">
                        <c:v>20.8</c:v>
                      </c:pt>
                      <c:pt idx="992">
                        <c:v>20.8</c:v>
                      </c:pt>
                      <c:pt idx="993">
                        <c:v>20.8</c:v>
                      </c:pt>
                      <c:pt idx="994">
                        <c:v>20.8</c:v>
                      </c:pt>
                      <c:pt idx="995">
                        <c:v>20.8</c:v>
                      </c:pt>
                      <c:pt idx="996">
                        <c:v>20.8</c:v>
                      </c:pt>
                      <c:pt idx="997">
                        <c:v>20.8</c:v>
                      </c:pt>
                      <c:pt idx="998">
                        <c:v>20.8</c:v>
                      </c:pt>
                      <c:pt idx="999">
                        <c:v>20.8</c:v>
                      </c:pt>
                      <c:pt idx="1000">
                        <c:v>20.8</c:v>
                      </c:pt>
                      <c:pt idx="1001">
                        <c:v>20.8</c:v>
                      </c:pt>
                      <c:pt idx="1002">
                        <c:v>20.8</c:v>
                      </c:pt>
                      <c:pt idx="1003">
                        <c:v>20.8</c:v>
                      </c:pt>
                      <c:pt idx="1004">
                        <c:v>20.8</c:v>
                      </c:pt>
                      <c:pt idx="1005">
                        <c:v>20.8</c:v>
                      </c:pt>
                      <c:pt idx="1006">
                        <c:v>20.8</c:v>
                      </c:pt>
                      <c:pt idx="1007">
                        <c:v>20.8</c:v>
                      </c:pt>
                      <c:pt idx="1008">
                        <c:v>20.8</c:v>
                      </c:pt>
                      <c:pt idx="1009">
                        <c:v>20.8</c:v>
                      </c:pt>
                      <c:pt idx="1010">
                        <c:v>20.8</c:v>
                      </c:pt>
                      <c:pt idx="1011">
                        <c:v>20.8</c:v>
                      </c:pt>
                      <c:pt idx="1012">
                        <c:v>20.8</c:v>
                      </c:pt>
                      <c:pt idx="1013">
                        <c:v>20.8</c:v>
                      </c:pt>
                      <c:pt idx="1014">
                        <c:v>20.8</c:v>
                      </c:pt>
                      <c:pt idx="1015">
                        <c:v>20.8</c:v>
                      </c:pt>
                      <c:pt idx="1016">
                        <c:v>20.8</c:v>
                      </c:pt>
                      <c:pt idx="1017">
                        <c:v>20.8</c:v>
                      </c:pt>
                      <c:pt idx="1018">
                        <c:v>20.8</c:v>
                      </c:pt>
                      <c:pt idx="1019">
                        <c:v>20.8</c:v>
                      </c:pt>
                      <c:pt idx="1020">
                        <c:v>20.8</c:v>
                      </c:pt>
                      <c:pt idx="1021">
                        <c:v>20.8</c:v>
                      </c:pt>
                      <c:pt idx="1022">
                        <c:v>20.8</c:v>
                      </c:pt>
                      <c:pt idx="1023">
                        <c:v>20.8</c:v>
                      </c:pt>
                      <c:pt idx="1024">
                        <c:v>20.8</c:v>
                      </c:pt>
                      <c:pt idx="1025">
                        <c:v>20.8</c:v>
                      </c:pt>
                      <c:pt idx="1026">
                        <c:v>20.8</c:v>
                      </c:pt>
                      <c:pt idx="1027">
                        <c:v>20.8</c:v>
                      </c:pt>
                      <c:pt idx="1028">
                        <c:v>20.8</c:v>
                      </c:pt>
                      <c:pt idx="1029">
                        <c:v>20.8</c:v>
                      </c:pt>
                      <c:pt idx="1030">
                        <c:v>20.8</c:v>
                      </c:pt>
                      <c:pt idx="1031">
                        <c:v>20.8</c:v>
                      </c:pt>
                      <c:pt idx="1032">
                        <c:v>20.8</c:v>
                      </c:pt>
                      <c:pt idx="1033">
                        <c:v>20.8</c:v>
                      </c:pt>
                      <c:pt idx="1034">
                        <c:v>20.8</c:v>
                      </c:pt>
                      <c:pt idx="1035">
                        <c:v>20.8</c:v>
                      </c:pt>
                      <c:pt idx="1036">
                        <c:v>20.8</c:v>
                      </c:pt>
                      <c:pt idx="1037">
                        <c:v>20.8</c:v>
                      </c:pt>
                      <c:pt idx="1038">
                        <c:v>20.8</c:v>
                      </c:pt>
                      <c:pt idx="1039">
                        <c:v>20.8</c:v>
                      </c:pt>
                      <c:pt idx="1040">
                        <c:v>20.8</c:v>
                      </c:pt>
                      <c:pt idx="1041">
                        <c:v>20.8</c:v>
                      </c:pt>
                      <c:pt idx="1042">
                        <c:v>20.8</c:v>
                      </c:pt>
                      <c:pt idx="1043">
                        <c:v>20.8</c:v>
                      </c:pt>
                      <c:pt idx="1044">
                        <c:v>20.8</c:v>
                      </c:pt>
                      <c:pt idx="1045">
                        <c:v>20.8</c:v>
                      </c:pt>
                      <c:pt idx="1046">
                        <c:v>20.8</c:v>
                      </c:pt>
                      <c:pt idx="1047">
                        <c:v>20.8</c:v>
                      </c:pt>
                      <c:pt idx="1048">
                        <c:v>20.8</c:v>
                      </c:pt>
                      <c:pt idx="1049">
                        <c:v>20.8</c:v>
                      </c:pt>
                      <c:pt idx="1050">
                        <c:v>20.8</c:v>
                      </c:pt>
                      <c:pt idx="1051">
                        <c:v>20.8</c:v>
                      </c:pt>
                      <c:pt idx="1052">
                        <c:v>20.8</c:v>
                      </c:pt>
                      <c:pt idx="1053">
                        <c:v>20.8</c:v>
                      </c:pt>
                      <c:pt idx="1054">
                        <c:v>20.8</c:v>
                      </c:pt>
                      <c:pt idx="1055">
                        <c:v>20.8</c:v>
                      </c:pt>
                      <c:pt idx="1056">
                        <c:v>20.8</c:v>
                      </c:pt>
                      <c:pt idx="1057">
                        <c:v>20.8</c:v>
                      </c:pt>
                      <c:pt idx="1058">
                        <c:v>20.8</c:v>
                      </c:pt>
                      <c:pt idx="1059">
                        <c:v>20.8</c:v>
                      </c:pt>
                      <c:pt idx="1060">
                        <c:v>20.8</c:v>
                      </c:pt>
                      <c:pt idx="1061">
                        <c:v>20.8</c:v>
                      </c:pt>
                      <c:pt idx="1062">
                        <c:v>20.8</c:v>
                      </c:pt>
                      <c:pt idx="1063">
                        <c:v>20.8</c:v>
                      </c:pt>
                      <c:pt idx="1064">
                        <c:v>20.8</c:v>
                      </c:pt>
                      <c:pt idx="1065">
                        <c:v>20.8</c:v>
                      </c:pt>
                      <c:pt idx="1066">
                        <c:v>20.8</c:v>
                      </c:pt>
                      <c:pt idx="1067">
                        <c:v>20.8</c:v>
                      </c:pt>
                      <c:pt idx="1068">
                        <c:v>20.8</c:v>
                      </c:pt>
                      <c:pt idx="1069">
                        <c:v>20.8</c:v>
                      </c:pt>
                      <c:pt idx="1070">
                        <c:v>20.8</c:v>
                      </c:pt>
                      <c:pt idx="1071">
                        <c:v>20.8</c:v>
                      </c:pt>
                      <c:pt idx="1072">
                        <c:v>20.8</c:v>
                      </c:pt>
                      <c:pt idx="1073">
                        <c:v>20.8</c:v>
                      </c:pt>
                      <c:pt idx="1074">
                        <c:v>20.8</c:v>
                      </c:pt>
                      <c:pt idx="1075">
                        <c:v>20.8</c:v>
                      </c:pt>
                      <c:pt idx="1076">
                        <c:v>20.8</c:v>
                      </c:pt>
                      <c:pt idx="1077">
                        <c:v>20.8</c:v>
                      </c:pt>
                      <c:pt idx="1078">
                        <c:v>20.8</c:v>
                      </c:pt>
                      <c:pt idx="1079">
                        <c:v>20.8</c:v>
                      </c:pt>
                      <c:pt idx="1080">
                        <c:v>20.8</c:v>
                      </c:pt>
                      <c:pt idx="1081">
                        <c:v>20.8</c:v>
                      </c:pt>
                      <c:pt idx="1082">
                        <c:v>20.8</c:v>
                      </c:pt>
                      <c:pt idx="1083">
                        <c:v>20.8</c:v>
                      </c:pt>
                      <c:pt idx="1084">
                        <c:v>20.8</c:v>
                      </c:pt>
                      <c:pt idx="1085">
                        <c:v>20.8</c:v>
                      </c:pt>
                      <c:pt idx="1086">
                        <c:v>20.8</c:v>
                      </c:pt>
                      <c:pt idx="1087">
                        <c:v>20.8</c:v>
                      </c:pt>
                      <c:pt idx="1088">
                        <c:v>20.8</c:v>
                      </c:pt>
                      <c:pt idx="1089">
                        <c:v>20.8</c:v>
                      </c:pt>
                      <c:pt idx="1090">
                        <c:v>20.8</c:v>
                      </c:pt>
                      <c:pt idx="1091">
                        <c:v>20.8</c:v>
                      </c:pt>
                      <c:pt idx="1092">
                        <c:v>20.8</c:v>
                      </c:pt>
                      <c:pt idx="1093">
                        <c:v>20.8</c:v>
                      </c:pt>
                      <c:pt idx="1094">
                        <c:v>20.8</c:v>
                      </c:pt>
                      <c:pt idx="1095">
                        <c:v>20.8</c:v>
                      </c:pt>
                      <c:pt idx="1096">
                        <c:v>20.8</c:v>
                      </c:pt>
                      <c:pt idx="1097">
                        <c:v>20.8</c:v>
                      </c:pt>
                      <c:pt idx="1098">
                        <c:v>20.8</c:v>
                      </c:pt>
                      <c:pt idx="1099">
                        <c:v>20.8</c:v>
                      </c:pt>
                      <c:pt idx="1100">
                        <c:v>20.8</c:v>
                      </c:pt>
                      <c:pt idx="1101">
                        <c:v>20.8</c:v>
                      </c:pt>
                      <c:pt idx="1102">
                        <c:v>20.8</c:v>
                      </c:pt>
                      <c:pt idx="1103">
                        <c:v>20.8</c:v>
                      </c:pt>
                      <c:pt idx="1104">
                        <c:v>20.8</c:v>
                      </c:pt>
                      <c:pt idx="1105">
                        <c:v>20.8</c:v>
                      </c:pt>
                      <c:pt idx="1106">
                        <c:v>20.8</c:v>
                      </c:pt>
                      <c:pt idx="1107">
                        <c:v>20.8</c:v>
                      </c:pt>
                      <c:pt idx="1108">
                        <c:v>20.8</c:v>
                      </c:pt>
                      <c:pt idx="1109">
                        <c:v>20.8</c:v>
                      </c:pt>
                      <c:pt idx="1110">
                        <c:v>20.8</c:v>
                      </c:pt>
                      <c:pt idx="1111">
                        <c:v>20.8</c:v>
                      </c:pt>
                      <c:pt idx="1112">
                        <c:v>20.8</c:v>
                      </c:pt>
                      <c:pt idx="1113">
                        <c:v>20.8</c:v>
                      </c:pt>
                      <c:pt idx="1114">
                        <c:v>20.8</c:v>
                      </c:pt>
                      <c:pt idx="1115">
                        <c:v>20.8</c:v>
                      </c:pt>
                      <c:pt idx="1116">
                        <c:v>20.8</c:v>
                      </c:pt>
                      <c:pt idx="1117">
                        <c:v>20.8</c:v>
                      </c:pt>
                      <c:pt idx="1118">
                        <c:v>20.8</c:v>
                      </c:pt>
                      <c:pt idx="1119">
                        <c:v>20.8</c:v>
                      </c:pt>
                      <c:pt idx="1120">
                        <c:v>20.8</c:v>
                      </c:pt>
                      <c:pt idx="1121">
                        <c:v>20.8</c:v>
                      </c:pt>
                      <c:pt idx="1122">
                        <c:v>20.8</c:v>
                      </c:pt>
                      <c:pt idx="1123">
                        <c:v>20.8</c:v>
                      </c:pt>
                      <c:pt idx="1124">
                        <c:v>20.8</c:v>
                      </c:pt>
                      <c:pt idx="1125">
                        <c:v>20.8</c:v>
                      </c:pt>
                      <c:pt idx="1126">
                        <c:v>20.8</c:v>
                      </c:pt>
                      <c:pt idx="1127">
                        <c:v>20.8</c:v>
                      </c:pt>
                      <c:pt idx="1128">
                        <c:v>20.8</c:v>
                      </c:pt>
                      <c:pt idx="1129">
                        <c:v>20.8</c:v>
                      </c:pt>
                      <c:pt idx="1130">
                        <c:v>20.8</c:v>
                      </c:pt>
                      <c:pt idx="1131">
                        <c:v>20.8</c:v>
                      </c:pt>
                      <c:pt idx="1132">
                        <c:v>20.8</c:v>
                      </c:pt>
                      <c:pt idx="1133">
                        <c:v>20.8</c:v>
                      </c:pt>
                      <c:pt idx="1134">
                        <c:v>20.8</c:v>
                      </c:pt>
                      <c:pt idx="1135">
                        <c:v>20.8</c:v>
                      </c:pt>
                      <c:pt idx="1136">
                        <c:v>20.8</c:v>
                      </c:pt>
                      <c:pt idx="1137">
                        <c:v>20.8</c:v>
                      </c:pt>
                      <c:pt idx="1138">
                        <c:v>20.8</c:v>
                      </c:pt>
                      <c:pt idx="1139">
                        <c:v>20.8</c:v>
                      </c:pt>
                      <c:pt idx="1140">
                        <c:v>20.8</c:v>
                      </c:pt>
                      <c:pt idx="1141">
                        <c:v>20.8</c:v>
                      </c:pt>
                      <c:pt idx="1142">
                        <c:v>20.8</c:v>
                      </c:pt>
                      <c:pt idx="1143">
                        <c:v>20.8</c:v>
                      </c:pt>
                      <c:pt idx="1144">
                        <c:v>20.8</c:v>
                      </c:pt>
                      <c:pt idx="1145">
                        <c:v>20.8</c:v>
                      </c:pt>
                      <c:pt idx="1146">
                        <c:v>20.8</c:v>
                      </c:pt>
                      <c:pt idx="1147">
                        <c:v>20.8</c:v>
                      </c:pt>
                      <c:pt idx="1148">
                        <c:v>20.8</c:v>
                      </c:pt>
                      <c:pt idx="1149">
                        <c:v>20.8</c:v>
                      </c:pt>
                      <c:pt idx="1150">
                        <c:v>20.8</c:v>
                      </c:pt>
                      <c:pt idx="1151">
                        <c:v>20.8</c:v>
                      </c:pt>
                      <c:pt idx="1152">
                        <c:v>20.8</c:v>
                      </c:pt>
                      <c:pt idx="1153">
                        <c:v>20.8</c:v>
                      </c:pt>
                      <c:pt idx="1154">
                        <c:v>20.8</c:v>
                      </c:pt>
                      <c:pt idx="1155">
                        <c:v>20.8</c:v>
                      </c:pt>
                      <c:pt idx="1156">
                        <c:v>20.8</c:v>
                      </c:pt>
                      <c:pt idx="1157">
                        <c:v>20.8</c:v>
                      </c:pt>
                      <c:pt idx="1158">
                        <c:v>20.8</c:v>
                      </c:pt>
                      <c:pt idx="1159">
                        <c:v>20.8</c:v>
                      </c:pt>
                      <c:pt idx="1160">
                        <c:v>20.8</c:v>
                      </c:pt>
                      <c:pt idx="1161">
                        <c:v>20.8</c:v>
                      </c:pt>
                      <c:pt idx="1162">
                        <c:v>20.8</c:v>
                      </c:pt>
                      <c:pt idx="1163">
                        <c:v>20.8</c:v>
                      </c:pt>
                      <c:pt idx="1164">
                        <c:v>20.8</c:v>
                      </c:pt>
                      <c:pt idx="1165">
                        <c:v>20.8</c:v>
                      </c:pt>
                      <c:pt idx="1166">
                        <c:v>20.8</c:v>
                      </c:pt>
                      <c:pt idx="1167">
                        <c:v>20.8</c:v>
                      </c:pt>
                      <c:pt idx="1168">
                        <c:v>20.8</c:v>
                      </c:pt>
                      <c:pt idx="1169">
                        <c:v>20.8</c:v>
                      </c:pt>
                      <c:pt idx="1170">
                        <c:v>20.8</c:v>
                      </c:pt>
                      <c:pt idx="1171">
                        <c:v>20.8</c:v>
                      </c:pt>
                      <c:pt idx="1172">
                        <c:v>20.8</c:v>
                      </c:pt>
                      <c:pt idx="1173">
                        <c:v>20.8</c:v>
                      </c:pt>
                      <c:pt idx="1174">
                        <c:v>20.8</c:v>
                      </c:pt>
                      <c:pt idx="1175">
                        <c:v>20.8</c:v>
                      </c:pt>
                      <c:pt idx="1176">
                        <c:v>20.8</c:v>
                      </c:pt>
                      <c:pt idx="1177">
                        <c:v>20.8</c:v>
                      </c:pt>
                      <c:pt idx="1178">
                        <c:v>20.8</c:v>
                      </c:pt>
                      <c:pt idx="1179">
                        <c:v>20.8</c:v>
                      </c:pt>
                      <c:pt idx="1180">
                        <c:v>20.8</c:v>
                      </c:pt>
                      <c:pt idx="1181">
                        <c:v>20.8</c:v>
                      </c:pt>
                      <c:pt idx="1182">
                        <c:v>20.8</c:v>
                      </c:pt>
                      <c:pt idx="1183">
                        <c:v>20.8</c:v>
                      </c:pt>
                      <c:pt idx="1184">
                        <c:v>20.8</c:v>
                      </c:pt>
                      <c:pt idx="1185">
                        <c:v>20.8</c:v>
                      </c:pt>
                      <c:pt idx="1186">
                        <c:v>20.8</c:v>
                      </c:pt>
                      <c:pt idx="1187">
                        <c:v>20.8</c:v>
                      </c:pt>
                      <c:pt idx="1188">
                        <c:v>20.8</c:v>
                      </c:pt>
                      <c:pt idx="1189">
                        <c:v>20.8</c:v>
                      </c:pt>
                      <c:pt idx="1190">
                        <c:v>20.8</c:v>
                      </c:pt>
                      <c:pt idx="1191">
                        <c:v>20.8</c:v>
                      </c:pt>
                      <c:pt idx="1192">
                        <c:v>20.8</c:v>
                      </c:pt>
                      <c:pt idx="1193">
                        <c:v>20.8</c:v>
                      </c:pt>
                      <c:pt idx="1194">
                        <c:v>20.8</c:v>
                      </c:pt>
                      <c:pt idx="1195">
                        <c:v>20.8</c:v>
                      </c:pt>
                      <c:pt idx="1196">
                        <c:v>20.8</c:v>
                      </c:pt>
                      <c:pt idx="1197">
                        <c:v>20.8</c:v>
                      </c:pt>
                      <c:pt idx="1198">
                        <c:v>20.8</c:v>
                      </c:pt>
                      <c:pt idx="1199">
                        <c:v>20.8</c:v>
                      </c:pt>
                      <c:pt idx="1200">
                        <c:v>20.8</c:v>
                      </c:pt>
                      <c:pt idx="1201">
                        <c:v>20.8</c:v>
                      </c:pt>
                      <c:pt idx="1202">
                        <c:v>20.8</c:v>
                      </c:pt>
                      <c:pt idx="1203">
                        <c:v>20.8</c:v>
                      </c:pt>
                      <c:pt idx="1204">
                        <c:v>20.8</c:v>
                      </c:pt>
                      <c:pt idx="1205">
                        <c:v>20.8</c:v>
                      </c:pt>
                      <c:pt idx="1206">
                        <c:v>20.8</c:v>
                      </c:pt>
                      <c:pt idx="1207">
                        <c:v>20.8</c:v>
                      </c:pt>
                      <c:pt idx="1208">
                        <c:v>20.8</c:v>
                      </c:pt>
                      <c:pt idx="1209">
                        <c:v>20.8</c:v>
                      </c:pt>
                      <c:pt idx="1210">
                        <c:v>20.8</c:v>
                      </c:pt>
                      <c:pt idx="1211">
                        <c:v>20.8</c:v>
                      </c:pt>
                      <c:pt idx="1212">
                        <c:v>20.8</c:v>
                      </c:pt>
                      <c:pt idx="1213">
                        <c:v>20.8</c:v>
                      </c:pt>
                      <c:pt idx="1214">
                        <c:v>20.8</c:v>
                      </c:pt>
                      <c:pt idx="1215">
                        <c:v>20.8</c:v>
                      </c:pt>
                      <c:pt idx="1216">
                        <c:v>20.8</c:v>
                      </c:pt>
                      <c:pt idx="1217">
                        <c:v>20.8</c:v>
                      </c:pt>
                      <c:pt idx="1218">
                        <c:v>20.8</c:v>
                      </c:pt>
                      <c:pt idx="1219">
                        <c:v>20.8</c:v>
                      </c:pt>
                      <c:pt idx="1220">
                        <c:v>20.8</c:v>
                      </c:pt>
                      <c:pt idx="1221">
                        <c:v>20.8</c:v>
                      </c:pt>
                      <c:pt idx="1222">
                        <c:v>20.8</c:v>
                      </c:pt>
                      <c:pt idx="1223">
                        <c:v>20.8</c:v>
                      </c:pt>
                      <c:pt idx="1224">
                        <c:v>20.8</c:v>
                      </c:pt>
                      <c:pt idx="1225">
                        <c:v>20.8</c:v>
                      </c:pt>
                      <c:pt idx="1226">
                        <c:v>20.8</c:v>
                      </c:pt>
                      <c:pt idx="1227">
                        <c:v>20.8</c:v>
                      </c:pt>
                      <c:pt idx="1228">
                        <c:v>20.8</c:v>
                      </c:pt>
                      <c:pt idx="1229">
                        <c:v>20.8</c:v>
                      </c:pt>
                      <c:pt idx="1230">
                        <c:v>20.8</c:v>
                      </c:pt>
                      <c:pt idx="1231">
                        <c:v>20.8</c:v>
                      </c:pt>
                      <c:pt idx="1232">
                        <c:v>20.8</c:v>
                      </c:pt>
                      <c:pt idx="1233">
                        <c:v>20.8</c:v>
                      </c:pt>
                      <c:pt idx="1234">
                        <c:v>20.8</c:v>
                      </c:pt>
                      <c:pt idx="1235">
                        <c:v>20.8</c:v>
                      </c:pt>
                      <c:pt idx="1236">
                        <c:v>20.8</c:v>
                      </c:pt>
                      <c:pt idx="1237">
                        <c:v>20.8</c:v>
                      </c:pt>
                      <c:pt idx="1238">
                        <c:v>20.8</c:v>
                      </c:pt>
                      <c:pt idx="1239">
                        <c:v>20.8</c:v>
                      </c:pt>
                      <c:pt idx="1240">
                        <c:v>20.8</c:v>
                      </c:pt>
                      <c:pt idx="1241">
                        <c:v>20.8</c:v>
                      </c:pt>
                      <c:pt idx="1242">
                        <c:v>20.8</c:v>
                      </c:pt>
                      <c:pt idx="1243">
                        <c:v>20.8</c:v>
                      </c:pt>
                      <c:pt idx="1244">
                        <c:v>20.8</c:v>
                      </c:pt>
                      <c:pt idx="1245">
                        <c:v>20.8</c:v>
                      </c:pt>
                      <c:pt idx="1246">
                        <c:v>20.8</c:v>
                      </c:pt>
                      <c:pt idx="1247">
                        <c:v>20.8</c:v>
                      </c:pt>
                      <c:pt idx="1248">
                        <c:v>20.8</c:v>
                      </c:pt>
                      <c:pt idx="1249">
                        <c:v>20.8</c:v>
                      </c:pt>
                      <c:pt idx="1250">
                        <c:v>20.8</c:v>
                      </c:pt>
                      <c:pt idx="1251">
                        <c:v>20.8</c:v>
                      </c:pt>
                      <c:pt idx="1252">
                        <c:v>20.8</c:v>
                      </c:pt>
                      <c:pt idx="1253">
                        <c:v>20.8</c:v>
                      </c:pt>
                      <c:pt idx="1254">
                        <c:v>20.8</c:v>
                      </c:pt>
                      <c:pt idx="1255">
                        <c:v>20.8</c:v>
                      </c:pt>
                      <c:pt idx="1256">
                        <c:v>20.8</c:v>
                      </c:pt>
                      <c:pt idx="1257">
                        <c:v>20.8</c:v>
                      </c:pt>
                      <c:pt idx="1258">
                        <c:v>20.8</c:v>
                      </c:pt>
                      <c:pt idx="1259">
                        <c:v>20.8</c:v>
                      </c:pt>
                      <c:pt idx="1260">
                        <c:v>20.8</c:v>
                      </c:pt>
                      <c:pt idx="1261">
                        <c:v>20.8</c:v>
                      </c:pt>
                      <c:pt idx="1262">
                        <c:v>20.8</c:v>
                      </c:pt>
                      <c:pt idx="1263">
                        <c:v>20.8</c:v>
                      </c:pt>
                      <c:pt idx="1264">
                        <c:v>20.8</c:v>
                      </c:pt>
                      <c:pt idx="1265">
                        <c:v>20.8</c:v>
                      </c:pt>
                      <c:pt idx="1266">
                        <c:v>20.8</c:v>
                      </c:pt>
                      <c:pt idx="1267">
                        <c:v>20.8</c:v>
                      </c:pt>
                      <c:pt idx="1268">
                        <c:v>20.8</c:v>
                      </c:pt>
                      <c:pt idx="1269">
                        <c:v>20.8</c:v>
                      </c:pt>
                      <c:pt idx="1270">
                        <c:v>20.8</c:v>
                      </c:pt>
                      <c:pt idx="1271">
                        <c:v>20.8</c:v>
                      </c:pt>
                      <c:pt idx="1272">
                        <c:v>20.8</c:v>
                      </c:pt>
                      <c:pt idx="1273">
                        <c:v>20.8</c:v>
                      </c:pt>
                      <c:pt idx="1274">
                        <c:v>20.8</c:v>
                      </c:pt>
                      <c:pt idx="1275">
                        <c:v>20.8</c:v>
                      </c:pt>
                      <c:pt idx="1276">
                        <c:v>20.8</c:v>
                      </c:pt>
                      <c:pt idx="1277">
                        <c:v>20.8</c:v>
                      </c:pt>
                      <c:pt idx="1278">
                        <c:v>20.8</c:v>
                      </c:pt>
                      <c:pt idx="1279">
                        <c:v>20.8</c:v>
                      </c:pt>
                      <c:pt idx="1280">
                        <c:v>20.8</c:v>
                      </c:pt>
                      <c:pt idx="1281">
                        <c:v>20.8</c:v>
                      </c:pt>
                      <c:pt idx="1282">
                        <c:v>20.8</c:v>
                      </c:pt>
                      <c:pt idx="1283">
                        <c:v>20.8</c:v>
                      </c:pt>
                      <c:pt idx="1284">
                        <c:v>20.8</c:v>
                      </c:pt>
                      <c:pt idx="1285">
                        <c:v>20.8</c:v>
                      </c:pt>
                      <c:pt idx="1286">
                        <c:v>20.8</c:v>
                      </c:pt>
                      <c:pt idx="1287">
                        <c:v>20.8</c:v>
                      </c:pt>
                      <c:pt idx="1288">
                        <c:v>20.8</c:v>
                      </c:pt>
                      <c:pt idx="1289">
                        <c:v>20.8</c:v>
                      </c:pt>
                      <c:pt idx="1290">
                        <c:v>20.8</c:v>
                      </c:pt>
                      <c:pt idx="1291">
                        <c:v>20.8</c:v>
                      </c:pt>
                      <c:pt idx="1292">
                        <c:v>20.8</c:v>
                      </c:pt>
                      <c:pt idx="1293">
                        <c:v>20.8</c:v>
                      </c:pt>
                      <c:pt idx="1294">
                        <c:v>20.8</c:v>
                      </c:pt>
                      <c:pt idx="1295">
                        <c:v>20.8</c:v>
                      </c:pt>
                      <c:pt idx="1296">
                        <c:v>20.8</c:v>
                      </c:pt>
                      <c:pt idx="1297">
                        <c:v>20.8</c:v>
                      </c:pt>
                      <c:pt idx="1298">
                        <c:v>20.8</c:v>
                      </c:pt>
                      <c:pt idx="1299">
                        <c:v>20.8</c:v>
                      </c:pt>
                      <c:pt idx="1300">
                        <c:v>20.8</c:v>
                      </c:pt>
                      <c:pt idx="1301">
                        <c:v>20.8</c:v>
                      </c:pt>
                      <c:pt idx="1302">
                        <c:v>20.8</c:v>
                      </c:pt>
                      <c:pt idx="1303">
                        <c:v>20.8</c:v>
                      </c:pt>
                      <c:pt idx="1304">
                        <c:v>20.8</c:v>
                      </c:pt>
                      <c:pt idx="1305">
                        <c:v>20.8</c:v>
                      </c:pt>
                      <c:pt idx="1306">
                        <c:v>20.8</c:v>
                      </c:pt>
                      <c:pt idx="1307">
                        <c:v>20.8</c:v>
                      </c:pt>
                      <c:pt idx="1308">
                        <c:v>20.8</c:v>
                      </c:pt>
                      <c:pt idx="1309">
                        <c:v>20.8</c:v>
                      </c:pt>
                      <c:pt idx="1310">
                        <c:v>20.8</c:v>
                      </c:pt>
                      <c:pt idx="1311">
                        <c:v>20.8</c:v>
                      </c:pt>
                      <c:pt idx="1312">
                        <c:v>20.8</c:v>
                      </c:pt>
                      <c:pt idx="1313">
                        <c:v>20.8</c:v>
                      </c:pt>
                      <c:pt idx="1314">
                        <c:v>20.8</c:v>
                      </c:pt>
                      <c:pt idx="1315">
                        <c:v>20.8</c:v>
                      </c:pt>
                      <c:pt idx="1316">
                        <c:v>20.8</c:v>
                      </c:pt>
                      <c:pt idx="1317">
                        <c:v>20.8</c:v>
                      </c:pt>
                      <c:pt idx="1318">
                        <c:v>20.8</c:v>
                      </c:pt>
                      <c:pt idx="1319">
                        <c:v>20.8</c:v>
                      </c:pt>
                      <c:pt idx="1320">
                        <c:v>20.8</c:v>
                      </c:pt>
                      <c:pt idx="1321">
                        <c:v>20.8</c:v>
                      </c:pt>
                      <c:pt idx="1322">
                        <c:v>20.8</c:v>
                      </c:pt>
                      <c:pt idx="1323">
                        <c:v>20.8</c:v>
                      </c:pt>
                      <c:pt idx="1324">
                        <c:v>20.8</c:v>
                      </c:pt>
                      <c:pt idx="1325">
                        <c:v>20.8</c:v>
                      </c:pt>
                      <c:pt idx="1326">
                        <c:v>20.8</c:v>
                      </c:pt>
                      <c:pt idx="1327">
                        <c:v>20.8</c:v>
                      </c:pt>
                      <c:pt idx="1328">
                        <c:v>20.8</c:v>
                      </c:pt>
                      <c:pt idx="1329">
                        <c:v>20.8</c:v>
                      </c:pt>
                      <c:pt idx="1330">
                        <c:v>20.8</c:v>
                      </c:pt>
                      <c:pt idx="1331">
                        <c:v>20.8</c:v>
                      </c:pt>
                      <c:pt idx="1332">
                        <c:v>20.8</c:v>
                      </c:pt>
                      <c:pt idx="1333">
                        <c:v>20.8</c:v>
                      </c:pt>
                      <c:pt idx="1334">
                        <c:v>20.8</c:v>
                      </c:pt>
                      <c:pt idx="1335">
                        <c:v>20.8</c:v>
                      </c:pt>
                      <c:pt idx="1336">
                        <c:v>20.8</c:v>
                      </c:pt>
                      <c:pt idx="1337">
                        <c:v>20.8</c:v>
                      </c:pt>
                      <c:pt idx="1338">
                        <c:v>20.8</c:v>
                      </c:pt>
                      <c:pt idx="1339">
                        <c:v>20.8</c:v>
                      </c:pt>
                      <c:pt idx="1340">
                        <c:v>20.8</c:v>
                      </c:pt>
                      <c:pt idx="1341">
                        <c:v>20.8</c:v>
                      </c:pt>
                      <c:pt idx="1342">
                        <c:v>20.8</c:v>
                      </c:pt>
                      <c:pt idx="1343">
                        <c:v>20.8</c:v>
                      </c:pt>
                      <c:pt idx="1344">
                        <c:v>20.8</c:v>
                      </c:pt>
                      <c:pt idx="1345">
                        <c:v>20.8</c:v>
                      </c:pt>
                      <c:pt idx="1346">
                        <c:v>20.8</c:v>
                      </c:pt>
                      <c:pt idx="1347">
                        <c:v>20.8</c:v>
                      </c:pt>
                      <c:pt idx="1348">
                        <c:v>20.8</c:v>
                      </c:pt>
                      <c:pt idx="1349">
                        <c:v>20.8</c:v>
                      </c:pt>
                      <c:pt idx="1350">
                        <c:v>20.8</c:v>
                      </c:pt>
                      <c:pt idx="1351">
                        <c:v>20.8</c:v>
                      </c:pt>
                      <c:pt idx="1352">
                        <c:v>20.8</c:v>
                      </c:pt>
                      <c:pt idx="1353">
                        <c:v>20.8</c:v>
                      </c:pt>
                      <c:pt idx="1354">
                        <c:v>20.8</c:v>
                      </c:pt>
                      <c:pt idx="1355">
                        <c:v>20.8</c:v>
                      </c:pt>
                      <c:pt idx="1356">
                        <c:v>20.8</c:v>
                      </c:pt>
                      <c:pt idx="1357">
                        <c:v>20.8</c:v>
                      </c:pt>
                      <c:pt idx="1358">
                        <c:v>20.8</c:v>
                      </c:pt>
                      <c:pt idx="1359">
                        <c:v>20.8</c:v>
                      </c:pt>
                      <c:pt idx="1360">
                        <c:v>20.8</c:v>
                      </c:pt>
                      <c:pt idx="1361">
                        <c:v>20.8</c:v>
                      </c:pt>
                      <c:pt idx="1362">
                        <c:v>20.8</c:v>
                      </c:pt>
                      <c:pt idx="1363">
                        <c:v>20.8</c:v>
                      </c:pt>
                      <c:pt idx="1364">
                        <c:v>20.8</c:v>
                      </c:pt>
                      <c:pt idx="1365">
                        <c:v>20.8</c:v>
                      </c:pt>
                      <c:pt idx="1366">
                        <c:v>20.8</c:v>
                      </c:pt>
                      <c:pt idx="1367">
                        <c:v>20.8</c:v>
                      </c:pt>
                      <c:pt idx="1368">
                        <c:v>20.8</c:v>
                      </c:pt>
                      <c:pt idx="1369">
                        <c:v>20.8</c:v>
                      </c:pt>
                      <c:pt idx="1370">
                        <c:v>20.8</c:v>
                      </c:pt>
                      <c:pt idx="1371">
                        <c:v>20.8</c:v>
                      </c:pt>
                      <c:pt idx="1372">
                        <c:v>20.8</c:v>
                      </c:pt>
                      <c:pt idx="1373">
                        <c:v>20.8</c:v>
                      </c:pt>
                      <c:pt idx="1374">
                        <c:v>20.8</c:v>
                      </c:pt>
                      <c:pt idx="1375">
                        <c:v>20.8</c:v>
                      </c:pt>
                      <c:pt idx="1376">
                        <c:v>20.8</c:v>
                      </c:pt>
                      <c:pt idx="1377">
                        <c:v>20.8</c:v>
                      </c:pt>
                      <c:pt idx="1378">
                        <c:v>20.8</c:v>
                      </c:pt>
                      <c:pt idx="1379">
                        <c:v>20.8</c:v>
                      </c:pt>
                      <c:pt idx="1380">
                        <c:v>20.8</c:v>
                      </c:pt>
                      <c:pt idx="1381">
                        <c:v>20.8</c:v>
                      </c:pt>
                      <c:pt idx="1382">
                        <c:v>20.8</c:v>
                      </c:pt>
                      <c:pt idx="1383">
                        <c:v>20.8</c:v>
                      </c:pt>
                      <c:pt idx="1384">
                        <c:v>20.8</c:v>
                      </c:pt>
                      <c:pt idx="1385">
                        <c:v>20.8</c:v>
                      </c:pt>
                      <c:pt idx="1386">
                        <c:v>20.8</c:v>
                      </c:pt>
                      <c:pt idx="1387">
                        <c:v>20.8</c:v>
                      </c:pt>
                      <c:pt idx="1388">
                        <c:v>20.8</c:v>
                      </c:pt>
                      <c:pt idx="1389">
                        <c:v>20.8</c:v>
                      </c:pt>
                      <c:pt idx="1390">
                        <c:v>20.8</c:v>
                      </c:pt>
                      <c:pt idx="1391">
                        <c:v>20.8</c:v>
                      </c:pt>
                      <c:pt idx="1392">
                        <c:v>20.8</c:v>
                      </c:pt>
                      <c:pt idx="1393">
                        <c:v>20.8</c:v>
                      </c:pt>
                      <c:pt idx="1394">
                        <c:v>20.8</c:v>
                      </c:pt>
                      <c:pt idx="1395">
                        <c:v>20.8</c:v>
                      </c:pt>
                      <c:pt idx="1396">
                        <c:v>20.8</c:v>
                      </c:pt>
                      <c:pt idx="1397">
                        <c:v>20.8</c:v>
                      </c:pt>
                      <c:pt idx="1398">
                        <c:v>20.8</c:v>
                      </c:pt>
                      <c:pt idx="1399">
                        <c:v>20.8</c:v>
                      </c:pt>
                      <c:pt idx="1400">
                        <c:v>20.8</c:v>
                      </c:pt>
                      <c:pt idx="1401">
                        <c:v>20.8</c:v>
                      </c:pt>
                      <c:pt idx="1402">
                        <c:v>20.8</c:v>
                      </c:pt>
                      <c:pt idx="1403">
                        <c:v>20.8</c:v>
                      </c:pt>
                      <c:pt idx="1404">
                        <c:v>20.8</c:v>
                      </c:pt>
                      <c:pt idx="1405">
                        <c:v>20.8</c:v>
                      </c:pt>
                      <c:pt idx="1406">
                        <c:v>20.8</c:v>
                      </c:pt>
                      <c:pt idx="1407">
                        <c:v>20.8</c:v>
                      </c:pt>
                      <c:pt idx="1408">
                        <c:v>20.8</c:v>
                      </c:pt>
                      <c:pt idx="1409">
                        <c:v>20.8</c:v>
                      </c:pt>
                      <c:pt idx="1410">
                        <c:v>20.8</c:v>
                      </c:pt>
                      <c:pt idx="1411">
                        <c:v>20.8</c:v>
                      </c:pt>
                      <c:pt idx="1412">
                        <c:v>20.8</c:v>
                      </c:pt>
                      <c:pt idx="1413">
                        <c:v>20.8</c:v>
                      </c:pt>
                      <c:pt idx="1414">
                        <c:v>20.8</c:v>
                      </c:pt>
                      <c:pt idx="1415">
                        <c:v>20.8</c:v>
                      </c:pt>
                      <c:pt idx="1416">
                        <c:v>20.8</c:v>
                      </c:pt>
                      <c:pt idx="1417">
                        <c:v>20.8</c:v>
                      </c:pt>
                      <c:pt idx="1418">
                        <c:v>20.8</c:v>
                      </c:pt>
                      <c:pt idx="1419">
                        <c:v>20.8</c:v>
                      </c:pt>
                      <c:pt idx="1420">
                        <c:v>20.8</c:v>
                      </c:pt>
                      <c:pt idx="1421">
                        <c:v>20.8</c:v>
                      </c:pt>
                      <c:pt idx="1422">
                        <c:v>20.8</c:v>
                      </c:pt>
                      <c:pt idx="1423">
                        <c:v>20.8</c:v>
                      </c:pt>
                      <c:pt idx="1424">
                        <c:v>20.8</c:v>
                      </c:pt>
                      <c:pt idx="1425">
                        <c:v>20.8</c:v>
                      </c:pt>
                      <c:pt idx="1426">
                        <c:v>20.8</c:v>
                      </c:pt>
                      <c:pt idx="1427">
                        <c:v>20.8</c:v>
                      </c:pt>
                      <c:pt idx="1428">
                        <c:v>20.8</c:v>
                      </c:pt>
                      <c:pt idx="1429">
                        <c:v>20.8</c:v>
                      </c:pt>
                      <c:pt idx="1430">
                        <c:v>20.8</c:v>
                      </c:pt>
                      <c:pt idx="1431">
                        <c:v>20.8</c:v>
                      </c:pt>
                      <c:pt idx="1432">
                        <c:v>20.8</c:v>
                      </c:pt>
                      <c:pt idx="1433">
                        <c:v>20.8</c:v>
                      </c:pt>
                      <c:pt idx="1434">
                        <c:v>20.8</c:v>
                      </c:pt>
                      <c:pt idx="1435">
                        <c:v>20.8</c:v>
                      </c:pt>
                      <c:pt idx="1436">
                        <c:v>20.8</c:v>
                      </c:pt>
                      <c:pt idx="1437">
                        <c:v>20.8</c:v>
                      </c:pt>
                      <c:pt idx="1438">
                        <c:v>20.8</c:v>
                      </c:pt>
                      <c:pt idx="1439">
                        <c:v>20.8</c:v>
                      </c:pt>
                      <c:pt idx="1440">
                        <c:v>20.8</c:v>
                      </c:pt>
                      <c:pt idx="1441">
                        <c:v>20.8</c:v>
                      </c:pt>
                      <c:pt idx="1442">
                        <c:v>20.8</c:v>
                      </c:pt>
                      <c:pt idx="1443">
                        <c:v>20.8</c:v>
                      </c:pt>
                      <c:pt idx="1444">
                        <c:v>20.8</c:v>
                      </c:pt>
                      <c:pt idx="1445">
                        <c:v>20.8</c:v>
                      </c:pt>
                      <c:pt idx="1446">
                        <c:v>20.8</c:v>
                      </c:pt>
                      <c:pt idx="1447">
                        <c:v>20.8</c:v>
                      </c:pt>
                      <c:pt idx="1448">
                        <c:v>20.8</c:v>
                      </c:pt>
                      <c:pt idx="1449">
                        <c:v>20.8</c:v>
                      </c:pt>
                      <c:pt idx="1450">
                        <c:v>20.8</c:v>
                      </c:pt>
                      <c:pt idx="1451">
                        <c:v>20.8</c:v>
                      </c:pt>
                      <c:pt idx="1452">
                        <c:v>20.8</c:v>
                      </c:pt>
                      <c:pt idx="1453">
                        <c:v>20.8</c:v>
                      </c:pt>
                      <c:pt idx="1454">
                        <c:v>20.8</c:v>
                      </c:pt>
                      <c:pt idx="1455">
                        <c:v>20.8</c:v>
                      </c:pt>
                      <c:pt idx="1456">
                        <c:v>20.8</c:v>
                      </c:pt>
                      <c:pt idx="1457">
                        <c:v>20.8</c:v>
                      </c:pt>
                      <c:pt idx="1458">
                        <c:v>20.8</c:v>
                      </c:pt>
                      <c:pt idx="1459">
                        <c:v>20.8</c:v>
                      </c:pt>
                      <c:pt idx="1460">
                        <c:v>20.8</c:v>
                      </c:pt>
                      <c:pt idx="1461">
                        <c:v>20.8</c:v>
                      </c:pt>
                      <c:pt idx="1462">
                        <c:v>20.8</c:v>
                      </c:pt>
                      <c:pt idx="1463">
                        <c:v>20.8</c:v>
                      </c:pt>
                      <c:pt idx="1464">
                        <c:v>20.8</c:v>
                      </c:pt>
                      <c:pt idx="1465">
                        <c:v>20.8</c:v>
                      </c:pt>
                      <c:pt idx="1466">
                        <c:v>20.8</c:v>
                      </c:pt>
                      <c:pt idx="1467">
                        <c:v>20.8</c:v>
                      </c:pt>
                      <c:pt idx="1468">
                        <c:v>20.8</c:v>
                      </c:pt>
                      <c:pt idx="1469">
                        <c:v>20.8</c:v>
                      </c:pt>
                      <c:pt idx="1470">
                        <c:v>20.8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2A86-4638-A9E1-02D09133811F}"/>
                  </c:ext>
                </c:extLst>
              </c15:ser>
            </c15:filteredScatterSeries>
          </c:ext>
        </c:extLst>
      </c:scatterChart>
      <c:valAx>
        <c:axId val="419899416"/>
        <c:scaling>
          <c:orientation val="minMax"/>
          <c:min val="0.43000000000000005"/>
        </c:scaling>
        <c:delete val="0"/>
        <c:axPos val="b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Time (24-hour</a:t>
                </a:r>
                <a:r>
                  <a:rPr lang="en-US" baseline="0" dirty="0"/>
                  <a:t> format)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.43622328962010337"/>
              <c:y val="0.862069411411550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6638480"/>
        <c:crosses val="autoZero"/>
        <c:crossBetween val="midCat"/>
        <c:majorUnit val="6.9444444444444441E-3"/>
      </c:valAx>
      <c:valAx>
        <c:axId val="796638480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Gas Readings (PPM)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98994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dirty="0"/>
              <a:t>114-S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1"/>
          <c:tx>
            <c:strRef>
              <c:f>'Monitor 2'!$C$9</c:f>
              <c:strCache>
                <c:ptCount val="1"/>
                <c:pt idx="0">
                  <c:v>CO Reading (PPM)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'Monitor 2'!$A$10:$A$1552</c:f>
              <c:numCache>
                <c:formatCode>h:mm;@</c:formatCode>
                <c:ptCount val="1543"/>
                <c:pt idx="0">
                  <c:v>0.42621527777777779</c:v>
                </c:pt>
                <c:pt idx="1">
                  <c:v>0.42638888888888887</c:v>
                </c:pt>
                <c:pt idx="2">
                  <c:v>0.42951388888888886</c:v>
                </c:pt>
                <c:pt idx="3">
                  <c:v>0.4296875</c:v>
                </c:pt>
                <c:pt idx="4">
                  <c:v>0.42986111111111114</c:v>
                </c:pt>
                <c:pt idx="5">
                  <c:v>0.43003472222222222</c:v>
                </c:pt>
                <c:pt idx="6">
                  <c:v>0.43020833333333336</c:v>
                </c:pt>
                <c:pt idx="7">
                  <c:v>0.43038194444444444</c:v>
                </c:pt>
                <c:pt idx="8">
                  <c:v>0.43055555555555558</c:v>
                </c:pt>
                <c:pt idx="9">
                  <c:v>0.43072916666666666</c:v>
                </c:pt>
                <c:pt idx="10">
                  <c:v>0.4309027777777778</c:v>
                </c:pt>
                <c:pt idx="11">
                  <c:v>0.43107638888888888</c:v>
                </c:pt>
                <c:pt idx="12">
                  <c:v>0.43125000000000002</c:v>
                </c:pt>
                <c:pt idx="13">
                  <c:v>0.4314236111111111</c:v>
                </c:pt>
                <c:pt idx="14">
                  <c:v>0.43159722222222224</c:v>
                </c:pt>
                <c:pt idx="15">
                  <c:v>0.43177083333333333</c:v>
                </c:pt>
                <c:pt idx="16">
                  <c:v>0.43194444444444446</c:v>
                </c:pt>
                <c:pt idx="17">
                  <c:v>0.43211805555555555</c:v>
                </c:pt>
                <c:pt idx="18">
                  <c:v>0.43229166666666669</c:v>
                </c:pt>
                <c:pt idx="19">
                  <c:v>0.43246527777777777</c:v>
                </c:pt>
                <c:pt idx="20">
                  <c:v>0.43263888888888891</c:v>
                </c:pt>
                <c:pt idx="21">
                  <c:v>0.43281249999999999</c:v>
                </c:pt>
                <c:pt idx="22">
                  <c:v>0.43298611111111113</c:v>
                </c:pt>
                <c:pt idx="23">
                  <c:v>0.43315972222222221</c:v>
                </c:pt>
                <c:pt idx="24">
                  <c:v>0.43333333333333335</c:v>
                </c:pt>
                <c:pt idx="25">
                  <c:v>0.43350694444444443</c:v>
                </c:pt>
                <c:pt idx="26">
                  <c:v>0.43368055555555557</c:v>
                </c:pt>
                <c:pt idx="27">
                  <c:v>0.43385416666666665</c:v>
                </c:pt>
                <c:pt idx="28">
                  <c:v>0.43402777777777779</c:v>
                </c:pt>
                <c:pt idx="29">
                  <c:v>0.43420138888888887</c:v>
                </c:pt>
                <c:pt idx="30">
                  <c:v>0.43437500000000001</c:v>
                </c:pt>
                <c:pt idx="31">
                  <c:v>0.43454861111111109</c:v>
                </c:pt>
                <c:pt idx="32">
                  <c:v>0.43472222222222223</c:v>
                </c:pt>
                <c:pt idx="33">
                  <c:v>0.43489583333333331</c:v>
                </c:pt>
                <c:pt idx="34">
                  <c:v>0.43506944444444445</c:v>
                </c:pt>
                <c:pt idx="35">
                  <c:v>0.43524305555555554</c:v>
                </c:pt>
                <c:pt idx="36">
                  <c:v>0.43541666666666667</c:v>
                </c:pt>
                <c:pt idx="37">
                  <c:v>0.43559027777777776</c:v>
                </c:pt>
                <c:pt idx="38">
                  <c:v>0.4357638888888889</c:v>
                </c:pt>
                <c:pt idx="39">
                  <c:v>0.43593749999999998</c:v>
                </c:pt>
                <c:pt idx="40">
                  <c:v>0.43611111111111112</c:v>
                </c:pt>
                <c:pt idx="41">
                  <c:v>0.4362847222222222</c:v>
                </c:pt>
                <c:pt idx="42">
                  <c:v>0.43645833333333334</c:v>
                </c:pt>
                <c:pt idx="43">
                  <c:v>0.43663194444444442</c:v>
                </c:pt>
                <c:pt idx="44">
                  <c:v>0.43680555555555556</c:v>
                </c:pt>
                <c:pt idx="45">
                  <c:v>0.43697916666666664</c:v>
                </c:pt>
                <c:pt idx="46">
                  <c:v>0.43715277777777778</c:v>
                </c:pt>
                <c:pt idx="47">
                  <c:v>0.43732638888888886</c:v>
                </c:pt>
                <c:pt idx="48">
                  <c:v>0.4375</c:v>
                </c:pt>
                <c:pt idx="49">
                  <c:v>0.43767361111111114</c:v>
                </c:pt>
                <c:pt idx="50">
                  <c:v>0.43784722222222222</c:v>
                </c:pt>
                <c:pt idx="51">
                  <c:v>0.43802083333333336</c:v>
                </c:pt>
                <c:pt idx="52">
                  <c:v>0.43819444444444444</c:v>
                </c:pt>
                <c:pt idx="53">
                  <c:v>0.43836805555555558</c:v>
                </c:pt>
                <c:pt idx="54">
                  <c:v>0.43854166666666666</c:v>
                </c:pt>
                <c:pt idx="55">
                  <c:v>0.4387152777777778</c:v>
                </c:pt>
                <c:pt idx="56">
                  <c:v>0.43888888888888888</c:v>
                </c:pt>
                <c:pt idx="57">
                  <c:v>0.43906250000000002</c:v>
                </c:pt>
                <c:pt idx="58">
                  <c:v>0.4392361111111111</c:v>
                </c:pt>
                <c:pt idx="59">
                  <c:v>0.43940972222222224</c:v>
                </c:pt>
                <c:pt idx="60">
                  <c:v>0.43958333333333333</c:v>
                </c:pt>
                <c:pt idx="61">
                  <c:v>0.43975694444444446</c:v>
                </c:pt>
                <c:pt idx="62">
                  <c:v>0.43993055555555555</c:v>
                </c:pt>
                <c:pt idx="63">
                  <c:v>0.44010416666666669</c:v>
                </c:pt>
                <c:pt idx="64">
                  <c:v>0.44027777777777777</c:v>
                </c:pt>
                <c:pt idx="65">
                  <c:v>0.44045138888888891</c:v>
                </c:pt>
                <c:pt idx="66">
                  <c:v>0.44062499999999999</c:v>
                </c:pt>
                <c:pt idx="67">
                  <c:v>0.44079861111111113</c:v>
                </c:pt>
                <c:pt idx="68">
                  <c:v>0.44097222222222221</c:v>
                </c:pt>
                <c:pt idx="69">
                  <c:v>0.44114583333333335</c:v>
                </c:pt>
                <c:pt idx="70">
                  <c:v>0.44131944444444443</c:v>
                </c:pt>
                <c:pt idx="71">
                  <c:v>0.44149305555555557</c:v>
                </c:pt>
                <c:pt idx="72">
                  <c:v>0.44166666666666665</c:v>
                </c:pt>
                <c:pt idx="73">
                  <c:v>0.44184027777777779</c:v>
                </c:pt>
                <c:pt idx="74">
                  <c:v>0.44201388888888887</c:v>
                </c:pt>
                <c:pt idx="75">
                  <c:v>0.44218750000000001</c:v>
                </c:pt>
                <c:pt idx="76">
                  <c:v>0.44236111111111109</c:v>
                </c:pt>
                <c:pt idx="77">
                  <c:v>0.44253472222222223</c:v>
                </c:pt>
                <c:pt idx="78">
                  <c:v>0.44270833333333331</c:v>
                </c:pt>
                <c:pt idx="79">
                  <c:v>0.44288194444444445</c:v>
                </c:pt>
                <c:pt idx="80">
                  <c:v>0.44305555555555554</c:v>
                </c:pt>
                <c:pt idx="81">
                  <c:v>0.44322916666666667</c:v>
                </c:pt>
                <c:pt idx="82">
                  <c:v>0.44340277777777776</c:v>
                </c:pt>
                <c:pt idx="83">
                  <c:v>0.4435763888888889</c:v>
                </c:pt>
                <c:pt idx="84">
                  <c:v>0.44374999999999998</c:v>
                </c:pt>
                <c:pt idx="85">
                  <c:v>0.44392361111111112</c:v>
                </c:pt>
                <c:pt idx="86">
                  <c:v>0.4440972222222222</c:v>
                </c:pt>
                <c:pt idx="87">
                  <c:v>0.44427083333333334</c:v>
                </c:pt>
                <c:pt idx="88">
                  <c:v>0.44444444444444442</c:v>
                </c:pt>
                <c:pt idx="89">
                  <c:v>0.44461805555555556</c:v>
                </c:pt>
                <c:pt idx="90">
                  <c:v>0.44479166666666664</c:v>
                </c:pt>
                <c:pt idx="91">
                  <c:v>0.44496527777777778</c:v>
                </c:pt>
                <c:pt idx="92">
                  <c:v>0.44513888888888886</c:v>
                </c:pt>
                <c:pt idx="93">
                  <c:v>0.4453125</c:v>
                </c:pt>
                <c:pt idx="94">
                  <c:v>0.44548611111111114</c:v>
                </c:pt>
                <c:pt idx="95">
                  <c:v>0.44565972222222222</c:v>
                </c:pt>
                <c:pt idx="96">
                  <c:v>0.44583333333333336</c:v>
                </c:pt>
                <c:pt idx="97">
                  <c:v>0.44600694444444444</c:v>
                </c:pt>
                <c:pt idx="98">
                  <c:v>0.44618055555555558</c:v>
                </c:pt>
                <c:pt idx="99">
                  <c:v>0.44635416666666666</c:v>
                </c:pt>
                <c:pt idx="100">
                  <c:v>0.4465277777777778</c:v>
                </c:pt>
                <c:pt idx="101">
                  <c:v>0.44670138888888888</c:v>
                </c:pt>
                <c:pt idx="102">
                  <c:v>0.44687500000000002</c:v>
                </c:pt>
                <c:pt idx="103">
                  <c:v>0.4470486111111111</c:v>
                </c:pt>
                <c:pt idx="104">
                  <c:v>0.44722222222222224</c:v>
                </c:pt>
                <c:pt idx="105">
                  <c:v>0.44739583333333333</c:v>
                </c:pt>
                <c:pt idx="106">
                  <c:v>0.44756944444444446</c:v>
                </c:pt>
                <c:pt idx="107">
                  <c:v>0.44774305555555555</c:v>
                </c:pt>
                <c:pt idx="108">
                  <c:v>0.44791666666666669</c:v>
                </c:pt>
                <c:pt idx="109">
                  <c:v>0.44809027777777777</c:v>
                </c:pt>
                <c:pt idx="110">
                  <c:v>0.44826388888888891</c:v>
                </c:pt>
                <c:pt idx="111">
                  <c:v>0.44843749999999999</c:v>
                </c:pt>
                <c:pt idx="112">
                  <c:v>0.44861111111111113</c:v>
                </c:pt>
                <c:pt idx="113">
                  <c:v>0.44878472222222221</c:v>
                </c:pt>
                <c:pt idx="114">
                  <c:v>0.44895833333333335</c:v>
                </c:pt>
                <c:pt idx="115">
                  <c:v>0.44913194444444443</c:v>
                </c:pt>
                <c:pt idx="116">
                  <c:v>0.44930555555555557</c:v>
                </c:pt>
                <c:pt idx="117">
                  <c:v>0.44947916666666665</c:v>
                </c:pt>
                <c:pt idx="118">
                  <c:v>0.44965277777777779</c:v>
                </c:pt>
                <c:pt idx="119">
                  <c:v>0.44982638888888887</c:v>
                </c:pt>
                <c:pt idx="120">
                  <c:v>0.45</c:v>
                </c:pt>
                <c:pt idx="121">
                  <c:v>0.45017361111111109</c:v>
                </c:pt>
                <c:pt idx="122">
                  <c:v>0.45034722222222223</c:v>
                </c:pt>
                <c:pt idx="123">
                  <c:v>0.45052083333333331</c:v>
                </c:pt>
                <c:pt idx="124">
                  <c:v>0.45069444444444445</c:v>
                </c:pt>
                <c:pt idx="125">
                  <c:v>0.45086805555555554</c:v>
                </c:pt>
                <c:pt idx="126">
                  <c:v>0.45104166666666667</c:v>
                </c:pt>
                <c:pt idx="127">
                  <c:v>0.45121527777777776</c:v>
                </c:pt>
                <c:pt idx="128">
                  <c:v>0.4513888888888889</c:v>
                </c:pt>
                <c:pt idx="129">
                  <c:v>0.45156249999999998</c:v>
                </c:pt>
                <c:pt idx="130">
                  <c:v>0.45173611111111112</c:v>
                </c:pt>
                <c:pt idx="131">
                  <c:v>0.4519097222222222</c:v>
                </c:pt>
                <c:pt idx="132">
                  <c:v>0.45208333333333334</c:v>
                </c:pt>
                <c:pt idx="133">
                  <c:v>0.45225694444444442</c:v>
                </c:pt>
                <c:pt idx="134">
                  <c:v>0.45243055555555556</c:v>
                </c:pt>
                <c:pt idx="135">
                  <c:v>0.45260416666666664</c:v>
                </c:pt>
                <c:pt idx="136">
                  <c:v>0.45277777777777778</c:v>
                </c:pt>
                <c:pt idx="137">
                  <c:v>0.45295138888888886</c:v>
                </c:pt>
                <c:pt idx="138">
                  <c:v>0.453125</c:v>
                </c:pt>
                <c:pt idx="139">
                  <c:v>0.45329861111111114</c:v>
                </c:pt>
                <c:pt idx="140">
                  <c:v>0.45347222222222222</c:v>
                </c:pt>
                <c:pt idx="141">
                  <c:v>0.45364583333333336</c:v>
                </c:pt>
                <c:pt idx="142">
                  <c:v>0.45381944444444444</c:v>
                </c:pt>
                <c:pt idx="143">
                  <c:v>0.45399305555555558</c:v>
                </c:pt>
                <c:pt idx="144">
                  <c:v>0.45416666666666666</c:v>
                </c:pt>
                <c:pt idx="145">
                  <c:v>0.4543402777777778</c:v>
                </c:pt>
                <c:pt idx="146">
                  <c:v>0.45451388888888888</c:v>
                </c:pt>
                <c:pt idx="147">
                  <c:v>0.45468750000000002</c:v>
                </c:pt>
                <c:pt idx="148">
                  <c:v>0.4548611111111111</c:v>
                </c:pt>
                <c:pt idx="149">
                  <c:v>0.45503472222222224</c:v>
                </c:pt>
                <c:pt idx="150">
                  <c:v>0.45520833333333333</c:v>
                </c:pt>
                <c:pt idx="151">
                  <c:v>0.45538194444444446</c:v>
                </c:pt>
                <c:pt idx="152">
                  <c:v>0.45555555555555555</c:v>
                </c:pt>
                <c:pt idx="153">
                  <c:v>0.45572916666666669</c:v>
                </c:pt>
                <c:pt idx="154">
                  <c:v>0.45590277777777777</c:v>
                </c:pt>
                <c:pt idx="155">
                  <c:v>0.45607638888888891</c:v>
                </c:pt>
                <c:pt idx="156">
                  <c:v>0.45624999999999999</c:v>
                </c:pt>
                <c:pt idx="157">
                  <c:v>0.45642361111111113</c:v>
                </c:pt>
                <c:pt idx="158">
                  <c:v>0.45659722222222221</c:v>
                </c:pt>
                <c:pt idx="159">
                  <c:v>0.45677083333333335</c:v>
                </c:pt>
                <c:pt idx="160">
                  <c:v>0.45694444444444443</c:v>
                </c:pt>
                <c:pt idx="161">
                  <c:v>0.45711805555555557</c:v>
                </c:pt>
                <c:pt idx="162">
                  <c:v>0.45729166666666665</c:v>
                </c:pt>
                <c:pt idx="163">
                  <c:v>0.45746527777777779</c:v>
                </c:pt>
                <c:pt idx="164">
                  <c:v>0.45763888888888887</c:v>
                </c:pt>
                <c:pt idx="165">
                  <c:v>0.45781250000000001</c:v>
                </c:pt>
                <c:pt idx="166">
                  <c:v>0.45798611111111109</c:v>
                </c:pt>
                <c:pt idx="167">
                  <c:v>0.45815972222222223</c:v>
                </c:pt>
                <c:pt idx="168" formatCode="h:mm:ss">
                  <c:v>0.45833333333333331</c:v>
                </c:pt>
                <c:pt idx="169" formatCode="h:mm:ss">
                  <c:v>0.45850694444444445</c:v>
                </c:pt>
                <c:pt idx="170" formatCode="h:mm:ss">
                  <c:v>0.45868055555555554</c:v>
                </c:pt>
                <c:pt idx="171" formatCode="h:mm:ss">
                  <c:v>0.45885416666666667</c:v>
                </c:pt>
                <c:pt idx="172" formatCode="h:mm:ss">
                  <c:v>0.45902777777777776</c:v>
                </c:pt>
                <c:pt idx="173" formatCode="h:mm:ss">
                  <c:v>0.4592013888888889</c:v>
                </c:pt>
                <c:pt idx="174" formatCode="h:mm:ss">
                  <c:v>0.45937499999999998</c:v>
                </c:pt>
                <c:pt idx="175" formatCode="h:mm:ss">
                  <c:v>0.45954861111111112</c:v>
                </c:pt>
                <c:pt idx="176" formatCode="h:mm:ss">
                  <c:v>0.4597222222222222</c:v>
                </c:pt>
                <c:pt idx="177" formatCode="h:mm:ss">
                  <c:v>0.45989583333333334</c:v>
                </c:pt>
                <c:pt idx="178" formatCode="h:mm:ss">
                  <c:v>0.46006944444444442</c:v>
                </c:pt>
                <c:pt idx="179" formatCode="h:mm:ss">
                  <c:v>0.46024305555555556</c:v>
                </c:pt>
                <c:pt idx="180" formatCode="h:mm:ss">
                  <c:v>0.46041666666666664</c:v>
                </c:pt>
                <c:pt idx="181" formatCode="h:mm:ss">
                  <c:v>0.46059027777777778</c:v>
                </c:pt>
                <c:pt idx="182" formatCode="h:mm:ss">
                  <c:v>0.46076388888888886</c:v>
                </c:pt>
                <c:pt idx="183" formatCode="h:mm:ss">
                  <c:v>0.4609375</c:v>
                </c:pt>
                <c:pt idx="184" formatCode="h:mm:ss">
                  <c:v>0.46111111111111114</c:v>
                </c:pt>
                <c:pt idx="185" formatCode="h:mm:ss">
                  <c:v>0.46128472222222222</c:v>
                </c:pt>
                <c:pt idx="186" formatCode="h:mm:ss">
                  <c:v>0.46145833333333336</c:v>
                </c:pt>
                <c:pt idx="187" formatCode="h:mm:ss">
                  <c:v>0.46163194444444444</c:v>
                </c:pt>
                <c:pt idx="188" formatCode="h:mm:ss">
                  <c:v>0.46180555555555558</c:v>
                </c:pt>
                <c:pt idx="189" formatCode="h:mm:ss">
                  <c:v>0.46197916666666666</c:v>
                </c:pt>
                <c:pt idx="190" formatCode="h:mm:ss">
                  <c:v>0.4621527777777778</c:v>
                </c:pt>
                <c:pt idx="191" formatCode="h:mm:ss">
                  <c:v>0.46232638888888888</c:v>
                </c:pt>
                <c:pt idx="192" formatCode="h:mm:ss">
                  <c:v>0.46250000000000002</c:v>
                </c:pt>
                <c:pt idx="193" formatCode="h:mm:ss">
                  <c:v>0.4626736111111111</c:v>
                </c:pt>
                <c:pt idx="194" formatCode="h:mm:ss">
                  <c:v>0.46284722222222224</c:v>
                </c:pt>
                <c:pt idx="195" formatCode="h:mm:ss">
                  <c:v>0.46302083333333333</c:v>
                </c:pt>
                <c:pt idx="196" formatCode="h:mm:ss">
                  <c:v>0.46319444444444446</c:v>
                </c:pt>
                <c:pt idx="197" formatCode="h:mm:ss">
                  <c:v>0.46336805555555555</c:v>
                </c:pt>
                <c:pt idx="198" formatCode="h:mm:ss">
                  <c:v>0.46354166666666669</c:v>
                </c:pt>
                <c:pt idx="199" formatCode="h:mm:ss">
                  <c:v>0.46371527777777777</c:v>
                </c:pt>
                <c:pt idx="200" formatCode="h:mm:ss">
                  <c:v>0.46388888888888891</c:v>
                </c:pt>
                <c:pt idx="201" formatCode="h:mm:ss">
                  <c:v>0.46406249999999999</c:v>
                </c:pt>
                <c:pt idx="202" formatCode="h:mm:ss">
                  <c:v>0.46423611111111113</c:v>
                </c:pt>
                <c:pt idx="203" formatCode="h:mm:ss">
                  <c:v>0.46440972222222221</c:v>
                </c:pt>
                <c:pt idx="204" formatCode="h:mm:ss">
                  <c:v>0.46458333333333335</c:v>
                </c:pt>
                <c:pt idx="205" formatCode="h:mm:ss">
                  <c:v>0.46475694444444443</c:v>
                </c:pt>
                <c:pt idx="206" formatCode="h:mm:ss">
                  <c:v>0.46493055555555557</c:v>
                </c:pt>
                <c:pt idx="207" formatCode="h:mm:ss">
                  <c:v>0.46510416666666665</c:v>
                </c:pt>
                <c:pt idx="208" formatCode="h:mm:ss">
                  <c:v>0.46527777777777779</c:v>
                </c:pt>
                <c:pt idx="209" formatCode="h:mm:ss">
                  <c:v>0.46545138888888887</c:v>
                </c:pt>
                <c:pt idx="210" formatCode="h:mm:ss">
                  <c:v>0.46562500000000001</c:v>
                </c:pt>
                <c:pt idx="211" formatCode="h:mm:ss">
                  <c:v>0.46579861111111109</c:v>
                </c:pt>
                <c:pt idx="212" formatCode="h:mm:ss">
                  <c:v>0.46597222222222223</c:v>
                </c:pt>
                <c:pt idx="213" formatCode="h:mm:ss">
                  <c:v>0.46614583333333331</c:v>
                </c:pt>
                <c:pt idx="214" formatCode="h:mm:ss">
                  <c:v>0.46631944444444445</c:v>
                </c:pt>
                <c:pt idx="215" formatCode="h:mm:ss">
                  <c:v>0.46649305555555554</c:v>
                </c:pt>
                <c:pt idx="216" formatCode="h:mm:ss">
                  <c:v>0.46666666666666667</c:v>
                </c:pt>
                <c:pt idx="217" formatCode="h:mm:ss">
                  <c:v>0.46684027777777776</c:v>
                </c:pt>
                <c:pt idx="218" formatCode="h:mm:ss">
                  <c:v>0.4670138888888889</c:v>
                </c:pt>
                <c:pt idx="219" formatCode="h:mm:ss">
                  <c:v>0.46718749999999998</c:v>
                </c:pt>
                <c:pt idx="220" formatCode="h:mm:ss">
                  <c:v>0.46736111111111112</c:v>
                </c:pt>
                <c:pt idx="221" formatCode="h:mm:ss">
                  <c:v>0.4675347222222222</c:v>
                </c:pt>
                <c:pt idx="222" formatCode="h:mm:ss">
                  <c:v>0.46770833333333334</c:v>
                </c:pt>
                <c:pt idx="223" formatCode="h:mm:ss">
                  <c:v>0.46788194444444442</c:v>
                </c:pt>
                <c:pt idx="224" formatCode="h:mm:ss">
                  <c:v>0.46805555555555556</c:v>
                </c:pt>
                <c:pt idx="225" formatCode="h:mm:ss">
                  <c:v>0.46822916666666664</c:v>
                </c:pt>
                <c:pt idx="226" formatCode="h:mm:ss">
                  <c:v>0.46840277777777778</c:v>
                </c:pt>
                <c:pt idx="227" formatCode="h:mm:ss">
                  <c:v>0.46857638888888886</c:v>
                </c:pt>
                <c:pt idx="228" formatCode="h:mm:ss">
                  <c:v>0.46875</c:v>
                </c:pt>
                <c:pt idx="229" formatCode="h:mm:ss">
                  <c:v>0.46892361111111114</c:v>
                </c:pt>
                <c:pt idx="230" formatCode="h:mm:ss">
                  <c:v>0.46909722222222222</c:v>
                </c:pt>
                <c:pt idx="231" formatCode="h:mm:ss">
                  <c:v>0.46927083333333336</c:v>
                </c:pt>
                <c:pt idx="232" formatCode="h:mm:ss">
                  <c:v>0.46944444444444444</c:v>
                </c:pt>
                <c:pt idx="233" formatCode="h:mm:ss">
                  <c:v>0.46961805555555558</c:v>
                </c:pt>
                <c:pt idx="234" formatCode="h:mm:ss">
                  <c:v>0.46979166666666666</c:v>
                </c:pt>
                <c:pt idx="235" formatCode="h:mm:ss">
                  <c:v>0.4699652777777778</c:v>
                </c:pt>
                <c:pt idx="236" formatCode="h:mm:ss">
                  <c:v>0.47013888888888888</c:v>
                </c:pt>
                <c:pt idx="237" formatCode="h:mm:ss">
                  <c:v>0.47031250000000002</c:v>
                </c:pt>
                <c:pt idx="238" formatCode="h:mm:ss">
                  <c:v>0.4704861111111111</c:v>
                </c:pt>
                <c:pt idx="239" formatCode="h:mm:ss">
                  <c:v>0.47065972222222224</c:v>
                </c:pt>
                <c:pt idx="240" formatCode="h:mm:ss">
                  <c:v>0.47083333333333333</c:v>
                </c:pt>
                <c:pt idx="241" formatCode="h:mm:ss">
                  <c:v>0.47100694444444446</c:v>
                </c:pt>
                <c:pt idx="242" formatCode="h:mm:ss">
                  <c:v>0.47118055555555555</c:v>
                </c:pt>
                <c:pt idx="243" formatCode="h:mm:ss">
                  <c:v>0.47135416666666669</c:v>
                </c:pt>
                <c:pt idx="244" formatCode="h:mm:ss">
                  <c:v>0.47152777777777777</c:v>
                </c:pt>
                <c:pt idx="245" formatCode="h:mm:ss">
                  <c:v>0.47170138888888891</c:v>
                </c:pt>
                <c:pt idx="246" formatCode="h:mm:ss">
                  <c:v>0.47187499999999999</c:v>
                </c:pt>
                <c:pt idx="247" formatCode="h:mm:ss">
                  <c:v>0.47204861111111113</c:v>
                </c:pt>
                <c:pt idx="248" formatCode="h:mm:ss">
                  <c:v>0.47222222222222221</c:v>
                </c:pt>
                <c:pt idx="249" formatCode="h:mm:ss">
                  <c:v>0.47239583333333335</c:v>
                </c:pt>
                <c:pt idx="250" formatCode="h:mm:ss">
                  <c:v>0.47256944444444443</c:v>
                </c:pt>
                <c:pt idx="251" formatCode="h:mm:ss">
                  <c:v>0.47274305555555557</c:v>
                </c:pt>
                <c:pt idx="252" formatCode="h:mm:ss">
                  <c:v>0.47291666666666665</c:v>
                </c:pt>
                <c:pt idx="253" formatCode="h:mm:ss">
                  <c:v>0.47309027777777779</c:v>
                </c:pt>
                <c:pt idx="254" formatCode="h:mm:ss">
                  <c:v>0.47326388888888887</c:v>
                </c:pt>
                <c:pt idx="255" formatCode="h:mm:ss">
                  <c:v>0.47343750000000001</c:v>
                </c:pt>
                <c:pt idx="256" formatCode="h:mm:ss">
                  <c:v>0.47361111111111109</c:v>
                </c:pt>
                <c:pt idx="257" formatCode="h:mm:ss">
                  <c:v>0.47378472222222223</c:v>
                </c:pt>
                <c:pt idx="258" formatCode="h:mm:ss">
                  <c:v>0.47395833333333331</c:v>
                </c:pt>
                <c:pt idx="259" formatCode="h:mm:ss">
                  <c:v>0.47413194444444445</c:v>
                </c:pt>
                <c:pt idx="260" formatCode="h:mm:ss">
                  <c:v>0.47430555555555554</c:v>
                </c:pt>
                <c:pt idx="261" formatCode="h:mm:ss">
                  <c:v>0.47447916666666667</c:v>
                </c:pt>
                <c:pt idx="262" formatCode="h:mm:ss">
                  <c:v>0.47465277777777776</c:v>
                </c:pt>
                <c:pt idx="263" formatCode="h:mm:ss">
                  <c:v>0.4748263888888889</c:v>
                </c:pt>
                <c:pt idx="264" formatCode="h:mm:ss">
                  <c:v>0.47499999999999998</c:v>
                </c:pt>
                <c:pt idx="265" formatCode="h:mm:ss">
                  <c:v>0.47517361111111112</c:v>
                </c:pt>
                <c:pt idx="266" formatCode="h:mm:ss">
                  <c:v>0.4753472222222222</c:v>
                </c:pt>
                <c:pt idx="267" formatCode="h:mm:ss">
                  <c:v>0.47552083333333334</c:v>
                </c:pt>
                <c:pt idx="268" formatCode="h:mm:ss">
                  <c:v>0.47569444444444442</c:v>
                </c:pt>
                <c:pt idx="269" formatCode="h:mm:ss">
                  <c:v>0.47586805555555556</c:v>
                </c:pt>
                <c:pt idx="270" formatCode="h:mm:ss">
                  <c:v>0.47604166666666664</c:v>
                </c:pt>
                <c:pt idx="271" formatCode="h:mm:ss">
                  <c:v>0.47621527777777778</c:v>
                </c:pt>
                <c:pt idx="272" formatCode="h:mm:ss">
                  <c:v>0.47638888888888886</c:v>
                </c:pt>
                <c:pt idx="273" formatCode="h:mm:ss">
                  <c:v>0.4765625</c:v>
                </c:pt>
                <c:pt idx="274" formatCode="h:mm:ss">
                  <c:v>0.47673611111111114</c:v>
                </c:pt>
                <c:pt idx="275" formatCode="h:mm:ss">
                  <c:v>0.47690972222222222</c:v>
                </c:pt>
                <c:pt idx="276" formatCode="h:mm:ss">
                  <c:v>0.47708333333333336</c:v>
                </c:pt>
                <c:pt idx="277" formatCode="h:mm:ss">
                  <c:v>0.47725694444444444</c:v>
                </c:pt>
                <c:pt idx="278" formatCode="h:mm:ss">
                  <c:v>0.47743055555555558</c:v>
                </c:pt>
                <c:pt idx="279" formatCode="h:mm:ss">
                  <c:v>0.47760416666666666</c:v>
                </c:pt>
                <c:pt idx="280" formatCode="h:mm:ss">
                  <c:v>0.4777777777777778</c:v>
                </c:pt>
                <c:pt idx="281" formatCode="h:mm:ss">
                  <c:v>0.47795138888888888</c:v>
                </c:pt>
                <c:pt idx="282" formatCode="h:mm:ss">
                  <c:v>0.47812500000000002</c:v>
                </c:pt>
                <c:pt idx="283" formatCode="h:mm:ss">
                  <c:v>0.4782986111111111</c:v>
                </c:pt>
                <c:pt idx="284" formatCode="h:mm:ss">
                  <c:v>0.47847222222222224</c:v>
                </c:pt>
                <c:pt idx="285" formatCode="h:mm:ss">
                  <c:v>0.47864583333333333</c:v>
                </c:pt>
                <c:pt idx="286" formatCode="h:mm:ss">
                  <c:v>0.47881944444444446</c:v>
                </c:pt>
                <c:pt idx="287" formatCode="h:mm:ss">
                  <c:v>0.47899305555555555</c:v>
                </c:pt>
                <c:pt idx="288" formatCode="h:mm:ss">
                  <c:v>0.47916666666666669</c:v>
                </c:pt>
                <c:pt idx="289" formatCode="h:mm:ss">
                  <c:v>0.47934027777777777</c:v>
                </c:pt>
                <c:pt idx="290" formatCode="h:mm:ss">
                  <c:v>0.47951388888888891</c:v>
                </c:pt>
                <c:pt idx="291" formatCode="h:mm:ss">
                  <c:v>0.47968749999999999</c:v>
                </c:pt>
                <c:pt idx="292" formatCode="h:mm:ss">
                  <c:v>0.47986111111111113</c:v>
                </c:pt>
                <c:pt idx="293" formatCode="h:mm:ss">
                  <c:v>0.48003472222222221</c:v>
                </c:pt>
                <c:pt idx="294" formatCode="h:mm:ss">
                  <c:v>0.48020833333333335</c:v>
                </c:pt>
                <c:pt idx="295" formatCode="h:mm:ss">
                  <c:v>0.48038194444444443</c:v>
                </c:pt>
                <c:pt idx="296" formatCode="h:mm:ss">
                  <c:v>0.48055555555555557</c:v>
                </c:pt>
                <c:pt idx="297" formatCode="h:mm:ss">
                  <c:v>0.48072916666666665</c:v>
                </c:pt>
                <c:pt idx="298" formatCode="h:mm:ss">
                  <c:v>0.48090277777777779</c:v>
                </c:pt>
                <c:pt idx="299" formatCode="h:mm:ss">
                  <c:v>0.48107638888888887</c:v>
                </c:pt>
                <c:pt idx="300" formatCode="h:mm:ss">
                  <c:v>0.48125000000000001</c:v>
                </c:pt>
                <c:pt idx="301" formatCode="h:mm:ss">
                  <c:v>0.48142361111111109</c:v>
                </c:pt>
                <c:pt idx="302" formatCode="h:mm:ss">
                  <c:v>0.48159722222222223</c:v>
                </c:pt>
                <c:pt idx="303" formatCode="h:mm:ss">
                  <c:v>0.48177083333333331</c:v>
                </c:pt>
                <c:pt idx="304" formatCode="h:mm:ss">
                  <c:v>0.48194444444444445</c:v>
                </c:pt>
                <c:pt idx="305" formatCode="h:mm:ss">
                  <c:v>0.48211805555555554</c:v>
                </c:pt>
                <c:pt idx="306" formatCode="h:mm:ss">
                  <c:v>0.48229166666666667</c:v>
                </c:pt>
                <c:pt idx="307" formatCode="h:mm:ss">
                  <c:v>0.48246527777777776</c:v>
                </c:pt>
                <c:pt idx="308" formatCode="h:mm:ss">
                  <c:v>0.4826388888888889</c:v>
                </c:pt>
                <c:pt idx="309" formatCode="h:mm:ss">
                  <c:v>0.48281249999999998</c:v>
                </c:pt>
                <c:pt idx="310" formatCode="h:mm:ss">
                  <c:v>0.48298611111111112</c:v>
                </c:pt>
                <c:pt idx="311" formatCode="h:mm:ss">
                  <c:v>0.4831597222222222</c:v>
                </c:pt>
                <c:pt idx="312" formatCode="h:mm:ss">
                  <c:v>0.48333333333333334</c:v>
                </c:pt>
                <c:pt idx="313" formatCode="h:mm:ss">
                  <c:v>0.48350694444444442</c:v>
                </c:pt>
                <c:pt idx="314" formatCode="h:mm:ss">
                  <c:v>0.48368055555555556</c:v>
                </c:pt>
                <c:pt idx="315" formatCode="h:mm:ss">
                  <c:v>0.48385416666666664</c:v>
                </c:pt>
                <c:pt idx="316" formatCode="h:mm:ss">
                  <c:v>0.48402777777777778</c:v>
                </c:pt>
                <c:pt idx="317" formatCode="h:mm:ss">
                  <c:v>0.48420138888888886</c:v>
                </c:pt>
                <c:pt idx="318" formatCode="h:mm:ss">
                  <c:v>0.484375</c:v>
                </c:pt>
                <c:pt idx="319" formatCode="h:mm:ss">
                  <c:v>0.48454861111111114</c:v>
                </c:pt>
                <c:pt idx="320" formatCode="h:mm:ss">
                  <c:v>0.48472222222222222</c:v>
                </c:pt>
                <c:pt idx="321" formatCode="h:mm:ss">
                  <c:v>0.48489583333333336</c:v>
                </c:pt>
                <c:pt idx="322" formatCode="h:mm:ss">
                  <c:v>0.48506944444444444</c:v>
                </c:pt>
                <c:pt idx="323" formatCode="h:mm:ss">
                  <c:v>0.48524305555555558</c:v>
                </c:pt>
                <c:pt idx="324" formatCode="h:mm:ss">
                  <c:v>0.48541666666666666</c:v>
                </c:pt>
                <c:pt idx="325" formatCode="h:mm:ss">
                  <c:v>0.4855902777777778</c:v>
                </c:pt>
                <c:pt idx="326" formatCode="h:mm:ss">
                  <c:v>0.48576388888888888</c:v>
                </c:pt>
                <c:pt idx="327" formatCode="h:mm:ss">
                  <c:v>0.48593750000000002</c:v>
                </c:pt>
                <c:pt idx="328" formatCode="h:mm:ss">
                  <c:v>0.4861111111111111</c:v>
                </c:pt>
                <c:pt idx="329" formatCode="h:mm:ss">
                  <c:v>0.48628472222222224</c:v>
                </c:pt>
                <c:pt idx="330" formatCode="h:mm:ss">
                  <c:v>0.48645833333333333</c:v>
                </c:pt>
                <c:pt idx="331" formatCode="h:mm:ss">
                  <c:v>0.48663194444444446</c:v>
                </c:pt>
                <c:pt idx="332" formatCode="h:mm:ss">
                  <c:v>0.48680555555555555</c:v>
                </c:pt>
                <c:pt idx="333" formatCode="h:mm:ss">
                  <c:v>0.48697916666666669</c:v>
                </c:pt>
                <c:pt idx="334" formatCode="h:mm:ss">
                  <c:v>0.48715277777777777</c:v>
                </c:pt>
                <c:pt idx="335" formatCode="h:mm:ss">
                  <c:v>0.48732638888888891</c:v>
                </c:pt>
                <c:pt idx="336" formatCode="h:mm:ss">
                  <c:v>0.48749999999999999</c:v>
                </c:pt>
                <c:pt idx="337" formatCode="h:mm:ss">
                  <c:v>0.48767361111111113</c:v>
                </c:pt>
                <c:pt idx="338" formatCode="h:mm:ss">
                  <c:v>0.48784722222222221</c:v>
                </c:pt>
                <c:pt idx="339" formatCode="h:mm:ss">
                  <c:v>0.48802083333333335</c:v>
                </c:pt>
                <c:pt idx="340" formatCode="h:mm:ss">
                  <c:v>0.48819444444444443</c:v>
                </c:pt>
                <c:pt idx="341" formatCode="h:mm:ss">
                  <c:v>0.48836805555555557</c:v>
                </c:pt>
                <c:pt idx="342" formatCode="h:mm:ss">
                  <c:v>0.48854166666666665</c:v>
                </c:pt>
                <c:pt idx="343" formatCode="h:mm:ss">
                  <c:v>0.48871527777777779</c:v>
                </c:pt>
                <c:pt idx="344" formatCode="h:mm:ss">
                  <c:v>0.48888888888888887</c:v>
                </c:pt>
                <c:pt idx="345" formatCode="h:mm:ss">
                  <c:v>0.48906250000000001</c:v>
                </c:pt>
                <c:pt idx="346" formatCode="h:mm:ss">
                  <c:v>0.48923611111111109</c:v>
                </c:pt>
                <c:pt idx="347" formatCode="h:mm:ss">
                  <c:v>0.48940972222222223</c:v>
                </c:pt>
                <c:pt idx="348" formatCode="h:mm:ss">
                  <c:v>0.48958333333333331</c:v>
                </c:pt>
                <c:pt idx="349" formatCode="h:mm:ss">
                  <c:v>0.48975694444444445</c:v>
                </c:pt>
                <c:pt idx="350" formatCode="h:mm:ss">
                  <c:v>0.48993055555555554</c:v>
                </c:pt>
                <c:pt idx="351" formatCode="h:mm:ss">
                  <c:v>0.49010416666666667</c:v>
                </c:pt>
                <c:pt idx="352" formatCode="h:mm:ss">
                  <c:v>0.49027777777777776</c:v>
                </c:pt>
                <c:pt idx="353" formatCode="h:mm:ss">
                  <c:v>0.4904513888888889</c:v>
                </c:pt>
                <c:pt idx="354" formatCode="h:mm:ss">
                  <c:v>0.49062499999999998</c:v>
                </c:pt>
                <c:pt idx="355" formatCode="h:mm:ss">
                  <c:v>0.49079861111111112</c:v>
                </c:pt>
                <c:pt idx="356" formatCode="h:mm:ss">
                  <c:v>0.4909722222222222</c:v>
                </c:pt>
                <c:pt idx="357" formatCode="h:mm:ss">
                  <c:v>0.49114583333333334</c:v>
                </c:pt>
                <c:pt idx="358" formatCode="h:mm:ss">
                  <c:v>0.49131944444444442</c:v>
                </c:pt>
                <c:pt idx="359" formatCode="h:mm:ss">
                  <c:v>0.49149305555555556</c:v>
                </c:pt>
                <c:pt idx="360" formatCode="h:mm:ss">
                  <c:v>0.49166666666666664</c:v>
                </c:pt>
                <c:pt idx="361" formatCode="h:mm:ss">
                  <c:v>0.49184027777777778</c:v>
                </c:pt>
                <c:pt idx="362" formatCode="h:mm:ss">
                  <c:v>0.49201388888888886</c:v>
                </c:pt>
                <c:pt idx="363" formatCode="h:mm:ss">
                  <c:v>0.4921875</c:v>
                </c:pt>
                <c:pt idx="364" formatCode="h:mm:ss">
                  <c:v>0.49236111111111114</c:v>
                </c:pt>
                <c:pt idx="365" formatCode="h:mm:ss">
                  <c:v>0.49253472222222222</c:v>
                </c:pt>
                <c:pt idx="366" formatCode="h:mm:ss">
                  <c:v>0.49270833333333336</c:v>
                </c:pt>
                <c:pt idx="367" formatCode="h:mm:ss">
                  <c:v>0.49288194444444444</c:v>
                </c:pt>
                <c:pt idx="368" formatCode="h:mm:ss">
                  <c:v>0.49305555555555558</c:v>
                </c:pt>
                <c:pt idx="369" formatCode="h:mm:ss">
                  <c:v>0.49322916666666666</c:v>
                </c:pt>
                <c:pt idx="370" formatCode="h:mm:ss">
                  <c:v>0.4934027777777778</c:v>
                </c:pt>
                <c:pt idx="371" formatCode="h:mm:ss">
                  <c:v>0.49357638888888888</c:v>
                </c:pt>
                <c:pt idx="372" formatCode="h:mm:ss">
                  <c:v>0.49375000000000002</c:v>
                </c:pt>
                <c:pt idx="373" formatCode="h:mm:ss">
                  <c:v>0.4939236111111111</c:v>
                </c:pt>
                <c:pt idx="374" formatCode="h:mm:ss">
                  <c:v>0.49409722222222224</c:v>
                </c:pt>
                <c:pt idx="375" formatCode="h:mm:ss">
                  <c:v>0.49427083333333333</c:v>
                </c:pt>
                <c:pt idx="376" formatCode="h:mm:ss">
                  <c:v>0.49444444444444446</c:v>
                </c:pt>
                <c:pt idx="377" formatCode="h:mm:ss">
                  <c:v>0.49461805555555555</c:v>
                </c:pt>
                <c:pt idx="378" formatCode="h:mm:ss">
                  <c:v>0.49479166666666669</c:v>
                </c:pt>
                <c:pt idx="379" formatCode="h:mm:ss">
                  <c:v>0.49496527777777777</c:v>
                </c:pt>
                <c:pt idx="380" formatCode="h:mm:ss">
                  <c:v>0.49513888888888891</c:v>
                </c:pt>
                <c:pt idx="381" formatCode="h:mm:ss">
                  <c:v>0.49531249999999999</c:v>
                </c:pt>
                <c:pt idx="382" formatCode="h:mm:ss">
                  <c:v>0.49548611111111113</c:v>
                </c:pt>
                <c:pt idx="383" formatCode="h:mm:ss">
                  <c:v>0.49565972222222221</c:v>
                </c:pt>
                <c:pt idx="384" formatCode="h:mm:ss">
                  <c:v>0.49583333333333335</c:v>
                </c:pt>
                <c:pt idx="385" formatCode="h:mm:ss">
                  <c:v>0.49600694444444443</c:v>
                </c:pt>
                <c:pt idx="386" formatCode="h:mm:ss">
                  <c:v>0.49618055555555557</c:v>
                </c:pt>
                <c:pt idx="387" formatCode="h:mm:ss">
                  <c:v>0.49635416666666665</c:v>
                </c:pt>
                <c:pt idx="388" formatCode="h:mm:ss">
                  <c:v>0.49652777777777779</c:v>
                </c:pt>
                <c:pt idx="389" formatCode="h:mm:ss">
                  <c:v>0.49670138888888887</c:v>
                </c:pt>
                <c:pt idx="390" formatCode="h:mm:ss">
                  <c:v>0.49687500000000001</c:v>
                </c:pt>
                <c:pt idx="391" formatCode="h:mm:ss">
                  <c:v>0.49704861111111109</c:v>
                </c:pt>
                <c:pt idx="392" formatCode="h:mm:ss">
                  <c:v>0.49722222222222223</c:v>
                </c:pt>
                <c:pt idx="393" formatCode="h:mm:ss">
                  <c:v>0.49739583333333331</c:v>
                </c:pt>
                <c:pt idx="394" formatCode="h:mm:ss">
                  <c:v>0.49756944444444445</c:v>
                </c:pt>
                <c:pt idx="395" formatCode="h:mm:ss">
                  <c:v>0.49774305555555554</c:v>
                </c:pt>
                <c:pt idx="396" formatCode="h:mm:ss">
                  <c:v>0.49791666666666667</c:v>
                </c:pt>
                <c:pt idx="397" formatCode="h:mm:ss">
                  <c:v>0.49809027777777776</c:v>
                </c:pt>
                <c:pt idx="398" formatCode="h:mm:ss">
                  <c:v>0.4982638888888889</c:v>
                </c:pt>
                <c:pt idx="399" formatCode="h:mm:ss">
                  <c:v>0.49843749999999998</c:v>
                </c:pt>
                <c:pt idx="400" formatCode="h:mm:ss">
                  <c:v>0.49861111111111112</c:v>
                </c:pt>
                <c:pt idx="401" formatCode="h:mm:ss">
                  <c:v>0.4987847222222222</c:v>
                </c:pt>
                <c:pt idx="402" formatCode="h:mm:ss">
                  <c:v>0.49895833333333334</c:v>
                </c:pt>
                <c:pt idx="403" formatCode="h:mm:ss">
                  <c:v>0.49913194444444442</c:v>
                </c:pt>
                <c:pt idx="404" formatCode="h:mm:ss">
                  <c:v>0.49930555555555556</c:v>
                </c:pt>
                <c:pt idx="405" formatCode="h:mm:ss">
                  <c:v>0.49947916666666664</c:v>
                </c:pt>
                <c:pt idx="406" formatCode="h:mm:ss">
                  <c:v>0.49965277777777778</c:v>
                </c:pt>
                <c:pt idx="407" formatCode="h:mm:ss">
                  <c:v>0.49982638888888886</c:v>
                </c:pt>
                <c:pt idx="408" formatCode="h:mm:ss">
                  <c:v>0.5</c:v>
                </c:pt>
                <c:pt idx="409" formatCode="h:mm:ss">
                  <c:v>0.50017361111111114</c:v>
                </c:pt>
                <c:pt idx="410" formatCode="h:mm:ss">
                  <c:v>0.50034722222222228</c:v>
                </c:pt>
                <c:pt idx="411" formatCode="h:mm:ss">
                  <c:v>0.5005208333333333</c:v>
                </c:pt>
                <c:pt idx="412" formatCode="h:mm:ss">
                  <c:v>0.50069444444444444</c:v>
                </c:pt>
                <c:pt idx="413" formatCode="h:mm:ss">
                  <c:v>0.50086805555555558</c:v>
                </c:pt>
                <c:pt idx="414" formatCode="h:mm:ss">
                  <c:v>0.50104166666666672</c:v>
                </c:pt>
                <c:pt idx="415" formatCode="h:mm:ss">
                  <c:v>0.50121527777777775</c:v>
                </c:pt>
                <c:pt idx="416" formatCode="h:mm:ss">
                  <c:v>0.50138888888888888</c:v>
                </c:pt>
                <c:pt idx="417" formatCode="h:mm:ss">
                  <c:v>0.50156250000000002</c:v>
                </c:pt>
                <c:pt idx="418" formatCode="h:mm:ss">
                  <c:v>0.50173611111111116</c:v>
                </c:pt>
                <c:pt idx="419" formatCode="h:mm:ss">
                  <c:v>0.50190972222222219</c:v>
                </c:pt>
                <c:pt idx="420" formatCode="h:mm:ss">
                  <c:v>0.50208333333333333</c:v>
                </c:pt>
                <c:pt idx="421" formatCode="h:mm:ss">
                  <c:v>0.50225694444444446</c:v>
                </c:pt>
                <c:pt idx="422" formatCode="h:mm:ss">
                  <c:v>0.5024305555555556</c:v>
                </c:pt>
                <c:pt idx="423" formatCode="h:mm:ss">
                  <c:v>0.50260416666666663</c:v>
                </c:pt>
                <c:pt idx="424" formatCode="h:mm:ss">
                  <c:v>0.50277777777777777</c:v>
                </c:pt>
                <c:pt idx="425" formatCode="h:mm:ss">
                  <c:v>0.50295138888888891</c:v>
                </c:pt>
                <c:pt idx="426" formatCode="h:mm:ss">
                  <c:v>0.50312500000000004</c:v>
                </c:pt>
                <c:pt idx="427" formatCode="h:mm:ss">
                  <c:v>0.50329861111111107</c:v>
                </c:pt>
                <c:pt idx="428" formatCode="h:mm:ss">
                  <c:v>0.50347222222222221</c:v>
                </c:pt>
                <c:pt idx="429" formatCode="h:mm:ss">
                  <c:v>0.50364583333333335</c:v>
                </c:pt>
                <c:pt idx="430" formatCode="h:mm:ss">
                  <c:v>0.50381944444444449</c:v>
                </c:pt>
                <c:pt idx="431" formatCode="h:mm:ss">
                  <c:v>0.50399305555555551</c:v>
                </c:pt>
                <c:pt idx="432" formatCode="h:mm:ss">
                  <c:v>0.50416666666666665</c:v>
                </c:pt>
                <c:pt idx="433" formatCode="h:mm:ss">
                  <c:v>0.50434027777777779</c:v>
                </c:pt>
                <c:pt idx="434" formatCode="h:mm:ss">
                  <c:v>0.50451388888888893</c:v>
                </c:pt>
                <c:pt idx="435" formatCode="h:mm:ss">
                  <c:v>0.50468749999999996</c:v>
                </c:pt>
                <c:pt idx="436" formatCode="h:mm:ss">
                  <c:v>0.50486111111111109</c:v>
                </c:pt>
                <c:pt idx="437" formatCode="h:mm:ss">
                  <c:v>0.50503472222222223</c:v>
                </c:pt>
                <c:pt idx="438" formatCode="h:mm:ss">
                  <c:v>0.50520833333333337</c:v>
                </c:pt>
                <c:pt idx="439" formatCode="h:mm:ss">
                  <c:v>0.5053819444444444</c:v>
                </c:pt>
                <c:pt idx="440" formatCode="h:mm:ss">
                  <c:v>0.50555555555555554</c:v>
                </c:pt>
                <c:pt idx="441" formatCode="h:mm:ss">
                  <c:v>0.50572916666666667</c:v>
                </c:pt>
                <c:pt idx="442" formatCode="h:mm:ss">
                  <c:v>0.50590277777777781</c:v>
                </c:pt>
                <c:pt idx="443" formatCode="h:mm:ss">
                  <c:v>0.50607638888888884</c:v>
                </c:pt>
                <c:pt idx="444" formatCode="h:mm:ss">
                  <c:v>0.50624999999999998</c:v>
                </c:pt>
                <c:pt idx="445" formatCode="h:mm:ss">
                  <c:v>0.50642361111111112</c:v>
                </c:pt>
                <c:pt idx="446" formatCode="h:mm:ss">
                  <c:v>0.50659722222222225</c:v>
                </c:pt>
                <c:pt idx="447" formatCode="h:mm:ss">
                  <c:v>0.50677083333333328</c:v>
                </c:pt>
                <c:pt idx="448" formatCode="h:mm:ss">
                  <c:v>0.50694444444444442</c:v>
                </c:pt>
                <c:pt idx="449" formatCode="h:mm:ss">
                  <c:v>0.50711805555555556</c:v>
                </c:pt>
                <c:pt idx="450" formatCode="h:mm:ss">
                  <c:v>0.5072916666666667</c:v>
                </c:pt>
                <c:pt idx="451" formatCode="h:mm:ss">
                  <c:v>0.50746527777777772</c:v>
                </c:pt>
                <c:pt idx="452" formatCode="h:mm:ss">
                  <c:v>0.50763888888888886</c:v>
                </c:pt>
                <c:pt idx="453" formatCode="h:mm:ss">
                  <c:v>0.5078125</c:v>
                </c:pt>
                <c:pt idx="454" formatCode="h:mm:ss">
                  <c:v>0.50798611111111114</c:v>
                </c:pt>
                <c:pt idx="455" formatCode="h:mm:ss">
                  <c:v>0.50815972222222228</c:v>
                </c:pt>
                <c:pt idx="456" formatCode="h:mm:ss">
                  <c:v>0.5083333333333333</c:v>
                </c:pt>
                <c:pt idx="457" formatCode="h:mm:ss">
                  <c:v>0.50850694444444444</c:v>
                </c:pt>
                <c:pt idx="458" formatCode="h:mm:ss">
                  <c:v>0.50868055555555558</c:v>
                </c:pt>
                <c:pt idx="459" formatCode="h:mm:ss">
                  <c:v>0.50885416666666672</c:v>
                </c:pt>
                <c:pt idx="460" formatCode="h:mm:ss">
                  <c:v>0.50902777777777775</c:v>
                </c:pt>
                <c:pt idx="461" formatCode="h:mm:ss">
                  <c:v>0.50920138888888888</c:v>
                </c:pt>
                <c:pt idx="462" formatCode="h:mm:ss">
                  <c:v>0.50937500000000002</c:v>
                </c:pt>
                <c:pt idx="463" formatCode="h:mm:ss">
                  <c:v>0.50954861111111116</c:v>
                </c:pt>
                <c:pt idx="464" formatCode="h:mm:ss">
                  <c:v>0.50972222222222219</c:v>
                </c:pt>
                <c:pt idx="465" formatCode="h:mm:ss">
                  <c:v>0.50989583333333333</c:v>
                </c:pt>
                <c:pt idx="466" formatCode="h:mm:ss">
                  <c:v>0.51006944444444446</c:v>
                </c:pt>
                <c:pt idx="467" formatCode="h:mm:ss">
                  <c:v>0.5102430555555556</c:v>
                </c:pt>
                <c:pt idx="468" formatCode="h:mm:ss">
                  <c:v>0.51041666666666663</c:v>
                </c:pt>
                <c:pt idx="469" formatCode="h:mm:ss">
                  <c:v>0.51059027777777777</c:v>
                </c:pt>
                <c:pt idx="470" formatCode="h:mm:ss">
                  <c:v>0.51076388888888891</c:v>
                </c:pt>
                <c:pt idx="471" formatCode="h:mm:ss">
                  <c:v>0.51093750000000004</c:v>
                </c:pt>
                <c:pt idx="472" formatCode="h:mm:ss">
                  <c:v>0.51111111111111107</c:v>
                </c:pt>
                <c:pt idx="473" formatCode="h:mm:ss">
                  <c:v>0.51128472222222221</c:v>
                </c:pt>
                <c:pt idx="474" formatCode="h:mm:ss">
                  <c:v>0.51145833333333335</c:v>
                </c:pt>
                <c:pt idx="475" formatCode="h:mm:ss">
                  <c:v>0.51163194444444449</c:v>
                </c:pt>
                <c:pt idx="476" formatCode="h:mm:ss">
                  <c:v>0.51180555555555551</c:v>
                </c:pt>
                <c:pt idx="477" formatCode="h:mm:ss">
                  <c:v>0.51197916666666665</c:v>
                </c:pt>
                <c:pt idx="478" formatCode="h:mm:ss">
                  <c:v>0.51215277777777779</c:v>
                </c:pt>
                <c:pt idx="479" formatCode="h:mm:ss">
                  <c:v>0.51232638888888893</c:v>
                </c:pt>
                <c:pt idx="480" formatCode="h:mm:ss">
                  <c:v>0.51249999999999996</c:v>
                </c:pt>
                <c:pt idx="481" formatCode="h:mm:ss">
                  <c:v>0.51267361111111109</c:v>
                </c:pt>
                <c:pt idx="482" formatCode="h:mm:ss">
                  <c:v>0.51284722222222223</c:v>
                </c:pt>
                <c:pt idx="483" formatCode="h:mm:ss">
                  <c:v>0.51302083333333337</c:v>
                </c:pt>
                <c:pt idx="484" formatCode="h:mm:ss">
                  <c:v>0.5131944444444444</c:v>
                </c:pt>
                <c:pt idx="485" formatCode="h:mm:ss">
                  <c:v>0.51336805555555554</c:v>
                </c:pt>
                <c:pt idx="486" formatCode="h:mm:ss">
                  <c:v>0.51354166666666667</c:v>
                </c:pt>
                <c:pt idx="487" formatCode="h:mm:ss">
                  <c:v>0.51371527777777781</c:v>
                </c:pt>
                <c:pt idx="488" formatCode="h:mm:ss">
                  <c:v>0.51388888888888884</c:v>
                </c:pt>
                <c:pt idx="489" formatCode="h:mm:ss">
                  <c:v>0.51406249999999998</c:v>
                </c:pt>
                <c:pt idx="490" formatCode="h:mm:ss">
                  <c:v>0.51423611111111112</c:v>
                </c:pt>
                <c:pt idx="491" formatCode="h:mm:ss">
                  <c:v>0.51440972222222225</c:v>
                </c:pt>
                <c:pt idx="492" formatCode="h:mm:ss">
                  <c:v>0.51458333333333328</c:v>
                </c:pt>
                <c:pt idx="493" formatCode="h:mm:ss">
                  <c:v>0.51475694444444442</c:v>
                </c:pt>
                <c:pt idx="494" formatCode="h:mm:ss">
                  <c:v>0.51493055555555556</c:v>
                </c:pt>
                <c:pt idx="495" formatCode="h:mm:ss">
                  <c:v>0.5151041666666667</c:v>
                </c:pt>
                <c:pt idx="496" formatCode="h:mm:ss">
                  <c:v>0.51527777777777772</c:v>
                </c:pt>
                <c:pt idx="497" formatCode="h:mm:ss">
                  <c:v>0.51545138888888886</c:v>
                </c:pt>
                <c:pt idx="498" formatCode="h:mm:ss">
                  <c:v>0.515625</c:v>
                </c:pt>
                <c:pt idx="499" formatCode="h:mm:ss">
                  <c:v>0.51579861111111114</c:v>
                </c:pt>
                <c:pt idx="500" formatCode="h:mm:ss">
                  <c:v>0.51597222222222228</c:v>
                </c:pt>
                <c:pt idx="501" formatCode="h:mm:ss">
                  <c:v>0.5161458333333333</c:v>
                </c:pt>
                <c:pt idx="502" formatCode="h:mm:ss">
                  <c:v>0.51631944444444444</c:v>
                </c:pt>
                <c:pt idx="503" formatCode="h:mm:ss">
                  <c:v>0.51649305555555558</c:v>
                </c:pt>
                <c:pt idx="504" formatCode="h:mm:ss">
                  <c:v>0.51666666666666672</c:v>
                </c:pt>
                <c:pt idx="505" formatCode="h:mm:ss">
                  <c:v>0.51684027777777775</c:v>
                </c:pt>
                <c:pt idx="506" formatCode="h:mm:ss">
                  <c:v>0.51701388888888888</c:v>
                </c:pt>
                <c:pt idx="507" formatCode="h:mm:ss">
                  <c:v>0.51718750000000002</c:v>
                </c:pt>
                <c:pt idx="508" formatCode="h:mm:ss">
                  <c:v>0.51736111111111116</c:v>
                </c:pt>
                <c:pt idx="509" formatCode="h:mm:ss">
                  <c:v>0.51753472222222219</c:v>
                </c:pt>
                <c:pt idx="510" formatCode="h:mm:ss">
                  <c:v>0.51770833333333333</c:v>
                </c:pt>
                <c:pt idx="511" formatCode="h:mm:ss">
                  <c:v>0.51788194444444446</c:v>
                </c:pt>
                <c:pt idx="512" formatCode="h:mm:ss">
                  <c:v>0.5180555555555556</c:v>
                </c:pt>
                <c:pt idx="513" formatCode="h:mm:ss">
                  <c:v>0.51822916666666663</c:v>
                </c:pt>
                <c:pt idx="514" formatCode="h:mm:ss">
                  <c:v>0.51840277777777777</c:v>
                </c:pt>
                <c:pt idx="515" formatCode="h:mm:ss">
                  <c:v>0.51857638888888891</c:v>
                </c:pt>
                <c:pt idx="516" formatCode="h:mm:ss">
                  <c:v>0.51875000000000004</c:v>
                </c:pt>
                <c:pt idx="517" formatCode="h:mm:ss">
                  <c:v>0.51892361111111107</c:v>
                </c:pt>
                <c:pt idx="518" formatCode="h:mm:ss">
                  <c:v>0.51909722222222221</c:v>
                </c:pt>
                <c:pt idx="519" formatCode="h:mm:ss">
                  <c:v>0.51927083333333335</c:v>
                </c:pt>
                <c:pt idx="520" formatCode="h:mm:ss">
                  <c:v>0.51944444444444449</c:v>
                </c:pt>
                <c:pt idx="521" formatCode="h:mm:ss">
                  <c:v>0.51961805555555551</c:v>
                </c:pt>
                <c:pt idx="522" formatCode="h:mm:ss">
                  <c:v>0.51979166666666665</c:v>
                </c:pt>
                <c:pt idx="523" formatCode="h:mm:ss">
                  <c:v>0.51996527777777779</c:v>
                </c:pt>
                <c:pt idx="524" formatCode="h:mm:ss">
                  <c:v>0.52013888888888893</c:v>
                </c:pt>
                <c:pt idx="525" formatCode="h:mm:ss">
                  <c:v>0.52031249999999996</c:v>
                </c:pt>
                <c:pt idx="526" formatCode="h:mm:ss">
                  <c:v>0.52048611111111109</c:v>
                </c:pt>
                <c:pt idx="527" formatCode="h:mm:ss">
                  <c:v>0.52065972222222223</c:v>
                </c:pt>
                <c:pt idx="528" formatCode="h:mm:ss">
                  <c:v>0.52083333333333337</c:v>
                </c:pt>
                <c:pt idx="529" formatCode="h:mm:ss">
                  <c:v>0.5210069444444444</c:v>
                </c:pt>
                <c:pt idx="530" formatCode="h:mm:ss">
                  <c:v>0.52118055555555554</c:v>
                </c:pt>
                <c:pt idx="531" formatCode="h:mm:ss">
                  <c:v>0.52135416666666667</c:v>
                </c:pt>
                <c:pt idx="532" formatCode="h:mm:ss">
                  <c:v>0.52152777777777781</c:v>
                </c:pt>
                <c:pt idx="533" formatCode="h:mm:ss">
                  <c:v>0.52170138888888884</c:v>
                </c:pt>
                <c:pt idx="534" formatCode="h:mm:ss">
                  <c:v>0.52187499999999998</c:v>
                </c:pt>
                <c:pt idx="535" formatCode="h:mm:ss">
                  <c:v>0.52204861111111112</c:v>
                </c:pt>
                <c:pt idx="536" formatCode="h:mm:ss">
                  <c:v>0.52222222222222225</c:v>
                </c:pt>
                <c:pt idx="537" formatCode="h:mm:ss">
                  <c:v>0.52239583333333328</c:v>
                </c:pt>
                <c:pt idx="538" formatCode="h:mm:ss">
                  <c:v>0.52256944444444442</c:v>
                </c:pt>
                <c:pt idx="539" formatCode="h:mm:ss">
                  <c:v>0.52274305555555556</c:v>
                </c:pt>
                <c:pt idx="540" formatCode="h:mm:ss">
                  <c:v>0.5229166666666667</c:v>
                </c:pt>
                <c:pt idx="541" formatCode="h:mm:ss">
                  <c:v>0.52309027777777772</c:v>
                </c:pt>
                <c:pt idx="542" formatCode="h:mm:ss">
                  <c:v>0.52326388888888886</c:v>
                </c:pt>
                <c:pt idx="543" formatCode="h:mm:ss">
                  <c:v>0.5234375</c:v>
                </c:pt>
                <c:pt idx="544" formatCode="h:mm:ss">
                  <c:v>0.52361111111111114</c:v>
                </c:pt>
                <c:pt idx="545" formatCode="h:mm:ss">
                  <c:v>0.52378472222222228</c:v>
                </c:pt>
                <c:pt idx="546" formatCode="h:mm:ss">
                  <c:v>0.5239583333333333</c:v>
                </c:pt>
                <c:pt idx="547" formatCode="h:mm:ss">
                  <c:v>0.52413194444444444</c:v>
                </c:pt>
                <c:pt idx="548" formatCode="h:mm:ss">
                  <c:v>0.52430555555555558</c:v>
                </c:pt>
                <c:pt idx="549" formatCode="h:mm:ss">
                  <c:v>0.52447916666666672</c:v>
                </c:pt>
                <c:pt idx="550" formatCode="h:mm:ss">
                  <c:v>0.52465277777777775</c:v>
                </c:pt>
                <c:pt idx="551" formatCode="h:mm:ss">
                  <c:v>0.52482638888888888</c:v>
                </c:pt>
                <c:pt idx="552" formatCode="h:mm:ss">
                  <c:v>0.52500000000000002</c:v>
                </c:pt>
                <c:pt idx="553" formatCode="h:mm:ss">
                  <c:v>0.52517361111111116</c:v>
                </c:pt>
                <c:pt idx="554" formatCode="h:mm:ss">
                  <c:v>0.52534722222222219</c:v>
                </c:pt>
                <c:pt idx="555" formatCode="h:mm:ss">
                  <c:v>0.52552083333333333</c:v>
                </c:pt>
                <c:pt idx="556" formatCode="h:mm:ss">
                  <c:v>0.52569444444444446</c:v>
                </c:pt>
                <c:pt idx="557" formatCode="h:mm:ss">
                  <c:v>0.5258680555555556</c:v>
                </c:pt>
                <c:pt idx="558" formatCode="h:mm:ss">
                  <c:v>0.52604166666666663</c:v>
                </c:pt>
                <c:pt idx="559" formatCode="h:mm:ss">
                  <c:v>0.52621527777777777</c:v>
                </c:pt>
                <c:pt idx="560" formatCode="h:mm:ss">
                  <c:v>0.52638888888888891</c:v>
                </c:pt>
                <c:pt idx="561" formatCode="h:mm:ss">
                  <c:v>0.52656250000000004</c:v>
                </c:pt>
                <c:pt idx="562" formatCode="h:mm:ss">
                  <c:v>0.52673611111111107</c:v>
                </c:pt>
                <c:pt idx="563" formatCode="h:mm:ss">
                  <c:v>0.52690972222222221</c:v>
                </c:pt>
                <c:pt idx="564" formatCode="h:mm:ss">
                  <c:v>0.52708333333333335</c:v>
                </c:pt>
                <c:pt idx="565" formatCode="h:mm:ss">
                  <c:v>0.52725694444444449</c:v>
                </c:pt>
                <c:pt idx="566" formatCode="h:mm:ss">
                  <c:v>0.52743055555555551</c:v>
                </c:pt>
                <c:pt idx="567" formatCode="h:mm:ss">
                  <c:v>0.52760416666666665</c:v>
                </c:pt>
                <c:pt idx="568" formatCode="h:mm:ss">
                  <c:v>0.52777777777777779</c:v>
                </c:pt>
                <c:pt idx="569" formatCode="h:mm:ss">
                  <c:v>0.52795138888888893</c:v>
                </c:pt>
                <c:pt idx="570" formatCode="h:mm:ss">
                  <c:v>0.52812499999999996</c:v>
                </c:pt>
                <c:pt idx="571" formatCode="h:mm:ss">
                  <c:v>0.52829861111111109</c:v>
                </c:pt>
                <c:pt idx="572" formatCode="h:mm:ss">
                  <c:v>0.52847222222222223</c:v>
                </c:pt>
                <c:pt idx="573" formatCode="h:mm:ss">
                  <c:v>0.52864583333333337</c:v>
                </c:pt>
                <c:pt idx="574" formatCode="h:mm:ss">
                  <c:v>0.5288194444444444</c:v>
                </c:pt>
                <c:pt idx="575" formatCode="h:mm:ss">
                  <c:v>0.52899305555555554</c:v>
                </c:pt>
                <c:pt idx="576" formatCode="h:mm:ss">
                  <c:v>0.52916666666666667</c:v>
                </c:pt>
                <c:pt idx="577" formatCode="h:mm:ss">
                  <c:v>0.52934027777777781</c:v>
                </c:pt>
                <c:pt idx="578" formatCode="h:mm:ss">
                  <c:v>0.52951388888888884</c:v>
                </c:pt>
                <c:pt idx="579" formatCode="h:mm:ss">
                  <c:v>0.52968749999999998</c:v>
                </c:pt>
                <c:pt idx="580" formatCode="h:mm:ss">
                  <c:v>0.52986111111111112</c:v>
                </c:pt>
                <c:pt idx="581" formatCode="h:mm:ss">
                  <c:v>0.53003472222222225</c:v>
                </c:pt>
                <c:pt idx="582" formatCode="h:mm:ss">
                  <c:v>0.53020833333333328</c:v>
                </c:pt>
                <c:pt idx="583" formatCode="h:mm:ss">
                  <c:v>0.53038194444444442</c:v>
                </c:pt>
                <c:pt idx="584" formatCode="h:mm:ss">
                  <c:v>0.53055555555555556</c:v>
                </c:pt>
                <c:pt idx="585" formatCode="h:mm:ss">
                  <c:v>0.5307291666666667</c:v>
                </c:pt>
                <c:pt idx="586" formatCode="h:mm:ss">
                  <c:v>0.53090277777777772</c:v>
                </c:pt>
                <c:pt idx="587" formatCode="h:mm:ss">
                  <c:v>0.53107638888888886</c:v>
                </c:pt>
                <c:pt idx="588" formatCode="h:mm:ss">
                  <c:v>0.53125</c:v>
                </c:pt>
                <c:pt idx="589" formatCode="h:mm:ss">
                  <c:v>0.53142361111111114</c:v>
                </c:pt>
                <c:pt idx="590" formatCode="h:mm:ss">
                  <c:v>0.53159722222222228</c:v>
                </c:pt>
                <c:pt idx="591" formatCode="h:mm:ss">
                  <c:v>0.5317708333333333</c:v>
                </c:pt>
                <c:pt idx="592" formatCode="h:mm:ss">
                  <c:v>0.53194444444444444</c:v>
                </c:pt>
                <c:pt idx="593" formatCode="h:mm:ss">
                  <c:v>0.53211805555555558</c:v>
                </c:pt>
                <c:pt idx="594" formatCode="h:mm:ss">
                  <c:v>0.53229166666666672</c:v>
                </c:pt>
                <c:pt idx="595" formatCode="h:mm:ss">
                  <c:v>0.53246527777777775</c:v>
                </c:pt>
                <c:pt idx="596" formatCode="h:mm:ss">
                  <c:v>0.53263888888888888</c:v>
                </c:pt>
                <c:pt idx="597" formatCode="h:mm:ss">
                  <c:v>0.53281250000000002</c:v>
                </c:pt>
                <c:pt idx="598" formatCode="h:mm:ss">
                  <c:v>0.53298611111111116</c:v>
                </c:pt>
                <c:pt idx="599" formatCode="h:mm:ss">
                  <c:v>0.53315972222222219</c:v>
                </c:pt>
                <c:pt idx="600" formatCode="h:mm:ss">
                  <c:v>0.53333333333333333</c:v>
                </c:pt>
                <c:pt idx="601" formatCode="h:mm:ss">
                  <c:v>0.53350694444444446</c:v>
                </c:pt>
                <c:pt idx="602" formatCode="h:mm:ss">
                  <c:v>0.5336805555555556</c:v>
                </c:pt>
                <c:pt idx="603" formatCode="h:mm:ss">
                  <c:v>0.53385416666666663</c:v>
                </c:pt>
                <c:pt idx="604" formatCode="h:mm:ss">
                  <c:v>0.53402777777777777</c:v>
                </c:pt>
                <c:pt idx="605" formatCode="h:mm:ss">
                  <c:v>0.53420138888888891</c:v>
                </c:pt>
                <c:pt idx="606" formatCode="h:mm:ss">
                  <c:v>0.53437500000000004</c:v>
                </c:pt>
                <c:pt idx="607" formatCode="h:mm:ss">
                  <c:v>0.53454861111111107</c:v>
                </c:pt>
                <c:pt idx="608" formatCode="h:mm:ss">
                  <c:v>0.53472222222222221</c:v>
                </c:pt>
                <c:pt idx="609" formatCode="h:mm:ss">
                  <c:v>0.53489583333333335</c:v>
                </c:pt>
                <c:pt idx="610" formatCode="h:mm:ss">
                  <c:v>0.53506944444444449</c:v>
                </c:pt>
                <c:pt idx="611" formatCode="h:mm:ss">
                  <c:v>0.53524305555555551</c:v>
                </c:pt>
                <c:pt idx="612" formatCode="h:mm:ss">
                  <c:v>0.53541666666666665</c:v>
                </c:pt>
                <c:pt idx="613" formatCode="h:mm:ss">
                  <c:v>0.53559027777777779</c:v>
                </c:pt>
                <c:pt idx="614" formatCode="h:mm:ss">
                  <c:v>0.53576388888888893</c:v>
                </c:pt>
                <c:pt idx="615" formatCode="h:mm:ss">
                  <c:v>0.53593749999999996</c:v>
                </c:pt>
                <c:pt idx="616" formatCode="h:mm:ss">
                  <c:v>0.53611111111111109</c:v>
                </c:pt>
                <c:pt idx="617" formatCode="h:mm:ss">
                  <c:v>0.53628472222222223</c:v>
                </c:pt>
                <c:pt idx="618" formatCode="h:mm:ss">
                  <c:v>0.53645833333333337</c:v>
                </c:pt>
                <c:pt idx="619" formatCode="h:mm:ss">
                  <c:v>0.5366319444444444</c:v>
                </c:pt>
                <c:pt idx="620" formatCode="h:mm:ss">
                  <c:v>0.53680555555555554</c:v>
                </c:pt>
                <c:pt idx="621" formatCode="h:mm:ss">
                  <c:v>0.53697916666666667</c:v>
                </c:pt>
                <c:pt idx="622" formatCode="h:mm:ss">
                  <c:v>0.53715277777777781</c:v>
                </c:pt>
                <c:pt idx="623" formatCode="h:mm:ss">
                  <c:v>0.53732638888888884</c:v>
                </c:pt>
                <c:pt idx="624" formatCode="h:mm:ss">
                  <c:v>0.53749999999999998</c:v>
                </c:pt>
                <c:pt idx="625" formatCode="h:mm:ss">
                  <c:v>0.53767361111111112</c:v>
                </c:pt>
                <c:pt idx="626" formatCode="h:mm:ss">
                  <c:v>0.53784722222222225</c:v>
                </c:pt>
                <c:pt idx="627" formatCode="h:mm:ss">
                  <c:v>0.53802083333333328</c:v>
                </c:pt>
                <c:pt idx="628" formatCode="h:mm:ss">
                  <c:v>0.53819444444444442</c:v>
                </c:pt>
                <c:pt idx="629" formatCode="h:mm:ss">
                  <c:v>0.53836805555555556</c:v>
                </c:pt>
                <c:pt idx="630" formatCode="h:mm:ss">
                  <c:v>0.5385416666666667</c:v>
                </c:pt>
                <c:pt idx="631" formatCode="h:mm:ss">
                  <c:v>0.53871527777777772</c:v>
                </c:pt>
                <c:pt idx="632" formatCode="h:mm:ss">
                  <c:v>0.53888888888888886</c:v>
                </c:pt>
                <c:pt idx="633" formatCode="h:mm:ss">
                  <c:v>0.5390625</c:v>
                </c:pt>
                <c:pt idx="634" formatCode="h:mm:ss">
                  <c:v>0.53923611111111114</c:v>
                </c:pt>
                <c:pt idx="635" formatCode="h:mm:ss">
                  <c:v>0.53940972222222228</c:v>
                </c:pt>
                <c:pt idx="636" formatCode="h:mm:ss">
                  <c:v>0.5395833333333333</c:v>
                </c:pt>
                <c:pt idx="637" formatCode="h:mm:ss">
                  <c:v>0.53975694444444444</c:v>
                </c:pt>
                <c:pt idx="638" formatCode="h:mm:ss">
                  <c:v>0.53993055555555558</c:v>
                </c:pt>
                <c:pt idx="639" formatCode="h:mm:ss">
                  <c:v>0.54010416666666672</c:v>
                </c:pt>
                <c:pt idx="640" formatCode="h:mm:ss">
                  <c:v>0.54027777777777775</c:v>
                </c:pt>
                <c:pt idx="641" formatCode="h:mm:ss">
                  <c:v>0.54045138888888888</c:v>
                </c:pt>
                <c:pt idx="642" formatCode="h:mm:ss">
                  <c:v>0.54062500000000002</c:v>
                </c:pt>
                <c:pt idx="643" formatCode="h:mm:ss">
                  <c:v>0.54079861111111116</c:v>
                </c:pt>
                <c:pt idx="644" formatCode="h:mm:ss">
                  <c:v>0.54097222222222219</c:v>
                </c:pt>
                <c:pt idx="645" formatCode="h:mm:ss">
                  <c:v>0.54114583333333333</c:v>
                </c:pt>
                <c:pt idx="646" formatCode="h:mm:ss">
                  <c:v>0.54131944444444446</c:v>
                </c:pt>
                <c:pt idx="647" formatCode="h:mm:ss">
                  <c:v>0.5414930555555556</c:v>
                </c:pt>
                <c:pt idx="648" formatCode="h:mm:ss">
                  <c:v>0.54166666666666663</c:v>
                </c:pt>
                <c:pt idx="649" formatCode="h:mm:ss">
                  <c:v>0.54184027777777777</c:v>
                </c:pt>
                <c:pt idx="650" formatCode="h:mm:ss">
                  <c:v>0.54201388888888891</c:v>
                </c:pt>
                <c:pt idx="651" formatCode="h:mm:ss">
                  <c:v>0.54218750000000004</c:v>
                </c:pt>
                <c:pt idx="652" formatCode="h:mm:ss">
                  <c:v>0.54236111111111107</c:v>
                </c:pt>
                <c:pt idx="653" formatCode="h:mm:ss">
                  <c:v>0.54253472222222221</c:v>
                </c:pt>
                <c:pt idx="654" formatCode="h:mm:ss">
                  <c:v>0.54270833333333335</c:v>
                </c:pt>
                <c:pt idx="655" formatCode="h:mm:ss">
                  <c:v>0.54288194444444449</c:v>
                </c:pt>
                <c:pt idx="656" formatCode="h:mm:ss">
                  <c:v>0.54305555555555551</c:v>
                </c:pt>
                <c:pt idx="657" formatCode="h:mm:ss">
                  <c:v>0.54322916666666665</c:v>
                </c:pt>
                <c:pt idx="658" formatCode="h:mm:ss">
                  <c:v>0.54340277777777779</c:v>
                </c:pt>
                <c:pt idx="659" formatCode="h:mm:ss">
                  <c:v>0.54357638888888893</c:v>
                </c:pt>
                <c:pt idx="660" formatCode="h:mm:ss">
                  <c:v>0.54374999999999996</c:v>
                </c:pt>
                <c:pt idx="661" formatCode="h:mm:ss">
                  <c:v>0.54392361111111109</c:v>
                </c:pt>
                <c:pt idx="662" formatCode="h:mm:ss">
                  <c:v>0.54409722222222223</c:v>
                </c:pt>
                <c:pt idx="663" formatCode="h:mm:ss">
                  <c:v>0.54427083333333337</c:v>
                </c:pt>
                <c:pt idx="664" formatCode="h:mm:ss">
                  <c:v>0.5444444444444444</c:v>
                </c:pt>
                <c:pt idx="665" formatCode="h:mm:ss">
                  <c:v>0.54461805555555554</c:v>
                </c:pt>
                <c:pt idx="666" formatCode="h:mm:ss">
                  <c:v>0.54479166666666667</c:v>
                </c:pt>
                <c:pt idx="667" formatCode="h:mm:ss">
                  <c:v>0.54496527777777781</c:v>
                </c:pt>
                <c:pt idx="668" formatCode="h:mm:ss">
                  <c:v>0.54513888888888884</c:v>
                </c:pt>
                <c:pt idx="669" formatCode="h:mm:ss">
                  <c:v>0.54531249999999998</c:v>
                </c:pt>
                <c:pt idx="670" formatCode="h:mm:ss">
                  <c:v>0.54548611111111112</c:v>
                </c:pt>
                <c:pt idx="671" formatCode="h:mm:ss">
                  <c:v>0.54565972222222225</c:v>
                </c:pt>
                <c:pt idx="672" formatCode="h:mm:ss">
                  <c:v>0.54583333333333328</c:v>
                </c:pt>
                <c:pt idx="673" formatCode="h:mm:ss">
                  <c:v>0.54600694444444442</c:v>
                </c:pt>
                <c:pt idx="674" formatCode="h:mm:ss">
                  <c:v>0.54618055555555556</c:v>
                </c:pt>
                <c:pt idx="675" formatCode="h:mm:ss">
                  <c:v>0.5463541666666667</c:v>
                </c:pt>
                <c:pt idx="676" formatCode="h:mm:ss">
                  <c:v>0.54652777777777772</c:v>
                </c:pt>
                <c:pt idx="677" formatCode="h:mm:ss">
                  <c:v>0.54670138888888886</c:v>
                </c:pt>
                <c:pt idx="678" formatCode="h:mm:ss">
                  <c:v>0.546875</c:v>
                </c:pt>
                <c:pt idx="679" formatCode="h:mm:ss">
                  <c:v>0.54704861111111114</c:v>
                </c:pt>
                <c:pt idx="680" formatCode="h:mm:ss">
                  <c:v>0.54722222222222228</c:v>
                </c:pt>
                <c:pt idx="681" formatCode="h:mm:ss">
                  <c:v>0.5473958333333333</c:v>
                </c:pt>
                <c:pt idx="682" formatCode="h:mm:ss">
                  <c:v>0.54756944444444444</c:v>
                </c:pt>
                <c:pt idx="683" formatCode="h:mm:ss">
                  <c:v>0.54774305555555558</c:v>
                </c:pt>
                <c:pt idx="684" formatCode="h:mm:ss">
                  <c:v>0.54791666666666672</c:v>
                </c:pt>
                <c:pt idx="685" formatCode="h:mm:ss">
                  <c:v>0.54809027777777775</c:v>
                </c:pt>
                <c:pt idx="686" formatCode="h:mm:ss">
                  <c:v>0.54826388888888888</c:v>
                </c:pt>
                <c:pt idx="687" formatCode="h:mm:ss">
                  <c:v>0.54843750000000002</c:v>
                </c:pt>
                <c:pt idx="688" formatCode="h:mm:ss">
                  <c:v>0.54861111111111116</c:v>
                </c:pt>
                <c:pt idx="689" formatCode="h:mm:ss">
                  <c:v>0.54878472222222219</c:v>
                </c:pt>
                <c:pt idx="690" formatCode="h:mm:ss">
                  <c:v>0.54895833333333333</c:v>
                </c:pt>
                <c:pt idx="691" formatCode="h:mm:ss">
                  <c:v>0.54913194444444446</c:v>
                </c:pt>
                <c:pt idx="692" formatCode="h:mm:ss">
                  <c:v>0.5493055555555556</c:v>
                </c:pt>
                <c:pt idx="693" formatCode="h:mm:ss">
                  <c:v>0.54947916666666663</c:v>
                </c:pt>
                <c:pt idx="694" formatCode="h:mm:ss">
                  <c:v>0.54965277777777777</c:v>
                </c:pt>
                <c:pt idx="695" formatCode="h:mm:ss">
                  <c:v>0.54982638888888891</c:v>
                </c:pt>
                <c:pt idx="696" formatCode="h:mm:ss">
                  <c:v>0.55000000000000004</c:v>
                </c:pt>
                <c:pt idx="697" formatCode="h:mm:ss">
                  <c:v>0.55017361111111107</c:v>
                </c:pt>
                <c:pt idx="698" formatCode="h:mm:ss">
                  <c:v>0.55034722222222221</c:v>
                </c:pt>
                <c:pt idx="699" formatCode="h:mm:ss">
                  <c:v>0.55052083333333335</c:v>
                </c:pt>
                <c:pt idx="700" formatCode="h:mm:ss">
                  <c:v>0.55069444444444449</c:v>
                </c:pt>
                <c:pt idx="701" formatCode="h:mm:ss">
                  <c:v>0.55086805555555551</c:v>
                </c:pt>
                <c:pt idx="702" formatCode="h:mm:ss">
                  <c:v>0.55104166666666665</c:v>
                </c:pt>
                <c:pt idx="703" formatCode="h:mm:ss">
                  <c:v>0.55121527777777779</c:v>
                </c:pt>
                <c:pt idx="704" formatCode="h:mm:ss">
                  <c:v>0.55138888888888893</c:v>
                </c:pt>
                <c:pt idx="705" formatCode="h:mm:ss">
                  <c:v>0.55156249999999996</c:v>
                </c:pt>
                <c:pt idx="706" formatCode="h:mm:ss">
                  <c:v>0.55173611111111109</c:v>
                </c:pt>
                <c:pt idx="707" formatCode="h:mm:ss">
                  <c:v>0.55190972222222223</c:v>
                </c:pt>
                <c:pt idx="708" formatCode="h:mm:ss">
                  <c:v>0.55208333333333337</c:v>
                </c:pt>
                <c:pt idx="709" formatCode="h:mm:ss">
                  <c:v>0.5522569444444444</c:v>
                </c:pt>
                <c:pt idx="710" formatCode="h:mm:ss">
                  <c:v>0.55243055555555554</c:v>
                </c:pt>
                <c:pt idx="711" formatCode="h:mm:ss">
                  <c:v>0.55260416666666667</c:v>
                </c:pt>
                <c:pt idx="712" formatCode="h:mm:ss">
                  <c:v>0.55277777777777781</c:v>
                </c:pt>
                <c:pt idx="713" formatCode="h:mm:ss">
                  <c:v>0.55295138888888884</c:v>
                </c:pt>
                <c:pt idx="714" formatCode="h:mm:ss">
                  <c:v>0.55312499999999998</c:v>
                </c:pt>
                <c:pt idx="715" formatCode="h:mm:ss">
                  <c:v>0.55329861111111112</c:v>
                </c:pt>
                <c:pt idx="716" formatCode="h:mm:ss">
                  <c:v>0.55347222222222225</c:v>
                </c:pt>
                <c:pt idx="717" formatCode="h:mm:ss">
                  <c:v>0.55364583333333328</c:v>
                </c:pt>
                <c:pt idx="718" formatCode="h:mm:ss">
                  <c:v>0.55381944444444442</c:v>
                </c:pt>
                <c:pt idx="719" formatCode="h:mm:ss">
                  <c:v>0.55399305555555556</c:v>
                </c:pt>
                <c:pt idx="720" formatCode="h:mm:ss">
                  <c:v>0.5541666666666667</c:v>
                </c:pt>
                <c:pt idx="721" formatCode="h:mm:ss">
                  <c:v>0.55434027777777772</c:v>
                </c:pt>
                <c:pt idx="722" formatCode="h:mm:ss">
                  <c:v>0.55451388888888886</c:v>
                </c:pt>
                <c:pt idx="723" formatCode="h:mm:ss">
                  <c:v>0.5546875</c:v>
                </c:pt>
                <c:pt idx="724" formatCode="h:mm:ss">
                  <c:v>0.55486111111111114</c:v>
                </c:pt>
                <c:pt idx="725" formatCode="h:mm:ss">
                  <c:v>0.55503472222222228</c:v>
                </c:pt>
                <c:pt idx="726" formatCode="h:mm:ss">
                  <c:v>0.5552083333333333</c:v>
                </c:pt>
                <c:pt idx="727" formatCode="h:mm:ss">
                  <c:v>0.55538194444444444</c:v>
                </c:pt>
                <c:pt idx="728" formatCode="h:mm:ss">
                  <c:v>0.55555555555555558</c:v>
                </c:pt>
                <c:pt idx="729" formatCode="h:mm:ss">
                  <c:v>0.55572916666666672</c:v>
                </c:pt>
                <c:pt idx="730" formatCode="h:mm:ss">
                  <c:v>0.55590277777777775</c:v>
                </c:pt>
                <c:pt idx="731" formatCode="h:mm:ss">
                  <c:v>0.55607638888888888</c:v>
                </c:pt>
                <c:pt idx="732" formatCode="h:mm:ss">
                  <c:v>0.55625000000000002</c:v>
                </c:pt>
                <c:pt idx="733" formatCode="h:mm:ss">
                  <c:v>0.55642361111111116</c:v>
                </c:pt>
                <c:pt idx="734" formatCode="h:mm:ss">
                  <c:v>0.55659722222222219</c:v>
                </c:pt>
                <c:pt idx="735" formatCode="h:mm:ss">
                  <c:v>0.55677083333333333</c:v>
                </c:pt>
                <c:pt idx="736" formatCode="h:mm:ss">
                  <c:v>0.55694444444444446</c:v>
                </c:pt>
                <c:pt idx="737" formatCode="h:mm:ss">
                  <c:v>0.5571180555555556</c:v>
                </c:pt>
                <c:pt idx="738" formatCode="h:mm:ss">
                  <c:v>0.55729166666666663</c:v>
                </c:pt>
                <c:pt idx="739" formatCode="h:mm:ss">
                  <c:v>0.55746527777777777</c:v>
                </c:pt>
                <c:pt idx="740" formatCode="h:mm:ss">
                  <c:v>0.55763888888888891</c:v>
                </c:pt>
                <c:pt idx="741" formatCode="h:mm:ss">
                  <c:v>0.55781250000000004</c:v>
                </c:pt>
                <c:pt idx="742" formatCode="h:mm:ss">
                  <c:v>0.55798611111111107</c:v>
                </c:pt>
                <c:pt idx="743" formatCode="h:mm:ss">
                  <c:v>0.55815972222222221</c:v>
                </c:pt>
                <c:pt idx="744" formatCode="h:mm:ss">
                  <c:v>0.55833333333333335</c:v>
                </c:pt>
                <c:pt idx="745" formatCode="h:mm:ss">
                  <c:v>0.55850694444444449</c:v>
                </c:pt>
                <c:pt idx="746" formatCode="h:mm:ss">
                  <c:v>0.55868055555555551</c:v>
                </c:pt>
                <c:pt idx="747" formatCode="h:mm:ss">
                  <c:v>0.55885416666666665</c:v>
                </c:pt>
                <c:pt idx="748" formatCode="h:mm:ss">
                  <c:v>0.55902777777777779</c:v>
                </c:pt>
                <c:pt idx="749" formatCode="h:mm:ss">
                  <c:v>0.55920138888888893</c:v>
                </c:pt>
                <c:pt idx="750" formatCode="h:mm:ss">
                  <c:v>0.55937499999999996</c:v>
                </c:pt>
                <c:pt idx="751" formatCode="h:mm:ss">
                  <c:v>0.55954861111111109</c:v>
                </c:pt>
                <c:pt idx="752" formatCode="h:mm:ss">
                  <c:v>0.55972222222222223</c:v>
                </c:pt>
                <c:pt idx="753" formatCode="h:mm:ss">
                  <c:v>0.55989583333333337</c:v>
                </c:pt>
                <c:pt idx="754" formatCode="h:mm:ss">
                  <c:v>0.5600694444444444</c:v>
                </c:pt>
                <c:pt idx="755" formatCode="h:mm:ss">
                  <c:v>0.56024305555555554</c:v>
                </c:pt>
                <c:pt idx="756" formatCode="h:mm:ss">
                  <c:v>0.56041666666666667</c:v>
                </c:pt>
                <c:pt idx="757" formatCode="h:mm:ss">
                  <c:v>0.56059027777777781</c:v>
                </c:pt>
                <c:pt idx="758" formatCode="h:mm:ss">
                  <c:v>0.56076388888888884</c:v>
                </c:pt>
                <c:pt idx="759" formatCode="h:mm:ss">
                  <c:v>0.56093749999999998</c:v>
                </c:pt>
                <c:pt idx="760" formatCode="h:mm:ss">
                  <c:v>0.56111111111111112</c:v>
                </c:pt>
                <c:pt idx="761" formatCode="h:mm:ss">
                  <c:v>0.56128472222222225</c:v>
                </c:pt>
                <c:pt idx="762" formatCode="h:mm:ss">
                  <c:v>0.56145833333333328</c:v>
                </c:pt>
                <c:pt idx="763" formatCode="h:mm:ss">
                  <c:v>0.56163194444444442</c:v>
                </c:pt>
                <c:pt idx="764" formatCode="h:mm:ss">
                  <c:v>0.56180555555555556</c:v>
                </c:pt>
                <c:pt idx="765" formatCode="h:mm:ss">
                  <c:v>0.5619791666666667</c:v>
                </c:pt>
                <c:pt idx="766" formatCode="h:mm:ss">
                  <c:v>0.56215277777777772</c:v>
                </c:pt>
                <c:pt idx="767" formatCode="h:mm:ss">
                  <c:v>0.56232638888888886</c:v>
                </c:pt>
                <c:pt idx="768" formatCode="h:mm:ss">
                  <c:v>0.5625</c:v>
                </c:pt>
                <c:pt idx="769" formatCode="h:mm:ss">
                  <c:v>0.56267361111111114</c:v>
                </c:pt>
                <c:pt idx="770" formatCode="h:mm:ss">
                  <c:v>0.56284722222222228</c:v>
                </c:pt>
                <c:pt idx="771" formatCode="h:mm:ss">
                  <c:v>0.5630208333333333</c:v>
                </c:pt>
                <c:pt idx="772" formatCode="h:mm:ss">
                  <c:v>0.56319444444444444</c:v>
                </c:pt>
                <c:pt idx="773" formatCode="h:mm:ss">
                  <c:v>0.56336805555555558</c:v>
                </c:pt>
                <c:pt idx="774" formatCode="h:mm:ss">
                  <c:v>0.56354166666666672</c:v>
                </c:pt>
                <c:pt idx="775" formatCode="h:mm:ss">
                  <c:v>0.56371527777777775</c:v>
                </c:pt>
                <c:pt idx="776" formatCode="h:mm:ss">
                  <c:v>0.56388888888888888</c:v>
                </c:pt>
                <c:pt idx="777" formatCode="h:mm:ss">
                  <c:v>0.56406250000000002</c:v>
                </c:pt>
                <c:pt idx="778" formatCode="h:mm:ss">
                  <c:v>0.56423611111111116</c:v>
                </c:pt>
                <c:pt idx="779" formatCode="h:mm:ss">
                  <c:v>0.56440972222222219</c:v>
                </c:pt>
                <c:pt idx="780" formatCode="h:mm:ss">
                  <c:v>0.56458333333333333</c:v>
                </c:pt>
                <c:pt idx="781" formatCode="h:mm:ss">
                  <c:v>0.56475694444444446</c:v>
                </c:pt>
                <c:pt idx="782" formatCode="h:mm:ss">
                  <c:v>0.5649305555555556</c:v>
                </c:pt>
                <c:pt idx="783" formatCode="h:mm:ss">
                  <c:v>0.56510416666666663</c:v>
                </c:pt>
                <c:pt idx="784" formatCode="h:mm:ss">
                  <c:v>0.56527777777777777</c:v>
                </c:pt>
                <c:pt idx="785" formatCode="h:mm:ss">
                  <c:v>0.56545138888888891</c:v>
                </c:pt>
                <c:pt idx="786" formatCode="h:mm:ss">
                  <c:v>0.56562500000000004</c:v>
                </c:pt>
                <c:pt idx="787" formatCode="h:mm:ss">
                  <c:v>0.56579861111111107</c:v>
                </c:pt>
                <c:pt idx="788" formatCode="h:mm:ss">
                  <c:v>0.56597222222222221</c:v>
                </c:pt>
                <c:pt idx="789" formatCode="h:mm:ss">
                  <c:v>0.56614583333333335</c:v>
                </c:pt>
                <c:pt idx="790" formatCode="h:mm:ss">
                  <c:v>0.56631944444444449</c:v>
                </c:pt>
                <c:pt idx="791" formatCode="h:mm:ss">
                  <c:v>0.56649305555555551</c:v>
                </c:pt>
                <c:pt idx="792" formatCode="h:mm:ss">
                  <c:v>0.56666666666666665</c:v>
                </c:pt>
                <c:pt idx="793" formatCode="h:mm:ss">
                  <c:v>0.56684027777777779</c:v>
                </c:pt>
                <c:pt idx="794" formatCode="h:mm:ss">
                  <c:v>0.56701388888888893</c:v>
                </c:pt>
                <c:pt idx="795" formatCode="h:mm:ss">
                  <c:v>0.56718749999999996</c:v>
                </c:pt>
                <c:pt idx="796" formatCode="h:mm:ss">
                  <c:v>0.56736111111111109</c:v>
                </c:pt>
                <c:pt idx="797" formatCode="h:mm:ss">
                  <c:v>0.56753472222222223</c:v>
                </c:pt>
                <c:pt idx="798" formatCode="h:mm:ss">
                  <c:v>0.56770833333333337</c:v>
                </c:pt>
                <c:pt idx="799" formatCode="h:mm:ss">
                  <c:v>0.5678819444444444</c:v>
                </c:pt>
                <c:pt idx="800" formatCode="h:mm:ss">
                  <c:v>0.56805555555555554</c:v>
                </c:pt>
                <c:pt idx="801" formatCode="h:mm:ss">
                  <c:v>0.56822916666666667</c:v>
                </c:pt>
                <c:pt idx="802" formatCode="h:mm:ss">
                  <c:v>0.56840277777777781</c:v>
                </c:pt>
                <c:pt idx="803" formatCode="h:mm:ss">
                  <c:v>0.56857638888888884</c:v>
                </c:pt>
                <c:pt idx="804" formatCode="h:mm:ss">
                  <c:v>0.56874999999999998</c:v>
                </c:pt>
                <c:pt idx="805" formatCode="h:mm:ss">
                  <c:v>0.56892361111111112</c:v>
                </c:pt>
                <c:pt idx="806" formatCode="h:mm:ss">
                  <c:v>0.56909722222222225</c:v>
                </c:pt>
                <c:pt idx="807" formatCode="h:mm:ss">
                  <c:v>0.56927083333333328</c:v>
                </c:pt>
                <c:pt idx="808" formatCode="h:mm:ss">
                  <c:v>0.56944444444444442</c:v>
                </c:pt>
                <c:pt idx="809" formatCode="h:mm:ss">
                  <c:v>0.56961805555555556</c:v>
                </c:pt>
                <c:pt idx="810" formatCode="h:mm:ss">
                  <c:v>0.5697916666666667</c:v>
                </c:pt>
                <c:pt idx="811" formatCode="h:mm:ss">
                  <c:v>0.56996527777777772</c:v>
                </c:pt>
                <c:pt idx="812" formatCode="h:mm:ss">
                  <c:v>0.57013888888888886</c:v>
                </c:pt>
                <c:pt idx="813" formatCode="h:mm:ss">
                  <c:v>0.5703125</c:v>
                </c:pt>
                <c:pt idx="814" formatCode="h:mm:ss">
                  <c:v>0.57048611111111114</c:v>
                </c:pt>
                <c:pt idx="815" formatCode="h:mm:ss">
                  <c:v>0.57065972222222228</c:v>
                </c:pt>
                <c:pt idx="816" formatCode="h:mm:ss">
                  <c:v>0.5708333333333333</c:v>
                </c:pt>
                <c:pt idx="817" formatCode="h:mm:ss">
                  <c:v>0.57100694444444444</c:v>
                </c:pt>
                <c:pt idx="818" formatCode="h:mm:ss">
                  <c:v>0.57118055555555558</c:v>
                </c:pt>
                <c:pt idx="819" formatCode="h:mm:ss">
                  <c:v>0.57135416666666672</c:v>
                </c:pt>
                <c:pt idx="820" formatCode="h:mm:ss">
                  <c:v>0.57152777777777775</c:v>
                </c:pt>
                <c:pt idx="821" formatCode="h:mm:ss">
                  <c:v>0.57170138888888888</c:v>
                </c:pt>
                <c:pt idx="822" formatCode="h:mm:ss">
                  <c:v>0.57187500000000002</c:v>
                </c:pt>
                <c:pt idx="823" formatCode="h:mm:ss">
                  <c:v>0.57204861111111116</c:v>
                </c:pt>
                <c:pt idx="824" formatCode="h:mm:ss">
                  <c:v>0.57222222222222219</c:v>
                </c:pt>
                <c:pt idx="825" formatCode="h:mm:ss">
                  <c:v>0.57239583333333333</c:v>
                </c:pt>
                <c:pt idx="826" formatCode="h:mm:ss">
                  <c:v>0.57256944444444446</c:v>
                </c:pt>
                <c:pt idx="827" formatCode="h:mm:ss">
                  <c:v>0.5727430555555556</c:v>
                </c:pt>
                <c:pt idx="828" formatCode="h:mm:ss">
                  <c:v>0.57291666666666663</c:v>
                </c:pt>
                <c:pt idx="829" formatCode="h:mm:ss">
                  <c:v>0.57309027777777777</c:v>
                </c:pt>
                <c:pt idx="830" formatCode="h:mm:ss">
                  <c:v>0.57326388888888891</c:v>
                </c:pt>
                <c:pt idx="831" formatCode="h:mm:ss">
                  <c:v>0.57343750000000004</c:v>
                </c:pt>
                <c:pt idx="832" formatCode="h:mm:ss">
                  <c:v>0.57361111111111107</c:v>
                </c:pt>
                <c:pt idx="833" formatCode="h:mm:ss">
                  <c:v>0.57378472222222221</c:v>
                </c:pt>
                <c:pt idx="834" formatCode="h:mm:ss">
                  <c:v>0.57395833333333335</c:v>
                </c:pt>
                <c:pt idx="835" formatCode="h:mm:ss">
                  <c:v>0.57413194444444449</c:v>
                </c:pt>
                <c:pt idx="836" formatCode="h:mm:ss">
                  <c:v>0.57430555555555551</c:v>
                </c:pt>
                <c:pt idx="837" formatCode="h:mm:ss">
                  <c:v>0.57447916666666665</c:v>
                </c:pt>
                <c:pt idx="838" formatCode="h:mm:ss">
                  <c:v>0.57465277777777779</c:v>
                </c:pt>
                <c:pt idx="839" formatCode="h:mm:ss">
                  <c:v>0.57482638888888893</c:v>
                </c:pt>
                <c:pt idx="840" formatCode="h:mm:ss">
                  <c:v>0.57499999999999996</c:v>
                </c:pt>
                <c:pt idx="841" formatCode="h:mm:ss">
                  <c:v>0.57517361111111109</c:v>
                </c:pt>
                <c:pt idx="842" formatCode="h:mm:ss">
                  <c:v>0.57534722222222223</c:v>
                </c:pt>
                <c:pt idx="843" formatCode="h:mm:ss">
                  <c:v>0.57552083333333337</c:v>
                </c:pt>
                <c:pt idx="844" formatCode="h:mm:ss">
                  <c:v>0.5756944444444444</c:v>
                </c:pt>
                <c:pt idx="845" formatCode="h:mm:ss">
                  <c:v>0.57586805555555554</c:v>
                </c:pt>
                <c:pt idx="846" formatCode="h:mm:ss">
                  <c:v>0.57604166666666667</c:v>
                </c:pt>
                <c:pt idx="847" formatCode="h:mm:ss">
                  <c:v>0.57621527777777781</c:v>
                </c:pt>
                <c:pt idx="848" formatCode="h:mm:ss">
                  <c:v>0.57638888888888884</c:v>
                </c:pt>
                <c:pt idx="849" formatCode="h:mm:ss">
                  <c:v>0.57656249999999998</c:v>
                </c:pt>
                <c:pt idx="850" formatCode="h:mm:ss">
                  <c:v>0.57673611111111112</c:v>
                </c:pt>
                <c:pt idx="851" formatCode="h:mm:ss">
                  <c:v>0.57690972222222225</c:v>
                </c:pt>
                <c:pt idx="852" formatCode="h:mm:ss">
                  <c:v>0.57708333333333328</c:v>
                </c:pt>
                <c:pt idx="853" formatCode="h:mm:ss">
                  <c:v>0.57725694444444442</c:v>
                </c:pt>
                <c:pt idx="854" formatCode="h:mm:ss">
                  <c:v>0.57743055555555556</c:v>
                </c:pt>
                <c:pt idx="855" formatCode="h:mm:ss">
                  <c:v>0.5776041666666667</c:v>
                </c:pt>
                <c:pt idx="856" formatCode="h:mm:ss">
                  <c:v>0.57777777777777772</c:v>
                </c:pt>
                <c:pt idx="857" formatCode="h:mm:ss">
                  <c:v>0.57795138888888886</c:v>
                </c:pt>
                <c:pt idx="858" formatCode="h:mm:ss">
                  <c:v>0.578125</c:v>
                </c:pt>
                <c:pt idx="859" formatCode="h:mm:ss">
                  <c:v>0.57829861111111114</c:v>
                </c:pt>
                <c:pt idx="860" formatCode="h:mm:ss">
                  <c:v>0.57847222222222228</c:v>
                </c:pt>
                <c:pt idx="861" formatCode="h:mm:ss">
                  <c:v>0.5786458333333333</c:v>
                </c:pt>
                <c:pt idx="862" formatCode="h:mm:ss">
                  <c:v>0.57881944444444444</c:v>
                </c:pt>
                <c:pt idx="863" formatCode="h:mm:ss">
                  <c:v>0.57899305555555558</c:v>
                </c:pt>
                <c:pt idx="864" formatCode="h:mm:ss">
                  <c:v>0.57916666666666672</c:v>
                </c:pt>
                <c:pt idx="865" formatCode="h:mm:ss">
                  <c:v>0.57934027777777775</c:v>
                </c:pt>
                <c:pt idx="866" formatCode="h:mm:ss">
                  <c:v>0.57951388888888888</c:v>
                </c:pt>
                <c:pt idx="867" formatCode="h:mm:ss">
                  <c:v>0.57968750000000002</c:v>
                </c:pt>
                <c:pt idx="868" formatCode="h:mm:ss">
                  <c:v>0.57986111111111116</c:v>
                </c:pt>
                <c:pt idx="869" formatCode="h:mm:ss">
                  <c:v>0.58003472222222219</c:v>
                </c:pt>
                <c:pt idx="870" formatCode="h:mm:ss">
                  <c:v>0.58020833333333333</c:v>
                </c:pt>
                <c:pt idx="871" formatCode="h:mm:ss">
                  <c:v>0.58038194444444446</c:v>
                </c:pt>
                <c:pt idx="872" formatCode="h:mm:ss">
                  <c:v>0.5805555555555556</c:v>
                </c:pt>
                <c:pt idx="873" formatCode="h:mm:ss">
                  <c:v>0.58072916666666663</c:v>
                </c:pt>
                <c:pt idx="874" formatCode="h:mm:ss">
                  <c:v>0.58090277777777777</c:v>
                </c:pt>
                <c:pt idx="875" formatCode="h:mm:ss">
                  <c:v>0.58107638888888891</c:v>
                </c:pt>
                <c:pt idx="876" formatCode="h:mm:ss">
                  <c:v>0.58125000000000004</c:v>
                </c:pt>
                <c:pt idx="877" formatCode="h:mm:ss">
                  <c:v>0.58142361111111107</c:v>
                </c:pt>
                <c:pt idx="878" formatCode="h:mm:ss">
                  <c:v>0.58159722222222221</c:v>
                </c:pt>
                <c:pt idx="879" formatCode="h:mm:ss">
                  <c:v>0.58177083333333335</c:v>
                </c:pt>
                <c:pt idx="880" formatCode="h:mm:ss">
                  <c:v>0.58194444444444449</c:v>
                </c:pt>
                <c:pt idx="881" formatCode="h:mm:ss">
                  <c:v>0.58211805555555551</c:v>
                </c:pt>
                <c:pt idx="882" formatCode="h:mm:ss">
                  <c:v>0.58229166666666665</c:v>
                </c:pt>
                <c:pt idx="883" formatCode="h:mm:ss">
                  <c:v>0.58246527777777779</c:v>
                </c:pt>
                <c:pt idx="884" formatCode="h:mm:ss">
                  <c:v>0.58263888888888893</c:v>
                </c:pt>
                <c:pt idx="885" formatCode="h:mm:ss">
                  <c:v>0.58281249999999996</c:v>
                </c:pt>
                <c:pt idx="886" formatCode="h:mm:ss">
                  <c:v>0.58298611111111109</c:v>
                </c:pt>
                <c:pt idx="887" formatCode="h:mm:ss">
                  <c:v>0.58315972222222223</c:v>
                </c:pt>
                <c:pt idx="888" formatCode="h:mm:ss">
                  <c:v>0.58333333333333337</c:v>
                </c:pt>
                <c:pt idx="889" formatCode="h:mm:ss">
                  <c:v>0.5835069444444444</c:v>
                </c:pt>
                <c:pt idx="890" formatCode="h:mm:ss">
                  <c:v>0.58368055555555554</c:v>
                </c:pt>
                <c:pt idx="891" formatCode="h:mm:ss">
                  <c:v>0.58385416666666667</c:v>
                </c:pt>
                <c:pt idx="892" formatCode="h:mm:ss">
                  <c:v>0.58402777777777781</c:v>
                </c:pt>
                <c:pt idx="893" formatCode="h:mm:ss">
                  <c:v>0.58420138888888884</c:v>
                </c:pt>
                <c:pt idx="894" formatCode="h:mm:ss">
                  <c:v>0.58437499999999998</c:v>
                </c:pt>
                <c:pt idx="895" formatCode="h:mm:ss">
                  <c:v>0.58454861111111112</c:v>
                </c:pt>
                <c:pt idx="896" formatCode="h:mm:ss">
                  <c:v>0.58472222222222225</c:v>
                </c:pt>
                <c:pt idx="897" formatCode="h:mm:ss">
                  <c:v>0.58489583333333328</c:v>
                </c:pt>
                <c:pt idx="898" formatCode="h:mm:ss">
                  <c:v>0.58506944444444442</c:v>
                </c:pt>
                <c:pt idx="899" formatCode="h:mm:ss">
                  <c:v>0.58524305555555556</c:v>
                </c:pt>
                <c:pt idx="900" formatCode="h:mm:ss">
                  <c:v>0.5854166666666667</c:v>
                </c:pt>
                <c:pt idx="901" formatCode="h:mm:ss">
                  <c:v>0.58559027777777772</c:v>
                </c:pt>
                <c:pt idx="902" formatCode="h:mm:ss">
                  <c:v>0.58576388888888886</c:v>
                </c:pt>
                <c:pt idx="903" formatCode="h:mm:ss">
                  <c:v>0.5859375</c:v>
                </c:pt>
                <c:pt idx="904" formatCode="h:mm:ss">
                  <c:v>0.58611111111111114</c:v>
                </c:pt>
                <c:pt idx="905" formatCode="h:mm:ss">
                  <c:v>0.58628472222222228</c:v>
                </c:pt>
                <c:pt idx="906" formatCode="h:mm:ss">
                  <c:v>0.5864583333333333</c:v>
                </c:pt>
                <c:pt idx="907" formatCode="h:mm:ss">
                  <c:v>0.58663194444444444</c:v>
                </c:pt>
                <c:pt idx="908" formatCode="h:mm:ss">
                  <c:v>0.58680555555555558</c:v>
                </c:pt>
                <c:pt idx="909" formatCode="h:mm:ss">
                  <c:v>0.58697916666666672</c:v>
                </c:pt>
                <c:pt idx="910" formatCode="h:mm:ss">
                  <c:v>0.58715277777777775</c:v>
                </c:pt>
                <c:pt idx="911" formatCode="h:mm:ss">
                  <c:v>0.58732638888888888</c:v>
                </c:pt>
                <c:pt idx="912" formatCode="h:mm:ss">
                  <c:v>0.58750000000000002</c:v>
                </c:pt>
                <c:pt idx="913" formatCode="h:mm:ss">
                  <c:v>0.58767361111111116</c:v>
                </c:pt>
                <c:pt idx="914" formatCode="h:mm:ss">
                  <c:v>0.58784722222222219</c:v>
                </c:pt>
                <c:pt idx="915" formatCode="h:mm:ss">
                  <c:v>0.58802083333333333</c:v>
                </c:pt>
                <c:pt idx="916" formatCode="h:mm:ss">
                  <c:v>0.58819444444444446</c:v>
                </c:pt>
                <c:pt idx="917" formatCode="h:mm:ss">
                  <c:v>0.5883680555555556</c:v>
                </c:pt>
                <c:pt idx="918" formatCode="h:mm:ss">
                  <c:v>0.58854166666666663</c:v>
                </c:pt>
                <c:pt idx="919" formatCode="h:mm:ss">
                  <c:v>0.58871527777777777</c:v>
                </c:pt>
                <c:pt idx="920" formatCode="h:mm:ss">
                  <c:v>0.58888888888888891</c:v>
                </c:pt>
                <c:pt idx="921" formatCode="h:mm:ss">
                  <c:v>0.58906250000000004</c:v>
                </c:pt>
                <c:pt idx="922" formatCode="h:mm:ss">
                  <c:v>0.58923611111111107</c:v>
                </c:pt>
                <c:pt idx="923" formatCode="h:mm:ss">
                  <c:v>0.58940972222222221</c:v>
                </c:pt>
                <c:pt idx="924" formatCode="h:mm:ss">
                  <c:v>0.58958333333333335</c:v>
                </c:pt>
                <c:pt idx="925" formatCode="h:mm:ss">
                  <c:v>0.58975694444444449</c:v>
                </c:pt>
                <c:pt idx="926" formatCode="h:mm:ss">
                  <c:v>0.58993055555555551</c:v>
                </c:pt>
                <c:pt idx="927" formatCode="h:mm:ss">
                  <c:v>0.59010416666666665</c:v>
                </c:pt>
                <c:pt idx="928" formatCode="h:mm:ss">
                  <c:v>0.59027777777777779</c:v>
                </c:pt>
                <c:pt idx="929" formatCode="h:mm:ss">
                  <c:v>0.59045138888888893</c:v>
                </c:pt>
                <c:pt idx="930" formatCode="h:mm:ss">
                  <c:v>0.59062499999999996</c:v>
                </c:pt>
                <c:pt idx="931" formatCode="h:mm:ss">
                  <c:v>0.59079861111111109</c:v>
                </c:pt>
                <c:pt idx="932" formatCode="h:mm:ss">
                  <c:v>0.59097222222222223</c:v>
                </c:pt>
                <c:pt idx="933" formatCode="h:mm:ss">
                  <c:v>0.59114583333333337</c:v>
                </c:pt>
                <c:pt idx="934" formatCode="h:mm:ss">
                  <c:v>0.5913194444444444</c:v>
                </c:pt>
                <c:pt idx="935" formatCode="h:mm:ss">
                  <c:v>0.59149305555555554</c:v>
                </c:pt>
                <c:pt idx="936" formatCode="h:mm:ss">
                  <c:v>0.59166666666666667</c:v>
                </c:pt>
                <c:pt idx="937" formatCode="h:mm:ss">
                  <c:v>0.59184027777777781</c:v>
                </c:pt>
                <c:pt idx="938" formatCode="h:mm:ss">
                  <c:v>0.59201388888888884</c:v>
                </c:pt>
                <c:pt idx="939" formatCode="h:mm:ss">
                  <c:v>0.59218749999999998</c:v>
                </c:pt>
                <c:pt idx="940" formatCode="h:mm:ss">
                  <c:v>0.59236111111111112</c:v>
                </c:pt>
                <c:pt idx="941" formatCode="h:mm:ss">
                  <c:v>0.59253472222222225</c:v>
                </c:pt>
                <c:pt idx="942" formatCode="h:mm:ss">
                  <c:v>0.59270833333333328</c:v>
                </c:pt>
                <c:pt idx="943" formatCode="h:mm:ss">
                  <c:v>0.59288194444444442</c:v>
                </c:pt>
                <c:pt idx="944" formatCode="h:mm:ss">
                  <c:v>0.59305555555555556</c:v>
                </c:pt>
                <c:pt idx="945" formatCode="h:mm:ss">
                  <c:v>0.5932291666666667</c:v>
                </c:pt>
                <c:pt idx="946" formatCode="h:mm:ss">
                  <c:v>0.59340277777777772</c:v>
                </c:pt>
                <c:pt idx="947" formatCode="h:mm:ss">
                  <c:v>0.59357638888888886</c:v>
                </c:pt>
                <c:pt idx="948" formatCode="h:mm:ss">
                  <c:v>0.59375</c:v>
                </c:pt>
                <c:pt idx="949" formatCode="h:mm:ss">
                  <c:v>0.59392361111111114</c:v>
                </c:pt>
                <c:pt idx="950" formatCode="h:mm:ss">
                  <c:v>0.59409722222222228</c:v>
                </c:pt>
                <c:pt idx="951" formatCode="h:mm:ss">
                  <c:v>0.5942708333333333</c:v>
                </c:pt>
                <c:pt idx="952" formatCode="h:mm:ss">
                  <c:v>0.59444444444444444</c:v>
                </c:pt>
                <c:pt idx="953" formatCode="h:mm:ss">
                  <c:v>0.59461805555555558</c:v>
                </c:pt>
                <c:pt idx="954" formatCode="h:mm:ss">
                  <c:v>0.59479166666666672</c:v>
                </c:pt>
                <c:pt idx="955" formatCode="h:mm:ss">
                  <c:v>0.59496527777777775</c:v>
                </c:pt>
                <c:pt idx="956" formatCode="h:mm:ss">
                  <c:v>0.59513888888888888</c:v>
                </c:pt>
                <c:pt idx="957" formatCode="h:mm:ss">
                  <c:v>0.59531250000000002</c:v>
                </c:pt>
                <c:pt idx="958" formatCode="h:mm:ss">
                  <c:v>0.59548611111111116</c:v>
                </c:pt>
                <c:pt idx="959" formatCode="h:mm:ss">
                  <c:v>0.59565972222222219</c:v>
                </c:pt>
                <c:pt idx="960" formatCode="h:mm:ss">
                  <c:v>0.59583333333333333</c:v>
                </c:pt>
                <c:pt idx="961" formatCode="h:mm:ss">
                  <c:v>0.59600694444444446</c:v>
                </c:pt>
                <c:pt idx="962" formatCode="h:mm:ss">
                  <c:v>0.5961805555555556</c:v>
                </c:pt>
                <c:pt idx="963" formatCode="h:mm:ss">
                  <c:v>0.59635416666666663</c:v>
                </c:pt>
                <c:pt idx="964" formatCode="h:mm:ss">
                  <c:v>0.59652777777777777</c:v>
                </c:pt>
                <c:pt idx="965" formatCode="h:mm:ss">
                  <c:v>0.59670138888888891</c:v>
                </c:pt>
                <c:pt idx="966" formatCode="h:mm:ss">
                  <c:v>0.59687500000000004</c:v>
                </c:pt>
                <c:pt idx="967" formatCode="h:mm:ss">
                  <c:v>0.59704861111111107</c:v>
                </c:pt>
                <c:pt idx="968" formatCode="h:mm:ss">
                  <c:v>0.59722222222222221</c:v>
                </c:pt>
                <c:pt idx="969" formatCode="h:mm:ss">
                  <c:v>0.59739583333333335</c:v>
                </c:pt>
                <c:pt idx="970" formatCode="h:mm:ss">
                  <c:v>0.59756944444444449</c:v>
                </c:pt>
                <c:pt idx="971" formatCode="h:mm:ss">
                  <c:v>0.59774305555555551</c:v>
                </c:pt>
                <c:pt idx="972" formatCode="h:mm:ss">
                  <c:v>0.59791666666666665</c:v>
                </c:pt>
                <c:pt idx="973" formatCode="h:mm:ss">
                  <c:v>0.59809027777777779</c:v>
                </c:pt>
                <c:pt idx="974" formatCode="h:mm:ss">
                  <c:v>0.59826388888888893</c:v>
                </c:pt>
                <c:pt idx="975" formatCode="h:mm:ss">
                  <c:v>0.59843749999999996</c:v>
                </c:pt>
                <c:pt idx="976" formatCode="h:mm:ss">
                  <c:v>0.59861111111111109</c:v>
                </c:pt>
                <c:pt idx="977" formatCode="h:mm:ss">
                  <c:v>0.59878472222222223</c:v>
                </c:pt>
                <c:pt idx="978" formatCode="h:mm:ss">
                  <c:v>0.59895833333333337</c:v>
                </c:pt>
                <c:pt idx="979" formatCode="h:mm:ss">
                  <c:v>0.5991319444444444</c:v>
                </c:pt>
                <c:pt idx="980" formatCode="h:mm:ss">
                  <c:v>0.59930555555555554</c:v>
                </c:pt>
                <c:pt idx="981" formatCode="h:mm:ss">
                  <c:v>0.59947916666666667</c:v>
                </c:pt>
                <c:pt idx="982" formatCode="h:mm:ss">
                  <c:v>0.59965277777777781</c:v>
                </c:pt>
                <c:pt idx="983" formatCode="h:mm:ss">
                  <c:v>0.59982638888888884</c:v>
                </c:pt>
                <c:pt idx="984" formatCode="h:mm:ss">
                  <c:v>0.6</c:v>
                </c:pt>
                <c:pt idx="985" formatCode="h:mm:ss">
                  <c:v>0.60017361111111112</c:v>
                </c:pt>
                <c:pt idx="986" formatCode="h:mm:ss">
                  <c:v>0.60034722222222225</c:v>
                </c:pt>
                <c:pt idx="987" formatCode="h:mm:ss">
                  <c:v>0.60052083333333328</c:v>
                </c:pt>
                <c:pt idx="988" formatCode="h:mm:ss">
                  <c:v>0.60069444444444442</c:v>
                </c:pt>
                <c:pt idx="989" formatCode="h:mm:ss">
                  <c:v>0.60086805555555556</c:v>
                </c:pt>
                <c:pt idx="990" formatCode="h:mm:ss">
                  <c:v>0.6010416666666667</c:v>
                </c:pt>
                <c:pt idx="991" formatCode="h:mm:ss">
                  <c:v>0.60121527777777772</c:v>
                </c:pt>
                <c:pt idx="992" formatCode="h:mm:ss">
                  <c:v>0.60138888888888886</c:v>
                </c:pt>
                <c:pt idx="993" formatCode="h:mm:ss">
                  <c:v>0.6015625</c:v>
                </c:pt>
                <c:pt idx="994" formatCode="h:mm:ss">
                  <c:v>0.60173611111111114</c:v>
                </c:pt>
                <c:pt idx="995" formatCode="h:mm:ss">
                  <c:v>0.60190972222222228</c:v>
                </c:pt>
                <c:pt idx="996" formatCode="h:mm:ss">
                  <c:v>0.6020833333333333</c:v>
                </c:pt>
                <c:pt idx="997" formatCode="h:mm:ss">
                  <c:v>0.60225694444444444</c:v>
                </c:pt>
                <c:pt idx="998" formatCode="h:mm:ss">
                  <c:v>0.60243055555555558</c:v>
                </c:pt>
                <c:pt idx="999" formatCode="h:mm:ss">
                  <c:v>0.60260416666666672</c:v>
                </c:pt>
                <c:pt idx="1000" formatCode="h:mm:ss">
                  <c:v>0.60277777777777775</c:v>
                </c:pt>
                <c:pt idx="1001" formatCode="h:mm:ss">
                  <c:v>0.60295138888888888</c:v>
                </c:pt>
                <c:pt idx="1002" formatCode="h:mm:ss">
                  <c:v>0.60312500000000002</c:v>
                </c:pt>
                <c:pt idx="1003" formatCode="h:mm:ss">
                  <c:v>0.60329861111111116</c:v>
                </c:pt>
                <c:pt idx="1004" formatCode="h:mm:ss">
                  <c:v>0.60347222222222219</c:v>
                </c:pt>
                <c:pt idx="1005" formatCode="h:mm:ss">
                  <c:v>0.60364583333333333</c:v>
                </c:pt>
                <c:pt idx="1006" formatCode="h:mm:ss">
                  <c:v>0.60381944444444446</c:v>
                </c:pt>
                <c:pt idx="1007" formatCode="h:mm:ss">
                  <c:v>0.6039930555555556</c:v>
                </c:pt>
                <c:pt idx="1008" formatCode="h:mm:ss">
                  <c:v>0.60416666666666663</c:v>
                </c:pt>
                <c:pt idx="1009" formatCode="h:mm:ss">
                  <c:v>0.60434027777777777</c:v>
                </c:pt>
                <c:pt idx="1010" formatCode="h:mm:ss">
                  <c:v>0.60451388888888891</c:v>
                </c:pt>
                <c:pt idx="1011" formatCode="h:mm:ss">
                  <c:v>0.60468750000000004</c:v>
                </c:pt>
                <c:pt idx="1012" formatCode="h:mm:ss">
                  <c:v>0.60486111111111107</c:v>
                </c:pt>
                <c:pt idx="1013" formatCode="h:mm:ss">
                  <c:v>0.60503472222222221</c:v>
                </c:pt>
                <c:pt idx="1014" formatCode="h:mm:ss">
                  <c:v>0.60520833333333335</c:v>
                </c:pt>
                <c:pt idx="1015" formatCode="h:mm:ss">
                  <c:v>0.60538194444444449</c:v>
                </c:pt>
                <c:pt idx="1016" formatCode="h:mm:ss">
                  <c:v>0.60555555555555551</c:v>
                </c:pt>
                <c:pt idx="1017" formatCode="h:mm:ss">
                  <c:v>0.60572916666666665</c:v>
                </c:pt>
                <c:pt idx="1018" formatCode="h:mm:ss">
                  <c:v>0.60590277777777779</c:v>
                </c:pt>
                <c:pt idx="1019" formatCode="h:mm:ss">
                  <c:v>0.60607638888888893</c:v>
                </c:pt>
                <c:pt idx="1020" formatCode="h:mm:ss">
                  <c:v>0.60624999999999996</c:v>
                </c:pt>
                <c:pt idx="1021" formatCode="h:mm:ss">
                  <c:v>0.60642361111111109</c:v>
                </c:pt>
                <c:pt idx="1022" formatCode="h:mm:ss">
                  <c:v>0.60659722222222223</c:v>
                </c:pt>
                <c:pt idx="1023" formatCode="h:mm:ss">
                  <c:v>0.60677083333333337</c:v>
                </c:pt>
                <c:pt idx="1024" formatCode="h:mm:ss">
                  <c:v>0.6069444444444444</c:v>
                </c:pt>
                <c:pt idx="1025" formatCode="h:mm:ss">
                  <c:v>0.60711805555555554</c:v>
                </c:pt>
                <c:pt idx="1026" formatCode="h:mm:ss">
                  <c:v>0.60729166666666667</c:v>
                </c:pt>
                <c:pt idx="1027" formatCode="h:mm:ss">
                  <c:v>0.60746527777777781</c:v>
                </c:pt>
                <c:pt idx="1028" formatCode="h:mm:ss">
                  <c:v>0.60763888888888884</c:v>
                </c:pt>
                <c:pt idx="1029" formatCode="h:mm:ss">
                  <c:v>0.60781249999999998</c:v>
                </c:pt>
                <c:pt idx="1030" formatCode="h:mm:ss">
                  <c:v>0.60798611111111112</c:v>
                </c:pt>
                <c:pt idx="1031" formatCode="h:mm:ss">
                  <c:v>0.60815972222222225</c:v>
                </c:pt>
                <c:pt idx="1032" formatCode="h:mm:ss">
                  <c:v>0.60833333333333328</c:v>
                </c:pt>
                <c:pt idx="1033" formatCode="h:mm:ss">
                  <c:v>0.60850694444444442</c:v>
                </c:pt>
                <c:pt idx="1034" formatCode="h:mm:ss">
                  <c:v>0.60868055555555556</c:v>
                </c:pt>
                <c:pt idx="1035" formatCode="h:mm:ss">
                  <c:v>0.6088541666666667</c:v>
                </c:pt>
                <c:pt idx="1036" formatCode="h:mm:ss">
                  <c:v>0.60902777777777772</c:v>
                </c:pt>
                <c:pt idx="1037" formatCode="h:mm:ss">
                  <c:v>0.60920138888888886</c:v>
                </c:pt>
                <c:pt idx="1038" formatCode="h:mm:ss">
                  <c:v>0.609375</c:v>
                </c:pt>
                <c:pt idx="1039" formatCode="h:mm:ss">
                  <c:v>0.60954861111111114</c:v>
                </c:pt>
                <c:pt idx="1040" formatCode="h:mm:ss">
                  <c:v>0.60972222222222228</c:v>
                </c:pt>
                <c:pt idx="1041" formatCode="h:mm:ss">
                  <c:v>0.6098958333333333</c:v>
                </c:pt>
                <c:pt idx="1042" formatCode="h:mm:ss">
                  <c:v>0.61006944444444444</c:v>
                </c:pt>
                <c:pt idx="1043" formatCode="h:mm:ss">
                  <c:v>0.61024305555555558</c:v>
                </c:pt>
                <c:pt idx="1044" formatCode="h:mm:ss">
                  <c:v>0.61041666666666672</c:v>
                </c:pt>
                <c:pt idx="1045" formatCode="h:mm:ss">
                  <c:v>0.61059027777777775</c:v>
                </c:pt>
                <c:pt idx="1046" formatCode="h:mm:ss">
                  <c:v>0.61076388888888888</c:v>
                </c:pt>
                <c:pt idx="1047" formatCode="h:mm:ss">
                  <c:v>0.61093750000000002</c:v>
                </c:pt>
                <c:pt idx="1048" formatCode="h:mm:ss">
                  <c:v>0.61111111111111116</c:v>
                </c:pt>
                <c:pt idx="1049" formatCode="h:mm:ss">
                  <c:v>0.61128472222222219</c:v>
                </c:pt>
                <c:pt idx="1050" formatCode="h:mm:ss">
                  <c:v>0.61145833333333333</c:v>
                </c:pt>
                <c:pt idx="1051" formatCode="h:mm:ss">
                  <c:v>0.61163194444444446</c:v>
                </c:pt>
                <c:pt idx="1052" formatCode="h:mm:ss">
                  <c:v>0.6118055555555556</c:v>
                </c:pt>
                <c:pt idx="1053" formatCode="h:mm:ss">
                  <c:v>0.61197916666666663</c:v>
                </c:pt>
                <c:pt idx="1054" formatCode="h:mm:ss">
                  <c:v>0.61215277777777777</c:v>
                </c:pt>
                <c:pt idx="1055" formatCode="h:mm:ss">
                  <c:v>0.61232638888888891</c:v>
                </c:pt>
                <c:pt idx="1056" formatCode="h:mm:ss">
                  <c:v>0.61250000000000004</c:v>
                </c:pt>
                <c:pt idx="1057" formatCode="h:mm:ss">
                  <c:v>0.61267361111111107</c:v>
                </c:pt>
                <c:pt idx="1058" formatCode="h:mm:ss">
                  <c:v>0.61284722222222221</c:v>
                </c:pt>
                <c:pt idx="1059" formatCode="h:mm:ss">
                  <c:v>0.61302083333333335</c:v>
                </c:pt>
                <c:pt idx="1060" formatCode="h:mm:ss">
                  <c:v>0.61319444444444449</c:v>
                </c:pt>
                <c:pt idx="1061" formatCode="h:mm:ss">
                  <c:v>0.61336805555555551</c:v>
                </c:pt>
                <c:pt idx="1062" formatCode="h:mm:ss">
                  <c:v>0.61354166666666665</c:v>
                </c:pt>
                <c:pt idx="1063" formatCode="h:mm:ss">
                  <c:v>0.61371527777777779</c:v>
                </c:pt>
                <c:pt idx="1064" formatCode="h:mm:ss">
                  <c:v>0.61388888888888893</c:v>
                </c:pt>
                <c:pt idx="1065" formatCode="h:mm:ss">
                  <c:v>0.61406249999999996</c:v>
                </c:pt>
                <c:pt idx="1066" formatCode="h:mm:ss">
                  <c:v>0.61423611111111109</c:v>
                </c:pt>
                <c:pt idx="1067" formatCode="h:mm:ss">
                  <c:v>0.61440972222222223</c:v>
                </c:pt>
                <c:pt idx="1068" formatCode="h:mm:ss">
                  <c:v>0.61458333333333337</c:v>
                </c:pt>
                <c:pt idx="1069" formatCode="h:mm:ss">
                  <c:v>0.6147569444444444</c:v>
                </c:pt>
                <c:pt idx="1070" formatCode="h:mm:ss">
                  <c:v>0.61493055555555554</c:v>
                </c:pt>
                <c:pt idx="1071" formatCode="h:mm:ss">
                  <c:v>0.61510416666666667</c:v>
                </c:pt>
                <c:pt idx="1072" formatCode="h:mm:ss">
                  <c:v>0.61527777777777781</c:v>
                </c:pt>
                <c:pt idx="1073" formatCode="h:mm:ss">
                  <c:v>0.61545138888888884</c:v>
                </c:pt>
                <c:pt idx="1074" formatCode="h:mm:ss">
                  <c:v>0.61562499999999998</c:v>
                </c:pt>
                <c:pt idx="1075" formatCode="h:mm:ss">
                  <c:v>0.61579861111111112</c:v>
                </c:pt>
                <c:pt idx="1076" formatCode="h:mm:ss">
                  <c:v>0.61597222222222225</c:v>
                </c:pt>
                <c:pt idx="1077" formatCode="h:mm:ss">
                  <c:v>0.61614583333333328</c:v>
                </c:pt>
                <c:pt idx="1078" formatCode="h:mm:ss">
                  <c:v>0.61631944444444442</c:v>
                </c:pt>
                <c:pt idx="1079" formatCode="h:mm:ss">
                  <c:v>0.61649305555555556</c:v>
                </c:pt>
                <c:pt idx="1080" formatCode="h:mm:ss">
                  <c:v>0.6166666666666667</c:v>
                </c:pt>
                <c:pt idx="1081" formatCode="h:mm:ss">
                  <c:v>0.61684027777777772</c:v>
                </c:pt>
                <c:pt idx="1082" formatCode="h:mm:ss">
                  <c:v>0.61701388888888886</c:v>
                </c:pt>
                <c:pt idx="1083" formatCode="h:mm:ss">
                  <c:v>0.6171875</c:v>
                </c:pt>
                <c:pt idx="1084" formatCode="h:mm:ss">
                  <c:v>0.61736111111111114</c:v>
                </c:pt>
                <c:pt idx="1085" formatCode="h:mm:ss">
                  <c:v>0.61753472222222228</c:v>
                </c:pt>
                <c:pt idx="1086" formatCode="h:mm:ss">
                  <c:v>0.6177083333333333</c:v>
                </c:pt>
                <c:pt idx="1087" formatCode="h:mm:ss">
                  <c:v>0.61788194444444444</c:v>
                </c:pt>
                <c:pt idx="1088" formatCode="h:mm:ss">
                  <c:v>0.61805555555555558</c:v>
                </c:pt>
                <c:pt idx="1089" formatCode="h:mm:ss">
                  <c:v>0.61822916666666672</c:v>
                </c:pt>
                <c:pt idx="1090" formatCode="h:mm:ss">
                  <c:v>0.61840277777777775</c:v>
                </c:pt>
                <c:pt idx="1091" formatCode="h:mm:ss">
                  <c:v>0.61857638888888888</c:v>
                </c:pt>
                <c:pt idx="1092" formatCode="h:mm:ss">
                  <c:v>0.61875000000000002</c:v>
                </c:pt>
                <c:pt idx="1093" formatCode="h:mm:ss">
                  <c:v>0.61892361111111116</c:v>
                </c:pt>
                <c:pt idx="1094" formatCode="h:mm:ss">
                  <c:v>0.61909722222222219</c:v>
                </c:pt>
                <c:pt idx="1095" formatCode="h:mm:ss">
                  <c:v>0.61927083333333333</c:v>
                </c:pt>
                <c:pt idx="1096" formatCode="h:mm:ss">
                  <c:v>0.61944444444444446</c:v>
                </c:pt>
                <c:pt idx="1097" formatCode="h:mm:ss">
                  <c:v>0.6196180555555556</c:v>
                </c:pt>
                <c:pt idx="1098" formatCode="h:mm:ss">
                  <c:v>0.61979166666666663</c:v>
                </c:pt>
                <c:pt idx="1099" formatCode="h:mm:ss">
                  <c:v>0.61996527777777777</c:v>
                </c:pt>
                <c:pt idx="1100" formatCode="h:mm:ss">
                  <c:v>0.62013888888888891</c:v>
                </c:pt>
                <c:pt idx="1101" formatCode="h:mm:ss">
                  <c:v>0.62031250000000004</c:v>
                </c:pt>
                <c:pt idx="1102" formatCode="h:mm:ss">
                  <c:v>0.62048611111111107</c:v>
                </c:pt>
                <c:pt idx="1103" formatCode="h:mm:ss">
                  <c:v>0.62065972222222221</c:v>
                </c:pt>
                <c:pt idx="1104" formatCode="h:mm:ss">
                  <c:v>0.62083333333333335</c:v>
                </c:pt>
                <c:pt idx="1105" formatCode="h:mm:ss">
                  <c:v>0.62100694444444449</c:v>
                </c:pt>
                <c:pt idx="1106" formatCode="h:mm:ss">
                  <c:v>0.62118055555555551</c:v>
                </c:pt>
                <c:pt idx="1107" formatCode="h:mm:ss">
                  <c:v>0.62135416666666665</c:v>
                </c:pt>
                <c:pt idx="1108" formatCode="h:mm:ss">
                  <c:v>0.62152777777777779</c:v>
                </c:pt>
                <c:pt idx="1109" formatCode="h:mm:ss">
                  <c:v>0.62170138888888893</c:v>
                </c:pt>
                <c:pt idx="1110" formatCode="h:mm:ss">
                  <c:v>0.62187499999999996</c:v>
                </c:pt>
                <c:pt idx="1111" formatCode="h:mm:ss">
                  <c:v>0.62204861111111109</c:v>
                </c:pt>
                <c:pt idx="1112" formatCode="h:mm:ss">
                  <c:v>0.62222222222222223</c:v>
                </c:pt>
                <c:pt idx="1113" formatCode="h:mm:ss">
                  <c:v>0.62239583333333337</c:v>
                </c:pt>
                <c:pt idx="1114" formatCode="h:mm:ss">
                  <c:v>0.6225694444444444</c:v>
                </c:pt>
                <c:pt idx="1115" formatCode="h:mm:ss">
                  <c:v>0.62274305555555554</c:v>
                </c:pt>
                <c:pt idx="1116" formatCode="h:mm:ss">
                  <c:v>0.62291666666666667</c:v>
                </c:pt>
                <c:pt idx="1117" formatCode="h:mm:ss">
                  <c:v>0.62309027777777781</c:v>
                </c:pt>
                <c:pt idx="1118" formatCode="h:mm:ss">
                  <c:v>0.62326388888888884</c:v>
                </c:pt>
                <c:pt idx="1119" formatCode="h:mm:ss">
                  <c:v>0.62343749999999998</c:v>
                </c:pt>
                <c:pt idx="1120" formatCode="h:mm:ss">
                  <c:v>0.62361111111111112</c:v>
                </c:pt>
                <c:pt idx="1121" formatCode="h:mm:ss">
                  <c:v>0.62378472222222225</c:v>
                </c:pt>
                <c:pt idx="1122" formatCode="h:mm:ss">
                  <c:v>0.62395833333333328</c:v>
                </c:pt>
                <c:pt idx="1123" formatCode="h:mm:ss">
                  <c:v>0.62413194444444442</c:v>
                </c:pt>
                <c:pt idx="1124" formatCode="h:mm:ss">
                  <c:v>0.62430555555555556</c:v>
                </c:pt>
                <c:pt idx="1125" formatCode="h:mm:ss">
                  <c:v>0.6244791666666667</c:v>
                </c:pt>
                <c:pt idx="1126" formatCode="h:mm:ss">
                  <c:v>0.62465277777777772</c:v>
                </c:pt>
                <c:pt idx="1127" formatCode="h:mm:ss">
                  <c:v>0.62482638888888886</c:v>
                </c:pt>
                <c:pt idx="1128" formatCode="h:mm:ss">
                  <c:v>0.625</c:v>
                </c:pt>
                <c:pt idx="1129" formatCode="h:mm:ss">
                  <c:v>0.62517361111111114</c:v>
                </c:pt>
                <c:pt idx="1130" formatCode="h:mm:ss">
                  <c:v>0.62534722222222228</c:v>
                </c:pt>
                <c:pt idx="1131" formatCode="h:mm:ss">
                  <c:v>0.6255208333333333</c:v>
                </c:pt>
                <c:pt idx="1132" formatCode="h:mm:ss">
                  <c:v>0.62569444444444444</c:v>
                </c:pt>
                <c:pt idx="1133" formatCode="h:mm:ss">
                  <c:v>0.62586805555555558</c:v>
                </c:pt>
                <c:pt idx="1134" formatCode="h:mm:ss">
                  <c:v>0.62604166666666672</c:v>
                </c:pt>
                <c:pt idx="1135" formatCode="h:mm:ss">
                  <c:v>0.62621527777777775</c:v>
                </c:pt>
                <c:pt idx="1136" formatCode="h:mm:ss">
                  <c:v>0.62638888888888888</c:v>
                </c:pt>
                <c:pt idx="1137" formatCode="h:mm:ss">
                  <c:v>0.62656250000000002</c:v>
                </c:pt>
                <c:pt idx="1138" formatCode="h:mm:ss">
                  <c:v>0.62673611111111116</c:v>
                </c:pt>
                <c:pt idx="1139" formatCode="h:mm:ss">
                  <c:v>0.62690972222222219</c:v>
                </c:pt>
                <c:pt idx="1140" formatCode="h:mm:ss">
                  <c:v>0.62708333333333333</c:v>
                </c:pt>
                <c:pt idx="1141" formatCode="h:mm:ss">
                  <c:v>0.62725694444444446</c:v>
                </c:pt>
                <c:pt idx="1142" formatCode="h:mm:ss">
                  <c:v>0.6274305555555556</c:v>
                </c:pt>
                <c:pt idx="1143" formatCode="h:mm:ss">
                  <c:v>0.62760416666666663</c:v>
                </c:pt>
                <c:pt idx="1144" formatCode="h:mm:ss">
                  <c:v>0.62777777777777777</c:v>
                </c:pt>
                <c:pt idx="1145" formatCode="h:mm:ss">
                  <c:v>0.62795138888888891</c:v>
                </c:pt>
                <c:pt idx="1146" formatCode="h:mm:ss">
                  <c:v>0.62812500000000004</c:v>
                </c:pt>
                <c:pt idx="1147" formatCode="h:mm:ss">
                  <c:v>0.62829861111111107</c:v>
                </c:pt>
                <c:pt idx="1148" formatCode="h:mm:ss">
                  <c:v>0.62847222222222221</c:v>
                </c:pt>
                <c:pt idx="1149" formatCode="h:mm:ss">
                  <c:v>0.62864583333333335</c:v>
                </c:pt>
                <c:pt idx="1150" formatCode="h:mm:ss">
                  <c:v>0.62881944444444449</c:v>
                </c:pt>
                <c:pt idx="1151" formatCode="h:mm:ss">
                  <c:v>0.62899305555555551</c:v>
                </c:pt>
                <c:pt idx="1152" formatCode="h:mm:ss">
                  <c:v>0.62916666666666665</c:v>
                </c:pt>
                <c:pt idx="1153" formatCode="h:mm:ss">
                  <c:v>0.62934027777777779</c:v>
                </c:pt>
                <c:pt idx="1154" formatCode="h:mm:ss">
                  <c:v>0.62951388888888893</c:v>
                </c:pt>
                <c:pt idx="1155" formatCode="h:mm:ss">
                  <c:v>0.62968749999999996</c:v>
                </c:pt>
                <c:pt idx="1156" formatCode="h:mm:ss">
                  <c:v>0.62986111111111109</c:v>
                </c:pt>
                <c:pt idx="1157" formatCode="h:mm:ss">
                  <c:v>0.63003472222222223</c:v>
                </c:pt>
                <c:pt idx="1158" formatCode="h:mm:ss">
                  <c:v>0.63020833333333337</c:v>
                </c:pt>
                <c:pt idx="1159" formatCode="h:mm:ss">
                  <c:v>0.6303819444444444</c:v>
                </c:pt>
                <c:pt idx="1160" formatCode="h:mm:ss">
                  <c:v>0.63055555555555554</c:v>
                </c:pt>
                <c:pt idx="1161" formatCode="h:mm:ss">
                  <c:v>0.63072916666666667</c:v>
                </c:pt>
                <c:pt idx="1162" formatCode="h:mm:ss">
                  <c:v>0.63090277777777781</c:v>
                </c:pt>
                <c:pt idx="1163" formatCode="h:mm:ss">
                  <c:v>0.63107638888888884</c:v>
                </c:pt>
                <c:pt idx="1164" formatCode="h:mm:ss">
                  <c:v>0.63124999999999998</c:v>
                </c:pt>
                <c:pt idx="1165" formatCode="h:mm:ss">
                  <c:v>0.63142361111111112</c:v>
                </c:pt>
                <c:pt idx="1166" formatCode="h:mm:ss">
                  <c:v>0.63159722222222225</c:v>
                </c:pt>
                <c:pt idx="1167" formatCode="h:mm:ss">
                  <c:v>0.63177083333333328</c:v>
                </c:pt>
                <c:pt idx="1168" formatCode="h:mm:ss">
                  <c:v>0.63194444444444442</c:v>
                </c:pt>
                <c:pt idx="1169" formatCode="h:mm:ss">
                  <c:v>0.63211805555555556</c:v>
                </c:pt>
                <c:pt idx="1170" formatCode="h:mm:ss">
                  <c:v>0.6322916666666667</c:v>
                </c:pt>
                <c:pt idx="1171" formatCode="h:mm:ss">
                  <c:v>0.63246527777777772</c:v>
                </c:pt>
                <c:pt idx="1172" formatCode="h:mm:ss">
                  <c:v>0.63263888888888886</c:v>
                </c:pt>
                <c:pt idx="1173" formatCode="h:mm:ss">
                  <c:v>0.6328125</c:v>
                </c:pt>
                <c:pt idx="1174" formatCode="h:mm:ss">
                  <c:v>0.63298611111111114</c:v>
                </c:pt>
                <c:pt idx="1175" formatCode="h:mm:ss">
                  <c:v>0.63315972222222228</c:v>
                </c:pt>
                <c:pt idx="1176" formatCode="h:mm:ss">
                  <c:v>0.6333333333333333</c:v>
                </c:pt>
                <c:pt idx="1177" formatCode="h:mm:ss">
                  <c:v>0.63350694444444444</c:v>
                </c:pt>
                <c:pt idx="1178" formatCode="h:mm:ss">
                  <c:v>0.63368055555555558</c:v>
                </c:pt>
                <c:pt idx="1179" formatCode="h:mm:ss">
                  <c:v>0.63385416666666672</c:v>
                </c:pt>
                <c:pt idx="1180" formatCode="h:mm:ss">
                  <c:v>0.63402777777777775</c:v>
                </c:pt>
                <c:pt idx="1181" formatCode="h:mm:ss">
                  <c:v>0.63420138888888888</c:v>
                </c:pt>
                <c:pt idx="1182" formatCode="h:mm:ss">
                  <c:v>0.63437500000000002</c:v>
                </c:pt>
                <c:pt idx="1183" formatCode="h:mm:ss">
                  <c:v>0.63454861111111116</c:v>
                </c:pt>
                <c:pt idx="1184" formatCode="h:mm:ss">
                  <c:v>0.63472222222222219</c:v>
                </c:pt>
                <c:pt idx="1185" formatCode="h:mm:ss">
                  <c:v>0.63489583333333333</c:v>
                </c:pt>
                <c:pt idx="1186" formatCode="h:mm:ss">
                  <c:v>0.63506944444444446</c:v>
                </c:pt>
                <c:pt idx="1187" formatCode="h:mm:ss">
                  <c:v>0.6352430555555556</c:v>
                </c:pt>
                <c:pt idx="1188" formatCode="h:mm:ss">
                  <c:v>0.63541666666666663</c:v>
                </c:pt>
                <c:pt idx="1189" formatCode="h:mm:ss">
                  <c:v>0.63559027777777777</c:v>
                </c:pt>
                <c:pt idx="1190" formatCode="h:mm:ss">
                  <c:v>0.63576388888888891</c:v>
                </c:pt>
                <c:pt idx="1191" formatCode="h:mm:ss">
                  <c:v>0.63593750000000004</c:v>
                </c:pt>
                <c:pt idx="1192" formatCode="h:mm:ss">
                  <c:v>0.63611111111111107</c:v>
                </c:pt>
                <c:pt idx="1193" formatCode="h:mm:ss">
                  <c:v>0.63628472222222221</c:v>
                </c:pt>
                <c:pt idx="1194" formatCode="h:mm:ss">
                  <c:v>0.63645833333333335</c:v>
                </c:pt>
                <c:pt idx="1195" formatCode="h:mm:ss">
                  <c:v>0.63663194444444449</c:v>
                </c:pt>
                <c:pt idx="1196" formatCode="h:mm:ss">
                  <c:v>0.63680555555555551</c:v>
                </c:pt>
                <c:pt idx="1197" formatCode="h:mm:ss">
                  <c:v>0.63697916666666665</c:v>
                </c:pt>
                <c:pt idx="1198" formatCode="h:mm:ss">
                  <c:v>0.63715277777777779</c:v>
                </c:pt>
                <c:pt idx="1199" formatCode="h:mm:ss">
                  <c:v>0.63732638888888893</c:v>
                </c:pt>
                <c:pt idx="1200" formatCode="h:mm:ss">
                  <c:v>0.63749999999999996</c:v>
                </c:pt>
                <c:pt idx="1201" formatCode="h:mm:ss">
                  <c:v>0.63767361111111109</c:v>
                </c:pt>
                <c:pt idx="1202" formatCode="h:mm:ss">
                  <c:v>0.63784722222222223</c:v>
                </c:pt>
                <c:pt idx="1203" formatCode="h:mm:ss">
                  <c:v>0.63802083333333337</c:v>
                </c:pt>
                <c:pt idx="1204" formatCode="h:mm:ss">
                  <c:v>0.6381944444444444</c:v>
                </c:pt>
                <c:pt idx="1205" formatCode="h:mm:ss">
                  <c:v>0.63836805555555554</c:v>
                </c:pt>
                <c:pt idx="1206" formatCode="h:mm:ss">
                  <c:v>0.63854166666666667</c:v>
                </c:pt>
                <c:pt idx="1207" formatCode="h:mm:ss">
                  <c:v>0.63871527777777781</c:v>
                </c:pt>
                <c:pt idx="1208" formatCode="h:mm:ss">
                  <c:v>0.63888888888888884</c:v>
                </c:pt>
                <c:pt idx="1209" formatCode="h:mm:ss">
                  <c:v>0.63906249999999998</c:v>
                </c:pt>
                <c:pt idx="1210" formatCode="h:mm:ss">
                  <c:v>0.63923611111111112</c:v>
                </c:pt>
                <c:pt idx="1211" formatCode="h:mm:ss">
                  <c:v>0.63940972222222225</c:v>
                </c:pt>
                <c:pt idx="1212" formatCode="h:mm:ss">
                  <c:v>0.63958333333333328</c:v>
                </c:pt>
                <c:pt idx="1213" formatCode="h:mm:ss">
                  <c:v>0.63975694444444442</c:v>
                </c:pt>
                <c:pt idx="1214" formatCode="h:mm:ss">
                  <c:v>0.63993055555555556</c:v>
                </c:pt>
                <c:pt idx="1215" formatCode="h:mm:ss">
                  <c:v>0.6401041666666667</c:v>
                </c:pt>
                <c:pt idx="1216" formatCode="h:mm:ss">
                  <c:v>0.64027777777777772</c:v>
                </c:pt>
                <c:pt idx="1217" formatCode="h:mm:ss">
                  <c:v>0.64045138888888886</c:v>
                </c:pt>
                <c:pt idx="1218" formatCode="h:mm:ss">
                  <c:v>0.640625</c:v>
                </c:pt>
                <c:pt idx="1219" formatCode="h:mm:ss">
                  <c:v>0.64079861111111114</c:v>
                </c:pt>
                <c:pt idx="1220" formatCode="h:mm:ss">
                  <c:v>0.64097222222222228</c:v>
                </c:pt>
                <c:pt idx="1221" formatCode="h:mm:ss">
                  <c:v>0.6411458333333333</c:v>
                </c:pt>
                <c:pt idx="1222" formatCode="h:mm:ss">
                  <c:v>0.64131944444444444</c:v>
                </c:pt>
                <c:pt idx="1223" formatCode="h:mm:ss">
                  <c:v>0.64149305555555558</c:v>
                </c:pt>
                <c:pt idx="1224" formatCode="h:mm:ss">
                  <c:v>0.64166666666666672</c:v>
                </c:pt>
                <c:pt idx="1225" formatCode="h:mm:ss">
                  <c:v>0.64184027777777775</c:v>
                </c:pt>
                <c:pt idx="1226" formatCode="h:mm:ss">
                  <c:v>0.64201388888888888</c:v>
                </c:pt>
                <c:pt idx="1227" formatCode="h:mm:ss">
                  <c:v>0.64218750000000002</c:v>
                </c:pt>
                <c:pt idx="1228" formatCode="h:mm:ss">
                  <c:v>0.64236111111111116</c:v>
                </c:pt>
                <c:pt idx="1229" formatCode="h:mm:ss">
                  <c:v>0.64253472222222219</c:v>
                </c:pt>
                <c:pt idx="1230" formatCode="h:mm:ss">
                  <c:v>0.64270833333333333</c:v>
                </c:pt>
                <c:pt idx="1231" formatCode="h:mm:ss">
                  <c:v>0.64288194444444446</c:v>
                </c:pt>
                <c:pt idx="1232" formatCode="h:mm:ss">
                  <c:v>0.6430555555555556</c:v>
                </c:pt>
                <c:pt idx="1233" formatCode="h:mm:ss">
                  <c:v>0.64322916666666663</c:v>
                </c:pt>
                <c:pt idx="1234" formatCode="h:mm:ss">
                  <c:v>0.64340277777777777</c:v>
                </c:pt>
                <c:pt idx="1235" formatCode="h:mm:ss">
                  <c:v>0.64357638888888891</c:v>
                </c:pt>
                <c:pt idx="1236" formatCode="h:mm:ss">
                  <c:v>0.64375000000000004</c:v>
                </c:pt>
                <c:pt idx="1237" formatCode="h:mm:ss">
                  <c:v>0.64392361111111107</c:v>
                </c:pt>
                <c:pt idx="1238" formatCode="h:mm:ss">
                  <c:v>0.64409722222222221</c:v>
                </c:pt>
                <c:pt idx="1239" formatCode="h:mm:ss">
                  <c:v>0.64427083333333335</c:v>
                </c:pt>
                <c:pt idx="1240" formatCode="h:mm:ss">
                  <c:v>0.64444444444444449</c:v>
                </c:pt>
                <c:pt idx="1241" formatCode="h:mm:ss">
                  <c:v>0.64461805555555551</c:v>
                </c:pt>
                <c:pt idx="1242" formatCode="h:mm:ss">
                  <c:v>0.64479166666666665</c:v>
                </c:pt>
                <c:pt idx="1243" formatCode="h:mm:ss">
                  <c:v>0.64496527777777779</c:v>
                </c:pt>
                <c:pt idx="1244" formatCode="h:mm:ss">
                  <c:v>0.64513888888888893</c:v>
                </c:pt>
                <c:pt idx="1245" formatCode="h:mm:ss">
                  <c:v>0.64531249999999996</c:v>
                </c:pt>
                <c:pt idx="1246" formatCode="h:mm:ss">
                  <c:v>0.64548611111111109</c:v>
                </c:pt>
                <c:pt idx="1247" formatCode="h:mm:ss">
                  <c:v>0.64565972222222223</c:v>
                </c:pt>
                <c:pt idx="1248" formatCode="h:mm:ss">
                  <c:v>0.64583333333333337</c:v>
                </c:pt>
                <c:pt idx="1249" formatCode="h:mm:ss">
                  <c:v>0.6460069444444444</c:v>
                </c:pt>
                <c:pt idx="1250" formatCode="h:mm:ss">
                  <c:v>0.64618055555555554</c:v>
                </c:pt>
                <c:pt idx="1251" formatCode="h:mm:ss">
                  <c:v>0.64635416666666667</c:v>
                </c:pt>
                <c:pt idx="1252" formatCode="h:mm:ss">
                  <c:v>0.64652777777777781</c:v>
                </c:pt>
                <c:pt idx="1253" formatCode="h:mm:ss">
                  <c:v>0.64670138888888884</c:v>
                </c:pt>
                <c:pt idx="1254" formatCode="h:mm:ss">
                  <c:v>0.64687499999999998</c:v>
                </c:pt>
                <c:pt idx="1255" formatCode="h:mm:ss">
                  <c:v>0.64704861111111112</c:v>
                </c:pt>
                <c:pt idx="1256" formatCode="h:mm:ss">
                  <c:v>0.64722222222222225</c:v>
                </c:pt>
                <c:pt idx="1257" formatCode="h:mm:ss">
                  <c:v>0.64739583333333328</c:v>
                </c:pt>
                <c:pt idx="1258" formatCode="h:mm:ss">
                  <c:v>0.64756944444444442</c:v>
                </c:pt>
                <c:pt idx="1259" formatCode="h:mm:ss">
                  <c:v>0.64774305555555556</c:v>
                </c:pt>
                <c:pt idx="1260" formatCode="h:mm:ss">
                  <c:v>0.6479166666666667</c:v>
                </c:pt>
                <c:pt idx="1261" formatCode="h:mm:ss">
                  <c:v>0.64809027777777772</c:v>
                </c:pt>
                <c:pt idx="1262" formatCode="h:mm:ss">
                  <c:v>0.64826388888888886</c:v>
                </c:pt>
                <c:pt idx="1263" formatCode="h:mm:ss">
                  <c:v>0.6484375</c:v>
                </c:pt>
                <c:pt idx="1264" formatCode="h:mm:ss">
                  <c:v>0.64861111111111114</c:v>
                </c:pt>
                <c:pt idx="1265" formatCode="h:mm:ss">
                  <c:v>0.64878472222222228</c:v>
                </c:pt>
                <c:pt idx="1266" formatCode="h:mm:ss">
                  <c:v>0.6489583333333333</c:v>
                </c:pt>
                <c:pt idx="1267" formatCode="h:mm:ss">
                  <c:v>0.64913194444444444</c:v>
                </c:pt>
                <c:pt idx="1268" formatCode="h:mm:ss">
                  <c:v>0.64930555555555558</c:v>
                </c:pt>
                <c:pt idx="1269" formatCode="h:mm:ss">
                  <c:v>0.64947916666666672</c:v>
                </c:pt>
                <c:pt idx="1270" formatCode="h:mm:ss">
                  <c:v>0.64965277777777775</c:v>
                </c:pt>
                <c:pt idx="1271" formatCode="h:mm:ss">
                  <c:v>0.64982638888888888</c:v>
                </c:pt>
                <c:pt idx="1272" formatCode="h:mm:ss">
                  <c:v>0.65</c:v>
                </c:pt>
                <c:pt idx="1273" formatCode="h:mm:ss">
                  <c:v>0.65017361111111116</c:v>
                </c:pt>
                <c:pt idx="1274" formatCode="h:mm:ss">
                  <c:v>0.65034722222222219</c:v>
                </c:pt>
                <c:pt idx="1275" formatCode="h:mm:ss">
                  <c:v>0.65052083333333333</c:v>
                </c:pt>
                <c:pt idx="1276" formatCode="h:mm:ss">
                  <c:v>0.65069444444444446</c:v>
                </c:pt>
                <c:pt idx="1277" formatCode="h:mm:ss">
                  <c:v>0.6508680555555556</c:v>
                </c:pt>
                <c:pt idx="1278" formatCode="h:mm:ss">
                  <c:v>0.65104166666666663</c:v>
                </c:pt>
                <c:pt idx="1279" formatCode="h:mm:ss">
                  <c:v>0.65121527777777777</c:v>
                </c:pt>
                <c:pt idx="1280" formatCode="h:mm:ss">
                  <c:v>0.65138888888888891</c:v>
                </c:pt>
                <c:pt idx="1281" formatCode="h:mm:ss">
                  <c:v>0.65156250000000004</c:v>
                </c:pt>
                <c:pt idx="1282" formatCode="h:mm:ss">
                  <c:v>0.65173611111111107</c:v>
                </c:pt>
                <c:pt idx="1283" formatCode="h:mm:ss">
                  <c:v>0.65190972222222221</c:v>
                </c:pt>
                <c:pt idx="1284" formatCode="h:mm:ss">
                  <c:v>0.65208333333333335</c:v>
                </c:pt>
                <c:pt idx="1285" formatCode="h:mm:ss">
                  <c:v>0.65225694444444449</c:v>
                </c:pt>
                <c:pt idx="1286" formatCode="h:mm:ss">
                  <c:v>0.65243055555555551</c:v>
                </c:pt>
                <c:pt idx="1287" formatCode="h:mm:ss">
                  <c:v>0.65260416666666665</c:v>
                </c:pt>
                <c:pt idx="1288" formatCode="h:mm:ss">
                  <c:v>0.65277777777777779</c:v>
                </c:pt>
                <c:pt idx="1289" formatCode="h:mm:ss">
                  <c:v>0.65295138888888893</c:v>
                </c:pt>
                <c:pt idx="1290" formatCode="h:mm:ss">
                  <c:v>0.65312499999999996</c:v>
                </c:pt>
                <c:pt idx="1291" formatCode="h:mm:ss">
                  <c:v>0.65329861111111109</c:v>
                </c:pt>
                <c:pt idx="1292" formatCode="h:mm:ss">
                  <c:v>0.65347222222222223</c:v>
                </c:pt>
                <c:pt idx="1293" formatCode="h:mm:ss">
                  <c:v>0.65364583333333337</c:v>
                </c:pt>
                <c:pt idx="1294" formatCode="h:mm:ss">
                  <c:v>0.6538194444444444</c:v>
                </c:pt>
                <c:pt idx="1295" formatCode="h:mm:ss">
                  <c:v>0.65399305555555554</c:v>
                </c:pt>
                <c:pt idx="1296" formatCode="h:mm:ss">
                  <c:v>0.65416666666666667</c:v>
                </c:pt>
                <c:pt idx="1297" formatCode="h:mm:ss">
                  <c:v>0.65434027777777781</c:v>
                </c:pt>
                <c:pt idx="1298" formatCode="h:mm:ss">
                  <c:v>0.65451388888888884</c:v>
                </c:pt>
                <c:pt idx="1299" formatCode="h:mm:ss">
                  <c:v>0.65468749999999998</c:v>
                </c:pt>
                <c:pt idx="1300" formatCode="h:mm:ss">
                  <c:v>0.65486111111111112</c:v>
                </c:pt>
                <c:pt idx="1301" formatCode="h:mm:ss">
                  <c:v>0.65503472222222225</c:v>
                </c:pt>
                <c:pt idx="1302" formatCode="h:mm:ss">
                  <c:v>0.65520833333333328</c:v>
                </c:pt>
                <c:pt idx="1303" formatCode="h:mm:ss">
                  <c:v>0.65538194444444442</c:v>
                </c:pt>
                <c:pt idx="1304" formatCode="h:mm:ss">
                  <c:v>0.65555555555555556</c:v>
                </c:pt>
                <c:pt idx="1305" formatCode="h:mm:ss">
                  <c:v>0.6557291666666667</c:v>
                </c:pt>
                <c:pt idx="1306" formatCode="h:mm:ss">
                  <c:v>0.65590277777777772</c:v>
                </c:pt>
                <c:pt idx="1307" formatCode="h:mm:ss">
                  <c:v>0.65607638888888886</c:v>
                </c:pt>
                <c:pt idx="1308" formatCode="h:mm:ss">
                  <c:v>0.65625</c:v>
                </c:pt>
                <c:pt idx="1309" formatCode="h:mm:ss">
                  <c:v>0.65642361111111114</c:v>
                </c:pt>
                <c:pt idx="1310" formatCode="h:mm:ss">
                  <c:v>0.65659722222222228</c:v>
                </c:pt>
                <c:pt idx="1311" formatCode="h:mm:ss">
                  <c:v>0.6567708333333333</c:v>
                </c:pt>
                <c:pt idx="1312" formatCode="h:mm:ss">
                  <c:v>0.65694444444444444</c:v>
                </c:pt>
                <c:pt idx="1313" formatCode="h:mm:ss">
                  <c:v>0.65711805555555558</c:v>
                </c:pt>
                <c:pt idx="1314" formatCode="h:mm:ss">
                  <c:v>0.65729166666666672</c:v>
                </c:pt>
                <c:pt idx="1315" formatCode="h:mm:ss">
                  <c:v>0.65746527777777775</c:v>
                </c:pt>
                <c:pt idx="1316" formatCode="h:mm:ss">
                  <c:v>0.65763888888888888</c:v>
                </c:pt>
                <c:pt idx="1317" formatCode="h:mm:ss">
                  <c:v>0.65781250000000002</c:v>
                </c:pt>
                <c:pt idx="1318" formatCode="h:mm:ss">
                  <c:v>0.65798611111111116</c:v>
                </c:pt>
                <c:pt idx="1319" formatCode="h:mm:ss">
                  <c:v>0.65815972222222219</c:v>
                </c:pt>
                <c:pt idx="1320" formatCode="h:mm:ss">
                  <c:v>0.65833333333333333</c:v>
                </c:pt>
                <c:pt idx="1321" formatCode="h:mm:ss">
                  <c:v>0.65850694444444446</c:v>
                </c:pt>
                <c:pt idx="1322" formatCode="h:mm:ss">
                  <c:v>0.6586805555555556</c:v>
                </c:pt>
                <c:pt idx="1323" formatCode="h:mm:ss">
                  <c:v>0.65885416666666663</c:v>
                </c:pt>
                <c:pt idx="1324" formatCode="h:mm:ss">
                  <c:v>0.65902777777777777</c:v>
                </c:pt>
                <c:pt idx="1325" formatCode="h:mm:ss">
                  <c:v>0.65920138888888891</c:v>
                </c:pt>
                <c:pt idx="1326" formatCode="h:mm:ss">
                  <c:v>0.65937500000000004</c:v>
                </c:pt>
                <c:pt idx="1327" formatCode="h:mm:ss">
                  <c:v>0.65954861111111107</c:v>
                </c:pt>
                <c:pt idx="1328" formatCode="h:mm:ss">
                  <c:v>0.65972222222222221</c:v>
                </c:pt>
                <c:pt idx="1329" formatCode="h:mm:ss">
                  <c:v>0.65989583333333335</c:v>
                </c:pt>
                <c:pt idx="1330" formatCode="h:mm:ss">
                  <c:v>0.66006944444444449</c:v>
                </c:pt>
                <c:pt idx="1331" formatCode="h:mm:ss">
                  <c:v>0.66024305555555551</c:v>
                </c:pt>
                <c:pt idx="1332" formatCode="h:mm:ss">
                  <c:v>0.66041666666666665</c:v>
                </c:pt>
                <c:pt idx="1333" formatCode="h:mm:ss">
                  <c:v>0.66059027777777779</c:v>
                </c:pt>
                <c:pt idx="1334" formatCode="h:mm:ss">
                  <c:v>0.66076388888888893</c:v>
                </c:pt>
                <c:pt idx="1335" formatCode="h:mm:ss">
                  <c:v>0.66093749999999996</c:v>
                </c:pt>
                <c:pt idx="1336" formatCode="h:mm:ss">
                  <c:v>0.66111111111111109</c:v>
                </c:pt>
                <c:pt idx="1337" formatCode="h:mm:ss">
                  <c:v>0.66128472222222223</c:v>
                </c:pt>
                <c:pt idx="1338" formatCode="h:mm:ss">
                  <c:v>0.66145833333333337</c:v>
                </c:pt>
                <c:pt idx="1339" formatCode="h:mm:ss">
                  <c:v>0.6616319444444444</c:v>
                </c:pt>
                <c:pt idx="1340" formatCode="h:mm:ss">
                  <c:v>0.66180555555555554</c:v>
                </c:pt>
                <c:pt idx="1341" formatCode="h:mm:ss">
                  <c:v>0.66197916666666667</c:v>
                </c:pt>
                <c:pt idx="1342" formatCode="h:mm:ss">
                  <c:v>0.66215277777777781</c:v>
                </c:pt>
                <c:pt idx="1343" formatCode="h:mm:ss">
                  <c:v>0.66232638888888884</c:v>
                </c:pt>
                <c:pt idx="1344" formatCode="h:mm:ss">
                  <c:v>0.66249999999999998</c:v>
                </c:pt>
                <c:pt idx="1345" formatCode="h:mm:ss">
                  <c:v>0.66267361111111112</c:v>
                </c:pt>
                <c:pt idx="1346" formatCode="h:mm:ss">
                  <c:v>0.66284722222222225</c:v>
                </c:pt>
                <c:pt idx="1347" formatCode="h:mm:ss">
                  <c:v>0.66302083333333328</c:v>
                </c:pt>
                <c:pt idx="1348" formatCode="h:mm:ss">
                  <c:v>0.66319444444444442</c:v>
                </c:pt>
                <c:pt idx="1349" formatCode="h:mm:ss">
                  <c:v>0.66336805555555556</c:v>
                </c:pt>
                <c:pt idx="1350" formatCode="h:mm:ss">
                  <c:v>0.6635416666666667</c:v>
                </c:pt>
                <c:pt idx="1351" formatCode="h:mm:ss">
                  <c:v>0.66371527777777772</c:v>
                </c:pt>
                <c:pt idx="1352" formatCode="h:mm:ss">
                  <c:v>0.66388888888888886</c:v>
                </c:pt>
                <c:pt idx="1353" formatCode="h:mm:ss">
                  <c:v>0.6640625</c:v>
                </c:pt>
                <c:pt idx="1354" formatCode="h:mm:ss">
                  <c:v>0.66423611111111114</c:v>
                </c:pt>
                <c:pt idx="1355" formatCode="h:mm:ss">
                  <c:v>0.66440972222222228</c:v>
                </c:pt>
                <c:pt idx="1356" formatCode="h:mm:ss">
                  <c:v>0.6645833333333333</c:v>
                </c:pt>
                <c:pt idx="1357" formatCode="h:mm:ss">
                  <c:v>0.66475694444444444</c:v>
                </c:pt>
                <c:pt idx="1358" formatCode="h:mm:ss">
                  <c:v>0.66493055555555558</c:v>
                </c:pt>
                <c:pt idx="1359" formatCode="h:mm:ss">
                  <c:v>0.66510416666666672</c:v>
                </c:pt>
                <c:pt idx="1360" formatCode="h:mm:ss">
                  <c:v>0.66527777777777775</c:v>
                </c:pt>
                <c:pt idx="1361" formatCode="h:mm:ss">
                  <c:v>0.66545138888888888</c:v>
                </c:pt>
                <c:pt idx="1362" formatCode="h:mm:ss">
                  <c:v>0.66562500000000002</c:v>
                </c:pt>
                <c:pt idx="1363" formatCode="h:mm:ss">
                  <c:v>0.66579861111111116</c:v>
                </c:pt>
                <c:pt idx="1364" formatCode="h:mm:ss">
                  <c:v>0.66597222222222219</c:v>
                </c:pt>
                <c:pt idx="1365" formatCode="h:mm:ss">
                  <c:v>0.66614583333333333</c:v>
                </c:pt>
                <c:pt idx="1366" formatCode="h:mm:ss">
                  <c:v>0.66631944444444446</c:v>
                </c:pt>
                <c:pt idx="1367" formatCode="h:mm:ss">
                  <c:v>0.6664930555555556</c:v>
                </c:pt>
                <c:pt idx="1368" formatCode="h:mm:ss">
                  <c:v>0.66666666666666663</c:v>
                </c:pt>
                <c:pt idx="1369" formatCode="h:mm:ss">
                  <c:v>0.66684027777777777</c:v>
                </c:pt>
                <c:pt idx="1370" formatCode="h:mm:ss">
                  <c:v>0.66701388888888891</c:v>
                </c:pt>
                <c:pt idx="1371" formatCode="h:mm:ss">
                  <c:v>0.66718750000000004</c:v>
                </c:pt>
                <c:pt idx="1372" formatCode="h:mm:ss">
                  <c:v>0.66736111111111107</c:v>
                </c:pt>
                <c:pt idx="1373" formatCode="h:mm:ss">
                  <c:v>0.66753472222222221</c:v>
                </c:pt>
                <c:pt idx="1374" formatCode="h:mm:ss">
                  <c:v>0.66770833333333335</c:v>
                </c:pt>
                <c:pt idx="1375" formatCode="h:mm:ss">
                  <c:v>0.66788194444444449</c:v>
                </c:pt>
                <c:pt idx="1376" formatCode="h:mm:ss">
                  <c:v>0.66805555555555551</c:v>
                </c:pt>
                <c:pt idx="1377" formatCode="h:mm:ss">
                  <c:v>0.66822916666666665</c:v>
                </c:pt>
                <c:pt idx="1378" formatCode="h:mm:ss">
                  <c:v>0.66840277777777779</c:v>
                </c:pt>
                <c:pt idx="1379" formatCode="h:mm:ss">
                  <c:v>0.66857638888888893</c:v>
                </c:pt>
                <c:pt idx="1380" formatCode="h:mm:ss">
                  <c:v>0.66874999999999996</c:v>
                </c:pt>
                <c:pt idx="1381" formatCode="h:mm:ss">
                  <c:v>0.66892361111111109</c:v>
                </c:pt>
                <c:pt idx="1382" formatCode="h:mm:ss">
                  <c:v>0.66909722222222223</c:v>
                </c:pt>
                <c:pt idx="1383" formatCode="h:mm:ss">
                  <c:v>0.66927083333333337</c:v>
                </c:pt>
                <c:pt idx="1384" formatCode="h:mm:ss">
                  <c:v>0.6694444444444444</c:v>
                </c:pt>
                <c:pt idx="1385" formatCode="h:mm:ss">
                  <c:v>0.66961805555555554</c:v>
                </c:pt>
                <c:pt idx="1386" formatCode="h:mm:ss">
                  <c:v>0.66979166666666667</c:v>
                </c:pt>
                <c:pt idx="1387" formatCode="h:mm:ss">
                  <c:v>0.66996527777777781</c:v>
                </c:pt>
                <c:pt idx="1388" formatCode="h:mm:ss">
                  <c:v>0.67013888888888884</c:v>
                </c:pt>
                <c:pt idx="1389" formatCode="h:mm:ss">
                  <c:v>0.67031249999999998</c:v>
                </c:pt>
                <c:pt idx="1390" formatCode="h:mm:ss">
                  <c:v>0.67048611111111112</c:v>
                </c:pt>
                <c:pt idx="1391" formatCode="h:mm:ss">
                  <c:v>0.67065972222222225</c:v>
                </c:pt>
                <c:pt idx="1392" formatCode="h:mm:ss">
                  <c:v>0.67083333333333328</c:v>
                </c:pt>
                <c:pt idx="1393" formatCode="h:mm:ss">
                  <c:v>0.67100694444444442</c:v>
                </c:pt>
                <c:pt idx="1394" formatCode="h:mm:ss">
                  <c:v>0.67118055555555556</c:v>
                </c:pt>
                <c:pt idx="1395" formatCode="h:mm:ss">
                  <c:v>0.6713541666666667</c:v>
                </c:pt>
                <c:pt idx="1396" formatCode="h:mm:ss">
                  <c:v>0.67152777777777772</c:v>
                </c:pt>
                <c:pt idx="1397" formatCode="h:mm:ss">
                  <c:v>0.67170138888888886</c:v>
                </c:pt>
                <c:pt idx="1398" formatCode="h:mm:ss">
                  <c:v>0.671875</c:v>
                </c:pt>
                <c:pt idx="1399" formatCode="h:mm:ss">
                  <c:v>0.67204861111111114</c:v>
                </c:pt>
                <c:pt idx="1400" formatCode="h:mm:ss">
                  <c:v>0.67222222222222228</c:v>
                </c:pt>
                <c:pt idx="1401" formatCode="h:mm:ss">
                  <c:v>0.6723958333333333</c:v>
                </c:pt>
                <c:pt idx="1402" formatCode="h:mm:ss">
                  <c:v>0.67256944444444444</c:v>
                </c:pt>
                <c:pt idx="1403" formatCode="h:mm:ss">
                  <c:v>0.67274305555555558</c:v>
                </c:pt>
                <c:pt idx="1404" formatCode="h:mm:ss">
                  <c:v>0.67291666666666672</c:v>
                </c:pt>
                <c:pt idx="1405" formatCode="h:mm:ss">
                  <c:v>0.67309027777777775</c:v>
                </c:pt>
                <c:pt idx="1406" formatCode="h:mm:ss">
                  <c:v>0.67326388888888888</c:v>
                </c:pt>
                <c:pt idx="1407" formatCode="h:mm:ss">
                  <c:v>0.67343750000000002</c:v>
                </c:pt>
                <c:pt idx="1408" formatCode="h:mm:ss">
                  <c:v>0.67361111111111116</c:v>
                </c:pt>
                <c:pt idx="1409" formatCode="h:mm:ss">
                  <c:v>0.67378472222222219</c:v>
                </c:pt>
                <c:pt idx="1410" formatCode="h:mm:ss">
                  <c:v>0.67395833333333333</c:v>
                </c:pt>
                <c:pt idx="1411" formatCode="h:mm:ss">
                  <c:v>0.67413194444444446</c:v>
                </c:pt>
                <c:pt idx="1412" formatCode="h:mm:ss">
                  <c:v>0.6743055555555556</c:v>
                </c:pt>
                <c:pt idx="1413" formatCode="h:mm:ss">
                  <c:v>0.67447916666666663</c:v>
                </c:pt>
                <c:pt idx="1414" formatCode="h:mm:ss">
                  <c:v>0.67465277777777777</c:v>
                </c:pt>
                <c:pt idx="1415" formatCode="h:mm:ss">
                  <c:v>0.67482638888888891</c:v>
                </c:pt>
                <c:pt idx="1416" formatCode="h:mm:ss">
                  <c:v>0.67500000000000004</c:v>
                </c:pt>
                <c:pt idx="1417" formatCode="h:mm:ss">
                  <c:v>0.67517361111111107</c:v>
                </c:pt>
                <c:pt idx="1418" formatCode="h:mm:ss">
                  <c:v>0.67534722222222221</c:v>
                </c:pt>
                <c:pt idx="1419" formatCode="h:mm:ss">
                  <c:v>0.67552083333333335</c:v>
                </c:pt>
                <c:pt idx="1420" formatCode="h:mm:ss">
                  <c:v>0.67569444444444449</c:v>
                </c:pt>
                <c:pt idx="1421" formatCode="h:mm:ss">
                  <c:v>0.67586805555555551</c:v>
                </c:pt>
                <c:pt idx="1422" formatCode="h:mm:ss">
                  <c:v>0.67604166666666665</c:v>
                </c:pt>
                <c:pt idx="1423" formatCode="h:mm:ss">
                  <c:v>0.67621527777777779</c:v>
                </c:pt>
                <c:pt idx="1424" formatCode="h:mm:ss">
                  <c:v>0.67638888888888893</c:v>
                </c:pt>
                <c:pt idx="1425" formatCode="h:mm:ss">
                  <c:v>0.67656249999999996</c:v>
                </c:pt>
                <c:pt idx="1426" formatCode="h:mm:ss">
                  <c:v>0.67673611111111109</c:v>
                </c:pt>
                <c:pt idx="1427" formatCode="h:mm:ss">
                  <c:v>0.67690972222222223</c:v>
                </c:pt>
                <c:pt idx="1428" formatCode="h:mm:ss">
                  <c:v>0.67708333333333337</c:v>
                </c:pt>
                <c:pt idx="1429" formatCode="h:mm:ss">
                  <c:v>0.6772569444444444</c:v>
                </c:pt>
                <c:pt idx="1430" formatCode="h:mm:ss">
                  <c:v>0.67743055555555554</c:v>
                </c:pt>
                <c:pt idx="1431" formatCode="h:mm:ss">
                  <c:v>0.67760416666666667</c:v>
                </c:pt>
                <c:pt idx="1432" formatCode="h:mm:ss">
                  <c:v>0.67777777777777781</c:v>
                </c:pt>
                <c:pt idx="1433" formatCode="h:mm:ss">
                  <c:v>0.67795138888888884</c:v>
                </c:pt>
                <c:pt idx="1434" formatCode="h:mm:ss">
                  <c:v>0.67812499999999998</c:v>
                </c:pt>
                <c:pt idx="1435" formatCode="h:mm:ss">
                  <c:v>0.67829861111111112</c:v>
                </c:pt>
                <c:pt idx="1436" formatCode="h:mm:ss">
                  <c:v>0.67847222222222225</c:v>
                </c:pt>
                <c:pt idx="1437" formatCode="h:mm:ss">
                  <c:v>0.67864583333333328</c:v>
                </c:pt>
                <c:pt idx="1438" formatCode="h:mm:ss">
                  <c:v>0.67881944444444442</c:v>
                </c:pt>
                <c:pt idx="1439" formatCode="h:mm:ss">
                  <c:v>0.67899305555555556</c:v>
                </c:pt>
                <c:pt idx="1440" formatCode="h:mm:ss">
                  <c:v>0.6791666666666667</c:v>
                </c:pt>
                <c:pt idx="1441" formatCode="h:mm:ss">
                  <c:v>0.67934027777777772</c:v>
                </c:pt>
                <c:pt idx="1442" formatCode="h:mm:ss">
                  <c:v>0.67951388888888886</c:v>
                </c:pt>
                <c:pt idx="1443" formatCode="h:mm:ss">
                  <c:v>0.6796875</c:v>
                </c:pt>
                <c:pt idx="1444" formatCode="h:mm:ss">
                  <c:v>0.67986111111111114</c:v>
                </c:pt>
                <c:pt idx="1445" formatCode="h:mm:ss">
                  <c:v>0.68003472222222228</c:v>
                </c:pt>
                <c:pt idx="1446" formatCode="h:mm:ss">
                  <c:v>0.6802083333333333</c:v>
                </c:pt>
                <c:pt idx="1447" formatCode="h:mm:ss">
                  <c:v>0.68038194444444444</c:v>
                </c:pt>
                <c:pt idx="1448" formatCode="h:mm:ss">
                  <c:v>0.68055555555555558</c:v>
                </c:pt>
                <c:pt idx="1449" formatCode="h:mm:ss">
                  <c:v>0.68072916666666672</c:v>
                </c:pt>
                <c:pt idx="1450" formatCode="h:mm:ss">
                  <c:v>0.68090277777777775</c:v>
                </c:pt>
                <c:pt idx="1451" formatCode="h:mm:ss">
                  <c:v>0.68107638888888888</c:v>
                </c:pt>
                <c:pt idx="1452" formatCode="h:mm:ss">
                  <c:v>0.68125000000000002</c:v>
                </c:pt>
                <c:pt idx="1453" formatCode="h:mm:ss">
                  <c:v>0.68142361111111116</c:v>
                </c:pt>
                <c:pt idx="1454" formatCode="h:mm:ss">
                  <c:v>0.68159722222222219</c:v>
                </c:pt>
                <c:pt idx="1455" formatCode="h:mm:ss">
                  <c:v>0.68177083333333333</c:v>
                </c:pt>
                <c:pt idx="1456" formatCode="h:mm:ss">
                  <c:v>0.68194444444444446</c:v>
                </c:pt>
                <c:pt idx="1457" formatCode="h:mm:ss">
                  <c:v>0.6821180555555556</c:v>
                </c:pt>
                <c:pt idx="1458" formatCode="h:mm:ss">
                  <c:v>0.68229166666666663</c:v>
                </c:pt>
                <c:pt idx="1459" formatCode="h:mm:ss">
                  <c:v>0.68246527777777777</c:v>
                </c:pt>
                <c:pt idx="1460" formatCode="h:mm:ss">
                  <c:v>0.68263888888888891</c:v>
                </c:pt>
                <c:pt idx="1461" formatCode="h:mm:ss">
                  <c:v>0.68281250000000004</c:v>
                </c:pt>
                <c:pt idx="1462" formatCode="h:mm:ss">
                  <c:v>0.68298611111111107</c:v>
                </c:pt>
                <c:pt idx="1463" formatCode="h:mm:ss">
                  <c:v>0.68315972222222221</c:v>
                </c:pt>
                <c:pt idx="1464" formatCode="h:mm:ss">
                  <c:v>0.68333333333333335</c:v>
                </c:pt>
                <c:pt idx="1465" formatCode="h:mm:ss">
                  <c:v>0.68350694444444449</c:v>
                </c:pt>
                <c:pt idx="1466" formatCode="h:mm:ss">
                  <c:v>0.68368055555555551</c:v>
                </c:pt>
                <c:pt idx="1467" formatCode="h:mm:ss">
                  <c:v>0.68385416666666665</c:v>
                </c:pt>
                <c:pt idx="1468" formatCode="h:mm:ss">
                  <c:v>0.68402777777777779</c:v>
                </c:pt>
                <c:pt idx="1469" formatCode="h:mm:ss">
                  <c:v>0.68420138888888893</c:v>
                </c:pt>
                <c:pt idx="1470" formatCode="h:mm:ss">
                  <c:v>0.68437499999999996</c:v>
                </c:pt>
                <c:pt idx="1471" formatCode="h:mm:ss">
                  <c:v>0.68454861111111109</c:v>
                </c:pt>
                <c:pt idx="1472" formatCode="h:mm:ss">
                  <c:v>0.68472222222222223</c:v>
                </c:pt>
                <c:pt idx="1473" formatCode="h:mm:ss">
                  <c:v>0.68489583333333337</c:v>
                </c:pt>
                <c:pt idx="1474" formatCode="h:mm:ss">
                  <c:v>0.6850694444444444</c:v>
                </c:pt>
                <c:pt idx="1475" formatCode="h:mm:ss">
                  <c:v>0.68524305555555554</c:v>
                </c:pt>
                <c:pt idx="1476" formatCode="h:mm:ss">
                  <c:v>0.68541666666666667</c:v>
                </c:pt>
                <c:pt idx="1477" formatCode="h:mm:ss">
                  <c:v>0.68559027777777781</c:v>
                </c:pt>
                <c:pt idx="1478" formatCode="h:mm:ss">
                  <c:v>0.68576388888888884</c:v>
                </c:pt>
                <c:pt idx="1479" formatCode="h:mm:ss">
                  <c:v>0.68593749999999998</c:v>
                </c:pt>
                <c:pt idx="1480" formatCode="h:mm:ss">
                  <c:v>0.68611111111111112</c:v>
                </c:pt>
                <c:pt idx="1481" formatCode="h:mm:ss">
                  <c:v>0.68628472222222225</c:v>
                </c:pt>
                <c:pt idx="1482" formatCode="h:mm:ss">
                  <c:v>0.68645833333333328</c:v>
                </c:pt>
                <c:pt idx="1483" formatCode="h:mm:ss">
                  <c:v>0.68663194444444442</c:v>
                </c:pt>
                <c:pt idx="1484" formatCode="h:mm:ss">
                  <c:v>0.68680555555555556</c:v>
                </c:pt>
                <c:pt idx="1485" formatCode="h:mm:ss">
                  <c:v>0.6869791666666667</c:v>
                </c:pt>
                <c:pt idx="1486" formatCode="h:mm:ss">
                  <c:v>0.68715277777777772</c:v>
                </c:pt>
                <c:pt idx="1487" formatCode="h:mm:ss">
                  <c:v>0.68732638888888886</c:v>
                </c:pt>
                <c:pt idx="1488" formatCode="h:mm:ss">
                  <c:v>0.6875</c:v>
                </c:pt>
                <c:pt idx="1489" formatCode="h:mm:ss">
                  <c:v>0.68767361111111114</c:v>
                </c:pt>
                <c:pt idx="1490" formatCode="h:mm:ss">
                  <c:v>0.68784722222222228</c:v>
                </c:pt>
                <c:pt idx="1491" formatCode="h:mm:ss">
                  <c:v>0.6880208333333333</c:v>
                </c:pt>
                <c:pt idx="1492" formatCode="h:mm:ss">
                  <c:v>0.68819444444444444</c:v>
                </c:pt>
                <c:pt idx="1493" formatCode="h:mm:ss">
                  <c:v>0.68836805555555558</c:v>
                </c:pt>
                <c:pt idx="1494" formatCode="h:mm:ss">
                  <c:v>0.68854166666666672</c:v>
                </c:pt>
                <c:pt idx="1495" formatCode="h:mm:ss">
                  <c:v>0.68871527777777775</c:v>
                </c:pt>
                <c:pt idx="1496" formatCode="h:mm:ss">
                  <c:v>0.68888888888888888</c:v>
                </c:pt>
                <c:pt idx="1497" formatCode="h:mm:ss">
                  <c:v>0.68906250000000002</c:v>
                </c:pt>
                <c:pt idx="1498" formatCode="h:mm:ss">
                  <c:v>0.68923611111111116</c:v>
                </c:pt>
                <c:pt idx="1499" formatCode="h:mm:ss">
                  <c:v>0.68940972222222219</c:v>
                </c:pt>
                <c:pt idx="1500" formatCode="h:mm:ss">
                  <c:v>0.68958333333333333</c:v>
                </c:pt>
                <c:pt idx="1501" formatCode="h:mm:ss">
                  <c:v>0.68975694444444446</c:v>
                </c:pt>
                <c:pt idx="1502" formatCode="h:mm:ss">
                  <c:v>0.6899305555555556</c:v>
                </c:pt>
                <c:pt idx="1503" formatCode="h:mm:ss">
                  <c:v>0.69010416666666663</c:v>
                </c:pt>
                <c:pt idx="1504" formatCode="h:mm:ss">
                  <c:v>0.69027777777777777</c:v>
                </c:pt>
                <c:pt idx="1505" formatCode="h:mm:ss">
                  <c:v>0.69045138888888891</c:v>
                </c:pt>
                <c:pt idx="1506" formatCode="h:mm:ss">
                  <c:v>0.69062500000000004</c:v>
                </c:pt>
                <c:pt idx="1507" formatCode="h:mm:ss">
                  <c:v>0.69079861111111107</c:v>
                </c:pt>
                <c:pt idx="1508" formatCode="h:mm:ss">
                  <c:v>0.69097222222222221</c:v>
                </c:pt>
                <c:pt idx="1509" formatCode="h:mm:ss">
                  <c:v>0.69114583333333335</c:v>
                </c:pt>
                <c:pt idx="1510" formatCode="h:mm:ss">
                  <c:v>0.69131944444444449</c:v>
                </c:pt>
                <c:pt idx="1511" formatCode="h:mm:ss">
                  <c:v>0.69149305555555551</c:v>
                </c:pt>
                <c:pt idx="1512" formatCode="h:mm:ss">
                  <c:v>0.69166666666666665</c:v>
                </c:pt>
                <c:pt idx="1513" formatCode="h:mm:ss">
                  <c:v>0.69184027777777779</c:v>
                </c:pt>
                <c:pt idx="1514" formatCode="h:mm:ss">
                  <c:v>0.69201388888888893</c:v>
                </c:pt>
                <c:pt idx="1515" formatCode="h:mm:ss">
                  <c:v>0.69218749999999996</c:v>
                </c:pt>
                <c:pt idx="1516" formatCode="h:mm:ss">
                  <c:v>0.69236111111111109</c:v>
                </c:pt>
                <c:pt idx="1517" formatCode="h:mm:ss">
                  <c:v>0.69253472222222223</c:v>
                </c:pt>
                <c:pt idx="1518" formatCode="h:mm:ss">
                  <c:v>0.69270833333333337</c:v>
                </c:pt>
                <c:pt idx="1519" formatCode="h:mm:ss">
                  <c:v>0.6928819444444444</c:v>
                </c:pt>
                <c:pt idx="1520" formatCode="h:mm:ss">
                  <c:v>0.69305555555555554</c:v>
                </c:pt>
                <c:pt idx="1521" formatCode="h:mm:ss">
                  <c:v>0.69322916666666667</c:v>
                </c:pt>
                <c:pt idx="1522" formatCode="h:mm:ss">
                  <c:v>0.69340277777777781</c:v>
                </c:pt>
                <c:pt idx="1523" formatCode="h:mm:ss">
                  <c:v>0.69357638888888884</c:v>
                </c:pt>
                <c:pt idx="1524" formatCode="h:mm:ss">
                  <c:v>0.69374999999999998</c:v>
                </c:pt>
                <c:pt idx="1525" formatCode="h:mm:ss">
                  <c:v>0.69392361111111112</c:v>
                </c:pt>
                <c:pt idx="1526" formatCode="h:mm:ss">
                  <c:v>0.69409722222222225</c:v>
                </c:pt>
                <c:pt idx="1527" formatCode="h:mm:ss">
                  <c:v>0.69427083333333328</c:v>
                </c:pt>
                <c:pt idx="1528" formatCode="h:mm:ss">
                  <c:v>0.69444444444444442</c:v>
                </c:pt>
                <c:pt idx="1529" formatCode="h:mm:ss">
                  <c:v>0.69461805555555556</c:v>
                </c:pt>
                <c:pt idx="1530" formatCode="h:mm:ss">
                  <c:v>0.6947916666666667</c:v>
                </c:pt>
                <c:pt idx="1531" formatCode="h:mm:ss">
                  <c:v>0.69496527777777772</c:v>
                </c:pt>
                <c:pt idx="1532" formatCode="h:mm:ss">
                  <c:v>0.69513888888888886</c:v>
                </c:pt>
                <c:pt idx="1533" formatCode="h:mm:ss">
                  <c:v>0.6953125</c:v>
                </c:pt>
                <c:pt idx="1534" formatCode="h:mm:ss">
                  <c:v>0.69548611111111114</c:v>
                </c:pt>
                <c:pt idx="1535" formatCode="h:mm:ss">
                  <c:v>0.69565972222222228</c:v>
                </c:pt>
                <c:pt idx="1536" formatCode="h:mm:ss">
                  <c:v>0.6958333333333333</c:v>
                </c:pt>
                <c:pt idx="1537" formatCode="h:mm:ss">
                  <c:v>0.69600694444444444</c:v>
                </c:pt>
                <c:pt idx="1538" formatCode="h:mm:ss">
                  <c:v>0.69618055555555558</c:v>
                </c:pt>
                <c:pt idx="1539" formatCode="h:mm:ss">
                  <c:v>0.69635416666666672</c:v>
                </c:pt>
                <c:pt idx="1540" formatCode="h:mm:ss">
                  <c:v>0.69652777777777775</c:v>
                </c:pt>
                <c:pt idx="1541" formatCode="h:mm:ss">
                  <c:v>0.69670138888888888</c:v>
                </c:pt>
                <c:pt idx="1542" formatCode="h:mm:ss">
                  <c:v>0.69687500000000002</c:v>
                </c:pt>
              </c:numCache>
            </c:numRef>
          </c:xVal>
          <c:yVal>
            <c:numRef>
              <c:f>'Monitor 2'!$C$10:$C$1552</c:f>
              <c:numCache>
                <c:formatCode>General</c:formatCode>
                <c:ptCount val="154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1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1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1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1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1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1</c:v>
                </c:pt>
                <c:pt idx="215">
                  <c:v>1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1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1</c:v>
                </c:pt>
                <c:pt idx="867">
                  <c:v>1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1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1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1</c:v>
                </c:pt>
                <c:pt idx="1321">
                  <c:v>1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1</c:v>
                </c:pt>
                <c:pt idx="1364">
                  <c:v>18</c:v>
                </c:pt>
                <c:pt idx="1365">
                  <c:v>15</c:v>
                </c:pt>
                <c:pt idx="1366">
                  <c:v>1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0</c:v>
                </c:pt>
                <c:pt idx="1398">
                  <c:v>0</c:v>
                </c:pt>
                <c:pt idx="1399">
                  <c:v>0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0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0</c:v>
                </c:pt>
                <c:pt idx="1409">
                  <c:v>0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0</c:v>
                </c:pt>
                <c:pt idx="1414">
                  <c:v>0</c:v>
                </c:pt>
                <c:pt idx="1415">
                  <c:v>0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1</c:v>
                </c:pt>
                <c:pt idx="1424">
                  <c:v>0</c:v>
                </c:pt>
                <c:pt idx="1425">
                  <c:v>0</c:v>
                </c:pt>
                <c:pt idx="1426">
                  <c:v>0</c:v>
                </c:pt>
                <c:pt idx="1427">
                  <c:v>0</c:v>
                </c:pt>
                <c:pt idx="1428">
                  <c:v>0</c:v>
                </c:pt>
                <c:pt idx="1429">
                  <c:v>0</c:v>
                </c:pt>
                <c:pt idx="1430">
                  <c:v>0</c:v>
                </c:pt>
                <c:pt idx="1431">
                  <c:v>0</c:v>
                </c:pt>
                <c:pt idx="1432">
                  <c:v>0</c:v>
                </c:pt>
                <c:pt idx="1433">
                  <c:v>0</c:v>
                </c:pt>
                <c:pt idx="1434">
                  <c:v>0</c:v>
                </c:pt>
                <c:pt idx="1435">
                  <c:v>0</c:v>
                </c:pt>
                <c:pt idx="1436">
                  <c:v>0</c:v>
                </c:pt>
                <c:pt idx="1437">
                  <c:v>0</c:v>
                </c:pt>
                <c:pt idx="1438">
                  <c:v>0</c:v>
                </c:pt>
                <c:pt idx="1439">
                  <c:v>0</c:v>
                </c:pt>
                <c:pt idx="1440">
                  <c:v>0</c:v>
                </c:pt>
                <c:pt idx="1441">
                  <c:v>0</c:v>
                </c:pt>
                <c:pt idx="1442">
                  <c:v>0</c:v>
                </c:pt>
                <c:pt idx="1443">
                  <c:v>0</c:v>
                </c:pt>
                <c:pt idx="1444">
                  <c:v>0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0</c:v>
                </c:pt>
                <c:pt idx="1450">
                  <c:v>0</c:v>
                </c:pt>
                <c:pt idx="1451">
                  <c:v>0</c:v>
                </c:pt>
                <c:pt idx="1452">
                  <c:v>0</c:v>
                </c:pt>
                <c:pt idx="1453">
                  <c:v>0</c:v>
                </c:pt>
                <c:pt idx="1454">
                  <c:v>0</c:v>
                </c:pt>
                <c:pt idx="1455">
                  <c:v>0</c:v>
                </c:pt>
                <c:pt idx="1456">
                  <c:v>0</c:v>
                </c:pt>
                <c:pt idx="1457">
                  <c:v>0</c:v>
                </c:pt>
                <c:pt idx="1458">
                  <c:v>0</c:v>
                </c:pt>
                <c:pt idx="1459">
                  <c:v>0</c:v>
                </c:pt>
                <c:pt idx="1460">
                  <c:v>0</c:v>
                </c:pt>
                <c:pt idx="1461">
                  <c:v>0</c:v>
                </c:pt>
                <c:pt idx="1462">
                  <c:v>0</c:v>
                </c:pt>
                <c:pt idx="1463">
                  <c:v>0</c:v>
                </c:pt>
                <c:pt idx="1464">
                  <c:v>0</c:v>
                </c:pt>
                <c:pt idx="1465">
                  <c:v>0</c:v>
                </c:pt>
                <c:pt idx="1466">
                  <c:v>0</c:v>
                </c:pt>
                <c:pt idx="1467">
                  <c:v>0</c:v>
                </c:pt>
                <c:pt idx="1468">
                  <c:v>0</c:v>
                </c:pt>
                <c:pt idx="1469">
                  <c:v>0</c:v>
                </c:pt>
                <c:pt idx="1470">
                  <c:v>0</c:v>
                </c:pt>
                <c:pt idx="1471">
                  <c:v>0</c:v>
                </c:pt>
                <c:pt idx="1472">
                  <c:v>0</c:v>
                </c:pt>
                <c:pt idx="1473">
                  <c:v>0</c:v>
                </c:pt>
                <c:pt idx="1474">
                  <c:v>0</c:v>
                </c:pt>
                <c:pt idx="1475">
                  <c:v>0</c:v>
                </c:pt>
                <c:pt idx="1476">
                  <c:v>0</c:v>
                </c:pt>
                <c:pt idx="1477">
                  <c:v>0</c:v>
                </c:pt>
                <c:pt idx="1478">
                  <c:v>0</c:v>
                </c:pt>
                <c:pt idx="1479">
                  <c:v>0</c:v>
                </c:pt>
                <c:pt idx="1480">
                  <c:v>0</c:v>
                </c:pt>
                <c:pt idx="1481">
                  <c:v>0</c:v>
                </c:pt>
                <c:pt idx="1482">
                  <c:v>0</c:v>
                </c:pt>
                <c:pt idx="1483">
                  <c:v>0</c:v>
                </c:pt>
                <c:pt idx="1484">
                  <c:v>0</c:v>
                </c:pt>
                <c:pt idx="1485">
                  <c:v>0</c:v>
                </c:pt>
                <c:pt idx="1486">
                  <c:v>0</c:v>
                </c:pt>
                <c:pt idx="1487">
                  <c:v>0</c:v>
                </c:pt>
                <c:pt idx="1488">
                  <c:v>0</c:v>
                </c:pt>
                <c:pt idx="1489">
                  <c:v>0</c:v>
                </c:pt>
                <c:pt idx="1490">
                  <c:v>0</c:v>
                </c:pt>
                <c:pt idx="1491">
                  <c:v>0</c:v>
                </c:pt>
                <c:pt idx="1492">
                  <c:v>0</c:v>
                </c:pt>
                <c:pt idx="1493">
                  <c:v>0</c:v>
                </c:pt>
                <c:pt idx="1494">
                  <c:v>0</c:v>
                </c:pt>
                <c:pt idx="1495">
                  <c:v>0</c:v>
                </c:pt>
                <c:pt idx="1496">
                  <c:v>0</c:v>
                </c:pt>
                <c:pt idx="1497">
                  <c:v>0</c:v>
                </c:pt>
                <c:pt idx="1498">
                  <c:v>0</c:v>
                </c:pt>
                <c:pt idx="1499">
                  <c:v>0</c:v>
                </c:pt>
                <c:pt idx="1500">
                  <c:v>0</c:v>
                </c:pt>
                <c:pt idx="1501">
                  <c:v>0</c:v>
                </c:pt>
                <c:pt idx="1502">
                  <c:v>0</c:v>
                </c:pt>
                <c:pt idx="1503">
                  <c:v>0</c:v>
                </c:pt>
                <c:pt idx="1504">
                  <c:v>0</c:v>
                </c:pt>
                <c:pt idx="1505">
                  <c:v>0</c:v>
                </c:pt>
                <c:pt idx="1506">
                  <c:v>0</c:v>
                </c:pt>
                <c:pt idx="1507">
                  <c:v>0</c:v>
                </c:pt>
                <c:pt idx="1508">
                  <c:v>0</c:v>
                </c:pt>
                <c:pt idx="1509">
                  <c:v>0</c:v>
                </c:pt>
                <c:pt idx="1510">
                  <c:v>0</c:v>
                </c:pt>
                <c:pt idx="1511">
                  <c:v>0</c:v>
                </c:pt>
                <c:pt idx="1512">
                  <c:v>0</c:v>
                </c:pt>
                <c:pt idx="1513">
                  <c:v>0</c:v>
                </c:pt>
                <c:pt idx="1514">
                  <c:v>0</c:v>
                </c:pt>
                <c:pt idx="1515">
                  <c:v>0</c:v>
                </c:pt>
                <c:pt idx="1516">
                  <c:v>0</c:v>
                </c:pt>
                <c:pt idx="1517">
                  <c:v>0</c:v>
                </c:pt>
                <c:pt idx="1518">
                  <c:v>0</c:v>
                </c:pt>
                <c:pt idx="1519">
                  <c:v>0</c:v>
                </c:pt>
                <c:pt idx="1520">
                  <c:v>0</c:v>
                </c:pt>
                <c:pt idx="1521">
                  <c:v>0</c:v>
                </c:pt>
                <c:pt idx="1522">
                  <c:v>0</c:v>
                </c:pt>
                <c:pt idx="1523">
                  <c:v>0</c:v>
                </c:pt>
                <c:pt idx="1524">
                  <c:v>0</c:v>
                </c:pt>
                <c:pt idx="1525">
                  <c:v>0</c:v>
                </c:pt>
                <c:pt idx="1526">
                  <c:v>1</c:v>
                </c:pt>
                <c:pt idx="1527">
                  <c:v>0</c:v>
                </c:pt>
                <c:pt idx="1528">
                  <c:v>0</c:v>
                </c:pt>
                <c:pt idx="1529">
                  <c:v>0</c:v>
                </c:pt>
                <c:pt idx="1530">
                  <c:v>0</c:v>
                </c:pt>
                <c:pt idx="1531">
                  <c:v>0</c:v>
                </c:pt>
                <c:pt idx="1532">
                  <c:v>0</c:v>
                </c:pt>
                <c:pt idx="1533">
                  <c:v>0</c:v>
                </c:pt>
                <c:pt idx="1534">
                  <c:v>0</c:v>
                </c:pt>
                <c:pt idx="1535">
                  <c:v>0</c:v>
                </c:pt>
                <c:pt idx="1536">
                  <c:v>0</c:v>
                </c:pt>
                <c:pt idx="1537">
                  <c:v>0</c:v>
                </c:pt>
                <c:pt idx="1538">
                  <c:v>0</c:v>
                </c:pt>
                <c:pt idx="1539">
                  <c:v>0</c:v>
                </c:pt>
                <c:pt idx="1540">
                  <c:v>0</c:v>
                </c:pt>
                <c:pt idx="1541">
                  <c:v>0</c:v>
                </c:pt>
                <c:pt idx="154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EEF-438C-B70E-6C6FA6B9BD6F}"/>
            </c:ext>
          </c:extLst>
        </c:ser>
        <c:ser>
          <c:idx val="2"/>
          <c:order val="2"/>
          <c:tx>
            <c:strRef>
              <c:f>'Monitor 2'!$D$9</c:f>
              <c:strCache>
                <c:ptCount val="1"/>
                <c:pt idx="0">
                  <c:v>NO₂ Reading (PPM)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'Monitor 2'!$A$10:$A$1552</c:f>
              <c:numCache>
                <c:formatCode>h:mm;@</c:formatCode>
                <c:ptCount val="1543"/>
                <c:pt idx="0">
                  <c:v>0.42621527777777779</c:v>
                </c:pt>
                <c:pt idx="1">
                  <c:v>0.42638888888888887</c:v>
                </c:pt>
                <c:pt idx="2">
                  <c:v>0.42951388888888886</c:v>
                </c:pt>
                <c:pt idx="3">
                  <c:v>0.4296875</c:v>
                </c:pt>
                <c:pt idx="4">
                  <c:v>0.42986111111111114</c:v>
                </c:pt>
                <c:pt idx="5">
                  <c:v>0.43003472222222222</c:v>
                </c:pt>
                <c:pt idx="6">
                  <c:v>0.43020833333333336</c:v>
                </c:pt>
                <c:pt idx="7">
                  <c:v>0.43038194444444444</c:v>
                </c:pt>
                <c:pt idx="8">
                  <c:v>0.43055555555555558</c:v>
                </c:pt>
                <c:pt idx="9">
                  <c:v>0.43072916666666666</c:v>
                </c:pt>
                <c:pt idx="10">
                  <c:v>0.4309027777777778</c:v>
                </c:pt>
                <c:pt idx="11">
                  <c:v>0.43107638888888888</c:v>
                </c:pt>
                <c:pt idx="12">
                  <c:v>0.43125000000000002</c:v>
                </c:pt>
                <c:pt idx="13">
                  <c:v>0.4314236111111111</c:v>
                </c:pt>
                <c:pt idx="14">
                  <c:v>0.43159722222222224</c:v>
                </c:pt>
                <c:pt idx="15">
                  <c:v>0.43177083333333333</c:v>
                </c:pt>
                <c:pt idx="16">
                  <c:v>0.43194444444444446</c:v>
                </c:pt>
                <c:pt idx="17">
                  <c:v>0.43211805555555555</c:v>
                </c:pt>
                <c:pt idx="18">
                  <c:v>0.43229166666666669</c:v>
                </c:pt>
                <c:pt idx="19">
                  <c:v>0.43246527777777777</c:v>
                </c:pt>
                <c:pt idx="20">
                  <c:v>0.43263888888888891</c:v>
                </c:pt>
                <c:pt idx="21">
                  <c:v>0.43281249999999999</c:v>
                </c:pt>
                <c:pt idx="22">
                  <c:v>0.43298611111111113</c:v>
                </c:pt>
                <c:pt idx="23">
                  <c:v>0.43315972222222221</c:v>
                </c:pt>
                <c:pt idx="24">
                  <c:v>0.43333333333333335</c:v>
                </c:pt>
                <c:pt idx="25">
                  <c:v>0.43350694444444443</c:v>
                </c:pt>
                <c:pt idx="26">
                  <c:v>0.43368055555555557</c:v>
                </c:pt>
                <c:pt idx="27">
                  <c:v>0.43385416666666665</c:v>
                </c:pt>
                <c:pt idx="28">
                  <c:v>0.43402777777777779</c:v>
                </c:pt>
                <c:pt idx="29">
                  <c:v>0.43420138888888887</c:v>
                </c:pt>
                <c:pt idx="30">
                  <c:v>0.43437500000000001</c:v>
                </c:pt>
                <c:pt idx="31">
                  <c:v>0.43454861111111109</c:v>
                </c:pt>
                <c:pt idx="32">
                  <c:v>0.43472222222222223</c:v>
                </c:pt>
                <c:pt idx="33">
                  <c:v>0.43489583333333331</c:v>
                </c:pt>
                <c:pt idx="34">
                  <c:v>0.43506944444444445</c:v>
                </c:pt>
                <c:pt idx="35">
                  <c:v>0.43524305555555554</c:v>
                </c:pt>
                <c:pt idx="36">
                  <c:v>0.43541666666666667</c:v>
                </c:pt>
                <c:pt idx="37">
                  <c:v>0.43559027777777776</c:v>
                </c:pt>
                <c:pt idx="38">
                  <c:v>0.4357638888888889</c:v>
                </c:pt>
                <c:pt idx="39">
                  <c:v>0.43593749999999998</c:v>
                </c:pt>
                <c:pt idx="40">
                  <c:v>0.43611111111111112</c:v>
                </c:pt>
                <c:pt idx="41">
                  <c:v>0.4362847222222222</c:v>
                </c:pt>
                <c:pt idx="42">
                  <c:v>0.43645833333333334</c:v>
                </c:pt>
                <c:pt idx="43">
                  <c:v>0.43663194444444442</c:v>
                </c:pt>
                <c:pt idx="44">
                  <c:v>0.43680555555555556</c:v>
                </c:pt>
                <c:pt idx="45">
                  <c:v>0.43697916666666664</c:v>
                </c:pt>
                <c:pt idx="46">
                  <c:v>0.43715277777777778</c:v>
                </c:pt>
                <c:pt idx="47">
                  <c:v>0.43732638888888886</c:v>
                </c:pt>
                <c:pt idx="48">
                  <c:v>0.4375</c:v>
                </c:pt>
                <c:pt idx="49">
                  <c:v>0.43767361111111114</c:v>
                </c:pt>
                <c:pt idx="50">
                  <c:v>0.43784722222222222</c:v>
                </c:pt>
                <c:pt idx="51">
                  <c:v>0.43802083333333336</c:v>
                </c:pt>
                <c:pt idx="52">
                  <c:v>0.43819444444444444</c:v>
                </c:pt>
                <c:pt idx="53">
                  <c:v>0.43836805555555558</c:v>
                </c:pt>
                <c:pt idx="54">
                  <c:v>0.43854166666666666</c:v>
                </c:pt>
                <c:pt idx="55">
                  <c:v>0.4387152777777778</c:v>
                </c:pt>
                <c:pt idx="56">
                  <c:v>0.43888888888888888</c:v>
                </c:pt>
                <c:pt idx="57">
                  <c:v>0.43906250000000002</c:v>
                </c:pt>
                <c:pt idx="58">
                  <c:v>0.4392361111111111</c:v>
                </c:pt>
                <c:pt idx="59">
                  <c:v>0.43940972222222224</c:v>
                </c:pt>
                <c:pt idx="60">
                  <c:v>0.43958333333333333</c:v>
                </c:pt>
                <c:pt idx="61">
                  <c:v>0.43975694444444446</c:v>
                </c:pt>
                <c:pt idx="62">
                  <c:v>0.43993055555555555</c:v>
                </c:pt>
                <c:pt idx="63">
                  <c:v>0.44010416666666669</c:v>
                </c:pt>
                <c:pt idx="64">
                  <c:v>0.44027777777777777</c:v>
                </c:pt>
                <c:pt idx="65">
                  <c:v>0.44045138888888891</c:v>
                </c:pt>
                <c:pt idx="66">
                  <c:v>0.44062499999999999</c:v>
                </c:pt>
                <c:pt idx="67">
                  <c:v>0.44079861111111113</c:v>
                </c:pt>
                <c:pt idx="68">
                  <c:v>0.44097222222222221</c:v>
                </c:pt>
                <c:pt idx="69">
                  <c:v>0.44114583333333335</c:v>
                </c:pt>
                <c:pt idx="70">
                  <c:v>0.44131944444444443</c:v>
                </c:pt>
                <c:pt idx="71">
                  <c:v>0.44149305555555557</c:v>
                </c:pt>
                <c:pt idx="72">
                  <c:v>0.44166666666666665</c:v>
                </c:pt>
                <c:pt idx="73">
                  <c:v>0.44184027777777779</c:v>
                </c:pt>
                <c:pt idx="74">
                  <c:v>0.44201388888888887</c:v>
                </c:pt>
                <c:pt idx="75">
                  <c:v>0.44218750000000001</c:v>
                </c:pt>
                <c:pt idx="76">
                  <c:v>0.44236111111111109</c:v>
                </c:pt>
                <c:pt idx="77">
                  <c:v>0.44253472222222223</c:v>
                </c:pt>
                <c:pt idx="78">
                  <c:v>0.44270833333333331</c:v>
                </c:pt>
                <c:pt idx="79">
                  <c:v>0.44288194444444445</c:v>
                </c:pt>
                <c:pt idx="80">
                  <c:v>0.44305555555555554</c:v>
                </c:pt>
                <c:pt idx="81">
                  <c:v>0.44322916666666667</c:v>
                </c:pt>
                <c:pt idx="82">
                  <c:v>0.44340277777777776</c:v>
                </c:pt>
                <c:pt idx="83">
                  <c:v>0.4435763888888889</c:v>
                </c:pt>
                <c:pt idx="84">
                  <c:v>0.44374999999999998</c:v>
                </c:pt>
                <c:pt idx="85">
                  <c:v>0.44392361111111112</c:v>
                </c:pt>
                <c:pt idx="86">
                  <c:v>0.4440972222222222</c:v>
                </c:pt>
                <c:pt idx="87">
                  <c:v>0.44427083333333334</c:v>
                </c:pt>
                <c:pt idx="88">
                  <c:v>0.44444444444444442</c:v>
                </c:pt>
                <c:pt idx="89">
                  <c:v>0.44461805555555556</c:v>
                </c:pt>
                <c:pt idx="90">
                  <c:v>0.44479166666666664</c:v>
                </c:pt>
                <c:pt idx="91">
                  <c:v>0.44496527777777778</c:v>
                </c:pt>
                <c:pt idx="92">
                  <c:v>0.44513888888888886</c:v>
                </c:pt>
                <c:pt idx="93">
                  <c:v>0.4453125</c:v>
                </c:pt>
                <c:pt idx="94">
                  <c:v>0.44548611111111114</c:v>
                </c:pt>
                <c:pt idx="95">
                  <c:v>0.44565972222222222</c:v>
                </c:pt>
                <c:pt idx="96">
                  <c:v>0.44583333333333336</c:v>
                </c:pt>
                <c:pt idx="97">
                  <c:v>0.44600694444444444</c:v>
                </c:pt>
                <c:pt idx="98">
                  <c:v>0.44618055555555558</c:v>
                </c:pt>
                <c:pt idx="99">
                  <c:v>0.44635416666666666</c:v>
                </c:pt>
                <c:pt idx="100">
                  <c:v>0.4465277777777778</c:v>
                </c:pt>
                <c:pt idx="101">
                  <c:v>0.44670138888888888</c:v>
                </c:pt>
                <c:pt idx="102">
                  <c:v>0.44687500000000002</c:v>
                </c:pt>
                <c:pt idx="103">
                  <c:v>0.4470486111111111</c:v>
                </c:pt>
                <c:pt idx="104">
                  <c:v>0.44722222222222224</c:v>
                </c:pt>
                <c:pt idx="105">
                  <c:v>0.44739583333333333</c:v>
                </c:pt>
                <c:pt idx="106">
                  <c:v>0.44756944444444446</c:v>
                </c:pt>
                <c:pt idx="107">
                  <c:v>0.44774305555555555</c:v>
                </c:pt>
                <c:pt idx="108">
                  <c:v>0.44791666666666669</c:v>
                </c:pt>
                <c:pt idx="109">
                  <c:v>0.44809027777777777</c:v>
                </c:pt>
                <c:pt idx="110">
                  <c:v>0.44826388888888891</c:v>
                </c:pt>
                <c:pt idx="111">
                  <c:v>0.44843749999999999</c:v>
                </c:pt>
                <c:pt idx="112">
                  <c:v>0.44861111111111113</c:v>
                </c:pt>
                <c:pt idx="113">
                  <c:v>0.44878472222222221</c:v>
                </c:pt>
                <c:pt idx="114">
                  <c:v>0.44895833333333335</c:v>
                </c:pt>
                <c:pt idx="115">
                  <c:v>0.44913194444444443</c:v>
                </c:pt>
                <c:pt idx="116">
                  <c:v>0.44930555555555557</c:v>
                </c:pt>
                <c:pt idx="117">
                  <c:v>0.44947916666666665</c:v>
                </c:pt>
                <c:pt idx="118">
                  <c:v>0.44965277777777779</c:v>
                </c:pt>
                <c:pt idx="119">
                  <c:v>0.44982638888888887</c:v>
                </c:pt>
                <c:pt idx="120">
                  <c:v>0.45</c:v>
                </c:pt>
                <c:pt idx="121">
                  <c:v>0.45017361111111109</c:v>
                </c:pt>
                <c:pt idx="122">
                  <c:v>0.45034722222222223</c:v>
                </c:pt>
                <c:pt idx="123">
                  <c:v>0.45052083333333331</c:v>
                </c:pt>
                <c:pt idx="124">
                  <c:v>0.45069444444444445</c:v>
                </c:pt>
                <c:pt idx="125">
                  <c:v>0.45086805555555554</c:v>
                </c:pt>
                <c:pt idx="126">
                  <c:v>0.45104166666666667</c:v>
                </c:pt>
                <c:pt idx="127">
                  <c:v>0.45121527777777776</c:v>
                </c:pt>
                <c:pt idx="128">
                  <c:v>0.4513888888888889</c:v>
                </c:pt>
                <c:pt idx="129">
                  <c:v>0.45156249999999998</c:v>
                </c:pt>
                <c:pt idx="130">
                  <c:v>0.45173611111111112</c:v>
                </c:pt>
                <c:pt idx="131">
                  <c:v>0.4519097222222222</c:v>
                </c:pt>
                <c:pt idx="132">
                  <c:v>0.45208333333333334</c:v>
                </c:pt>
                <c:pt idx="133">
                  <c:v>0.45225694444444442</c:v>
                </c:pt>
                <c:pt idx="134">
                  <c:v>0.45243055555555556</c:v>
                </c:pt>
                <c:pt idx="135">
                  <c:v>0.45260416666666664</c:v>
                </c:pt>
                <c:pt idx="136">
                  <c:v>0.45277777777777778</c:v>
                </c:pt>
                <c:pt idx="137">
                  <c:v>0.45295138888888886</c:v>
                </c:pt>
                <c:pt idx="138">
                  <c:v>0.453125</c:v>
                </c:pt>
                <c:pt idx="139">
                  <c:v>0.45329861111111114</c:v>
                </c:pt>
                <c:pt idx="140">
                  <c:v>0.45347222222222222</c:v>
                </c:pt>
                <c:pt idx="141">
                  <c:v>0.45364583333333336</c:v>
                </c:pt>
                <c:pt idx="142">
                  <c:v>0.45381944444444444</c:v>
                </c:pt>
                <c:pt idx="143">
                  <c:v>0.45399305555555558</c:v>
                </c:pt>
                <c:pt idx="144">
                  <c:v>0.45416666666666666</c:v>
                </c:pt>
                <c:pt idx="145">
                  <c:v>0.4543402777777778</c:v>
                </c:pt>
                <c:pt idx="146">
                  <c:v>0.45451388888888888</c:v>
                </c:pt>
                <c:pt idx="147">
                  <c:v>0.45468750000000002</c:v>
                </c:pt>
                <c:pt idx="148">
                  <c:v>0.4548611111111111</c:v>
                </c:pt>
                <c:pt idx="149">
                  <c:v>0.45503472222222224</c:v>
                </c:pt>
                <c:pt idx="150">
                  <c:v>0.45520833333333333</c:v>
                </c:pt>
                <c:pt idx="151">
                  <c:v>0.45538194444444446</c:v>
                </c:pt>
                <c:pt idx="152">
                  <c:v>0.45555555555555555</c:v>
                </c:pt>
                <c:pt idx="153">
                  <c:v>0.45572916666666669</c:v>
                </c:pt>
                <c:pt idx="154">
                  <c:v>0.45590277777777777</c:v>
                </c:pt>
                <c:pt idx="155">
                  <c:v>0.45607638888888891</c:v>
                </c:pt>
                <c:pt idx="156">
                  <c:v>0.45624999999999999</c:v>
                </c:pt>
                <c:pt idx="157">
                  <c:v>0.45642361111111113</c:v>
                </c:pt>
                <c:pt idx="158">
                  <c:v>0.45659722222222221</c:v>
                </c:pt>
                <c:pt idx="159">
                  <c:v>0.45677083333333335</c:v>
                </c:pt>
                <c:pt idx="160">
                  <c:v>0.45694444444444443</c:v>
                </c:pt>
                <c:pt idx="161">
                  <c:v>0.45711805555555557</c:v>
                </c:pt>
                <c:pt idx="162">
                  <c:v>0.45729166666666665</c:v>
                </c:pt>
                <c:pt idx="163">
                  <c:v>0.45746527777777779</c:v>
                </c:pt>
                <c:pt idx="164">
                  <c:v>0.45763888888888887</c:v>
                </c:pt>
                <c:pt idx="165">
                  <c:v>0.45781250000000001</c:v>
                </c:pt>
                <c:pt idx="166">
                  <c:v>0.45798611111111109</c:v>
                </c:pt>
                <c:pt idx="167">
                  <c:v>0.45815972222222223</c:v>
                </c:pt>
                <c:pt idx="168" formatCode="h:mm:ss">
                  <c:v>0.45833333333333331</c:v>
                </c:pt>
                <c:pt idx="169" formatCode="h:mm:ss">
                  <c:v>0.45850694444444445</c:v>
                </c:pt>
                <c:pt idx="170" formatCode="h:mm:ss">
                  <c:v>0.45868055555555554</c:v>
                </c:pt>
                <c:pt idx="171" formatCode="h:mm:ss">
                  <c:v>0.45885416666666667</c:v>
                </c:pt>
                <c:pt idx="172" formatCode="h:mm:ss">
                  <c:v>0.45902777777777776</c:v>
                </c:pt>
                <c:pt idx="173" formatCode="h:mm:ss">
                  <c:v>0.4592013888888889</c:v>
                </c:pt>
                <c:pt idx="174" formatCode="h:mm:ss">
                  <c:v>0.45937499999999998</c:v>
                </c:pt>
                <c:pt idx="175" formatCode="h:mm:ss">
                  <c:v>0.45954861111111112</c:v>
                </c:pt>
                <c:pt idx="176" formatCode="h:mm:ss">
                  <c:v>0.4597222222222222</c:v>
                </c:pt>
                <c:pt idx="177" formatCode="h:mm:ss">
                  <c:v>0.45989583333333334</c:v>
                </c:pt>
                <c:pt idx="178" formatCode="h:mm:ss">
                  <c:v>0.46006944444444442</c:v>
                </c:pt>
                <c:pt idx="179" formatCode="h:mm:ss">
                  <c:v>0.46024305555555556</c:v>
                </c:pt>
                <c:pt idx="180" formatCode="h:mm:ss">
                  <c:v>0.46041666666666664</c:v>
                </c:pt>
                <c:pt idx="181" formatCode="h:mm:ss">
                  <c:v>0.46059027777777778</c:v>
                </c:pt>
                <c:pt idx="182" formatCode="h:mm:ss">
                  <c:v>0.46076388888888886</c:v>
                </c:pt>
                <c:pt idx="183" formatCode="h:mm:ss">
                  <c:v>0.4609375</c:v>
                </c:pt>
                <c:pt idx="184" formatCode="h:mm:ss">
                  <c:v>0.46111111111111114</c:v>
                </c:pt>
                <c:pt idx="185" formatCode="h:mm:ss">
                  <c:v>0.46128472222222222</c:v>
                </c:pt>
                <c:pt idx="186" formatCode="h:mm:ss">
                  <c:v>0.46145833333333336</c:v>
                </c:pt>
                <c:pt idx="187" formatCode="h:mm:ss">
                  <c:v>0.46163194444444444</c:v>
                </c:pt>
                <c:pt idx="188" formatCode="h:mm:ss">
                  <c:v>0.46180555555555558</c:v>
                </c:pt>
                <c:pt idx="189" formatCode="h:mm:ss">
                  <c:v>0.46197916666666666</c:v>
                </c:pt>
                <c:pt idx="190" formatCode="h:mm:ss">
                  <c:v>0.4621527777777778</c:v>
                </c:pt>
                <c:pt idx="191" formatCode="h:mm:ss">
                  <c:v>0.46232638888888888</c:v>
                </c:pt>
                <c:pt idx="192" formatCode="h:mm:ss">
                  <c:v>0.46250000000000002</c:v>
                </c:pt>
                <c:pt idx="193" formatCode="h:mm:ss">
                  <c:v>0.4626736111111111</c:v>
                </c:pt>
                <c:pt idx="194" formatCode="h:mm:ss">
                  <c:v>0.46284722222222224</c:v>
                </c:pt>
                <c:pt idx="195" formatCode="h:mm:ss">
                  <c:v>0.46302083333333333</c:v>
                </c:pt>
                <c:pt idx="196" formatCode="h:mm:ss">
                  <c:v>0.46319444444444446</c:v>
                </c:pt>
                <c:pt idx="197" formatCode="h:mm:ss">
                  <c:v>0.46336805555555555</c:v>
                </c:pt>
                <c:pt idx="198" formatCode="h:mm:ss">
                  <c:v>0.46354166666666669</c:v>
                </c:pt>
                <c:pt idx="199" formatCode="h:mm:ss">
                  <c:v>0.46371527777777777</c:v>
                </c:pt>
                <c:pt idx="200" formatCode="h:mm:ss">
                  <c:v>0.46388888888888891</c:v>
                </c:pt>
                <c:pt idx="201" formatCode="h:mm:ss">
                  <c:v>0.46406249999999999</c:v>
                </c:pt>
                <c:pt idx="202" formatCode="h:mm:ss">
                  <c:v>0.46423611111111113</c:v>
                </c:pt>
                <c:pt idx="203" formatCode="h:mm:ss">
                  <c:v>0.46440972222222221</c:v>
                </c:pt>
                <c:pt idx="204" formatCode="h:mm:ss">
                  <c:v>0.46458333333333335</c:v>
                </c:pt>
                <c:pt idx="205" formatCode="h:mm:ss">
                  <c:v>0.46475694444444443</c:v>
                </c:pt>
                <c:pt idx="206" formatCode="h:mm:ss">
                  <c:v>0.46493055555555557</c:v>
                </c:pt>
                <c:pt idx="207" formatCode="h:mm:ss">
                  <c:v>0.46510416666666665</c:v>
                </c:pt>
                <c:pt idx="208" formatCode="h:mm:ss">
                  <c:v>0.46527777777777779</c:v>
                </c:pt>
                <c:pt idx="209" formatCode="h:mm:ss">
                  <c:v>0.46545138888888887</c:v>
                </c:pt>
                <c:pt idx="210" formatCode="h:mm:ss">
                  <c:v>0.46562500000000001</c:v>
                </c:pt>
                <c:pt idx="211" formatCode="h:mm:ss">
                  <c:v>0.46579861111111109</c:v>
                </c:pt>
                <c:pt idx="212" formatCode="h:mm:ss">
                  <c:v>0.46597222222222223</c:v>
                </c:pt>
                <c:pt idx="213" formatCode="h:mm:ss">
                  <c:v>0.46614583333333331</c:v>
                </c:pt>
                <c:pt idx="214" formatCode="h:mm:ss">
                  <c:v>0.46631944444444445</c:v>
                </c:pt>
                <c:pt idx="215" formatCode="h:mm:ss">
                  <c:v>0.46649305555555554</c:v>
                </c:pt>
                <c:pt idx="216" formatCode="h:mm:ss">
                  <c:v>0.46666666666666667</c:v>
                </c:pt>
                <c:pt idx="217" formatCode="h:mm:ss">
                  <c:v>0.46684027777777776</c:v>
                </c:pt>
                <c:pt idx="218" formatCode="h:mm:ss">
                  <c:v>0.4670138888888889</c:v>
                </c:pt>
                <c:pt idx="219" formatCode="h:mm:ss">
                  <c:v>0.46718749999999998</c:v>
                </c:pt>
                <c:pt idx="220" formatCode="h:mm:ss">
                  <c:v>0.46736111111111112</c:v>
                </c:pt>
                <c:pt idx="221" formatCode="h:mm:ss">
                  <c:v>0.4675347222222222</c:v>
                </c:pt>
                <c:pt idx="222" formatCode="h:mm:ss">
                  <c:v>0.46770833333333334</c:v>
                </c:pt>
                <c:pt idx="223" formatCode="h:mm:ss">
                  <c:v>0.46788194444444442</c:v>
                </c:pt>
                <c:pt idx="224" formatCode="h:mm:ss">
                  <c:v>0.46805555555555556</c:v>
                </c:pt>
                <c:pt idx="225" formatCode="h:mm:ss">
                  <c:v>0.46822916666666664</c:v>
                </c:pt>
                <c:pt idx="226" formatCode="h:mm:ss">
                  <c:v>0.46840277777777778</c:v>
                </c:pt>
                <c:pt idx="227" formatCode="h:mm:ss">
                  <c:v>0.46857638888888886</c:v>
                </c:pt>
                <c:pt idx="228" formatCode="h:mm:ss">
                  <c:v>0.46875</c:v>
                </c:pt>
                <c:pt idx="229" formatCode="h:mm:ss">
                  <c:v>0.46892361111111114</c:v>
                </c:pt>
                <c:pt idx="230" formatCode="h:mm:ss">
                  <c:v>0.46909722222222222</c:v>
                </c:pt>
                <c:pt idx="231" formatCode="h:mm:ss">
                  <c:v>0.46927083333333336</c:v>
                </c:pt>
                <c:pt idx="232" formatCode="h:mm:ss">
                  <c:v>0.46944444444444444</c:v>
                </c:pt>
                <c:pt idx="233" formatCode="h:mm:ss">
                  <c:v>0.46961805555555558</c:v>
                </c:pt>
                <c:pt idx="234" formatCode="h:mm:ss">
                  <c:v>0.46979166666666666</c:v>
                </c:pt>
                <c:pt idx="235" formatCode="h:mm:ss">
                  <c:v>0.4699652777777778</c:v>
                </c:pt>
                <c:pt idx="236" formatCode="h:mm:ss">
                  <c:v>0.47013888888888888</c:v>
                </c:pt>
                <c:pt idx="237" formatCode="h:mm:ss">
                  <c:v>0.47031250000000002</c:v>
                </c:pt>
                <c:pt idx="238" formatCode="h:mm:ss">
                  <c:v>0.4704861111111111</c:v>
                </c:pt>
                <c:pt idx="239" formatCode="h:mm:ss">
                  <c:v>0.47065972222222224</c:v>
                </c:pt>
                <c:pt idx="240" formatCode="h:mm:ss">
                  <c:v>0.47083333333333333</c:v>
                </c:pt>
                <c:pt idx="241" formatCode="h:mm:ss">
                  <c:v>0.47100694444444446</c:v>
                </c:pt>
                <c:pt idx="242" formatCode="h:mm:ss">
                  <c:v>0.47118055555555555</c:v>
                </c:pt>
                <c:pt idx="243" formatCode="h:mm:ss">
                  <c:v>0.47135416666666669</c:v>
                </c:pt>
                <c:pt idx="244" formatCode="h:mm:ss">
                  <c:v>0.47152777777777777</c:v>
                </c:pt>
                <c:pt idx="245" formatCode="h:mm:ss">
                  <c:v>0.47170138888888891</c:v>
                </c:pt>
                <c:pt idx="246" formatCode="h:mm:ss">
                  <c:v>0.47187499999999999</c:v>
                </c:pt>
                <c:pt idx="247" formatCode="h:mm:ss">
                  <c:v>0.47204861111111113</c:v>
                </c:pt>
                <c:pt idx="248" formatCode="h:mm:ss">
                  <c:v>0.47222222222222221</c:v>
                </c:pt>
                <c:pt idx="249" formatCode="h:mm:ss">
                  <c:v>0.47239583333333335</c:v>
                </c:pt>
                <c:pt idx="250" formatCode="h:mm:ss">
                  <c:v>0.47256944444444443</c:v>
                </c:pt>
                <c:pt idx="251" formatCode="h:mm:ss">
                  <c:v>0.47274305555555557</c:v>
                </c:pt>
                <c:pt idx="252" formatCode="h:mm:ss">
                  <c:v>0.47291666666666665</c:v>
                </c:pt>
                <c:pt idx="253" formatCode="h:mm:ss">
                  <c:v>0.47309027777777779</c:v>
                </c:pt>
                <c:pt idx="254" formatCode="h:mm:ss">
                  <c:v>0.47326388888888887</c:v>
                </c:pt>
                <c:pt idx="255" formatCode="h:mm:ss">
                  <c:v>0.47343750000000001</c:v>
                </c:pt>
                <c:pt idx="256" formatCode="h:mm:ss">
                  <c:v>0.47361111111111109</c:v>
                </c:pt>
                <c:pt idx="257" formatCode="h:mm:ss">
                  <c:v>0.47378472222222223</c:v>
                </c:pt>
                <c:pt idx="258" formatCode="h:mm:ss">
                  <c:v>0.47395833333333331</c:v>
                </c:pt>
                <c:pt idx="259" formatCode="h:mm:ss">
                  <c:v>0.47413194444444445</c:v>
                </c:pt>
                <c:pt idx="260" formatCode="h:mm:ss">
                  <c:v>0.47430555555555554</c:v>
                </c:pt>
                <c:pt idx="261" formatCode="h:mm:ss">
                  <c:v>0.47447916666666667</c:v>
                </c:pt>
                <c:pt idx="262" formatCode="h:mm:ss">
                  <c:v>0.47465277777777776</c:v>
                </c:pt>
                <c:pt idx="263" formatCode="h:mm:ss">
                  <c:v>0.4748263888888889</c:v>
                </c:pt>
                <c:pt idx="264" formatCode="h:mm:ss">
                  <c:v>0.47499999999999998</c:v>
                </c:pt>
                <c:pt idx="265" formatCode="h:mm:ss">
                  <c:v>0.47517361111111112</c:v>
                </c:pt>
                <c:pt idx="266" formatCode="h:mm:ss">
                  <c:v>0.4753472222222222</c:v>
                </c:pt>
                <c:pt idx="267" formatCode="h:mm:ss">
                  <c:v>0.47552083333333334</c:v>
                </c:pt>
                <c:pt idx="268" formatCode="h:mm:ss">
                  <c:v>0.47569444444444442</c:v>
                </c:pt>
                <c:pt idx="269" formatCode="h:mm:ss">
                  <c:v>0.47586805555555556</c:v>
                </c:pt>
                <c:pt idx="270" formatCode="h:mm:ss">
                  <c:v>0.47604166666666664</c:v>
                </c:pt>
                <c:pt idx="271" formatCode="h:mm:ss">
                  <c:v>0.47621527777777778</c:v>
                </c:pt>
                <c:pt idx="272" formatCode="h:mm:ss">
                  <c:v>0.47638888888888886</c:v>
                </c:pt>
                <c:pt idx="273" formatCode="h:mm:ss">
                  <c:v>0.4765625</c:v>
                </c:pt>
                <c:pt idx="274" formatCode="h:mm:ss">
                  <c:v>0.47673611111111114</c:v>
                </c:pt>
                <c:pt idx="275" formatCode="h:mm:ss">
                  <c:v>0.47690972222222222</c:v>
                </c:pt>
                <c:pt idx="276" formatCode="h:mm:ss">
                  <c:v>0.47708333333333336</c:v>
                </c:pt>
                <c:pt idx="277" formatCode="h:mm:ss">
                  <c:v>0.47725694444444444</c:v>
                </c:pt>
                <c:pt idx="278" formatCode="h:mm:ss">
                  <c:v>0.47743055555555558</c:v>
                </c:pt>
                <c:pt idx="279" formatCode="h:mm:ss">
                  <c:v>0.47760416666666666</c:v>
                </c:pt>
                <c:pt idx="280" formatCode="h:mm:ss">
                  <c:v>0.4777777777777778</c:v>
                </c:pt>
                <c:pt idx="281" formatCode="h:mm:ss">
                  <c:v>0.47795138888888888</c:v>
                </c:pt>
                <c:pt idx="282" formatCode="h:mm:ss">
                  <c:v>0.47812500000000002</c:v>
                </c:pt>
                <c:pt idx="283" formatCode="h:mm:ss">
                  <c:v>0.4782986111111111</c:v>
                </c:pt>
                <c:pt idx="284" formatCode="h:mm:ss">
                  <c:v>0.47847222222222224</c:v>
                </c:pt>
                <c:pt idx="285" formatCode="h:mm:ss">
                  <c:v>0.47864583333333333</c:v>
                </c:pt>
                <c:pt idx="286" formatCode="h:mm:ss">
                  <c:v>0.47881944444444446</c:v>
                </c:pt>
                <c:pt idx="287" formatCode="h:mm:ss">
                  <c:v>0.47899305555555555</c:v>
                </c:pt>
                <c:pt idx="288" formatCode="h:mm:ss">
                  <c:v>0.47916666666666669</c:v>
                </c:pt>
                <c:pt idx="289" formatCode="h:mm:ss">
                  <c:v>0.47934027777777777</c:v>
                </c:pt>
                <c:pt idx="290" formatCode="h:mm:ss">
                  <c:v>0.47951388888888891</c:v>
                </c:pt>
                <c:pt idx="291" formatCode="h:mm:ss">
                  <c:v>0.47968749999999999</c:v>
                </c:pt>
                <c:pt idx="292" formatCode="h:mm:ss">
                  <c:v>0.47986111111111113</c:v>
                </c:pt>
                <c:pt idx="293" formatCode="h:mm:ss">
                  <c:v>0.48003472222222221</c:v>
                </c:pt>
                <c:pt idx="294" formatCode="h:mm:ss">
                  <c:v>0.48020833333333335</c:v>
                </c:pt>
                <c:pt idx="295" formatCode="h:mm:ss">
                  <c:v>0.48038194444444443</c:v>
                </c:pt>
                <c:pt idx="296" formatCode="h:mm:ss">
                  <c:v>0.48055555555555557</c:v>
                </c:pt>
                <c:pt idx="297" formatCode="h:mm:ss">
                  <c:v>0.48072916666666665</c:v>
                </c:pt>
                <c:pt idx="298" formatCode="h:mm:ss">
                  <c:v>0.48090277777777779</c:v>
                </c:pt>
                <c:pt idx="299" formatCode="h:mm:ss">
                  <c:v>0.48107638888888887</c:v>
                </c:pt>
                <c:pt idx="300" formatCode="h:mm:ss">
                  <c:v>0.48125000000000001</c:v>
                </c:pt>
                <c:pt idx="301" formatCode="h:mm:ss">
                  <c:v>0.48142361111111109</c:v>
                </c:pt>
                <c:pt idx="302" formatCode="h:mm:ss">
                  <c:v>0.48159722222222223</c:v>
                </c:pt>
                <c:pt idx="303" formatCode="h:mm:ss">
                  <c:v>0.48177083333333331</c:v>
                </c:pt>
                <c:pt idx="304" formatCode="h:mm:ss">
                  <c:v>0.48194444444444445</c:v>
                </c:pt>
                <c:pt idx="305" formatCode="h:mm:ss">
                  <c:v>0.48211805555555554</c:v>
                </c:pt>
                <c:pt idx="306" formatCode="h:mm:ss">
                  <c:v>0.48229166666666667</c:v>
                </c:pt>
                <c:pt idx="307" formatCode="h:mm:ss">
                  <c:v>0.48246527777777776</c:v>
                </c:pt>
                <c:pt idx="308" formatCode="h:mm:ss">
                  <c:v>0.4826388888888889</c:v>
                </c:pt>
                <c:pt idx="309" formatCode="h:mm:ss">
                  <c:v>0.48281249999999998</c:v>
                </c:pt>
                <c:pt idx="310" formatCode="h:mm:ss">
                  <c:v>0.48298611111111112</c:v>
                </c:pt>
                <c:pt idx="311" formatCode="h:mm:ss">
                  <c:v>0.4831597222222222</c:v>
                </c:pt>
                <c:pt idx="312" formatCode="h:mm:ss">
                  <c:v>0.48333333333333334</c:v>
                </c:pt>
                <c:pt idx="313" formatCode="h:mm:ss">
                  <c:v>0.48350694444444442</c:v>
                </c:pt>
                <c:pt idx="314" formatCode="h:mm:ss">
                  <c:v>0.48368055555555556</c:v>
                </c:pt>
                <c:pt idx="315" formatCode="h:mm:ss">
                  <c:v>0.48385416666666664</c:v>
                </c:pt>
                <c:pt idx="316" formatCode="h:mm:ss">
                  <c:v>0.48402777777777778</c:v>
                </c:pt>
                <c:pt idx="317" formatCode="h:mm:ss">
                  <c:v>0.48420138888888886</c:v>
                </c:pt>
                <c:pt idx="318" formatCode="h:mm:ss">
                  <c:v>0.484375</c:v>
                </c:pt>
                <c:pt idx="319" formatCode="h:mm:ss">
                  <c:v>0.48454861111111114</c:v>
                </c:pt>
                <c:pt idx="320" formatCode="h:mm:ss">
                  <c:v>0.48472222222222222</c:v>
                </c:pt>
                <c:pt idx="321" formatCode="h:mm:ss">
                  <c:v>0.48489583333333336</c:v>
                </c:pt>
                <c:pt idx="322" formatCode="h:mm:ss">
                  <c:v>0.48506944444444444</c:v>
                </c:pt>
                <c:pt idx="323" formatCode="h:mm:ss">
                  <c:v>0.48524305555555558</c:v>
                </c:pt>
                <c:pt idx="324" formatCode="h:mm:ss">
                  <c:v>0.48541666666666666</c:v>
                </c:pt>
                <c:pt idx="325" formatCode="h:mm:ss">
                  <c:v>0.4855902777777778</c:v>
                </c:pt>
                <c:pt idx="326" formatCode="h:mm:ss">
                  <c:v>0.48576388888888888</c:v>
                </c:pt>
                <c:pt idx="327" formatCode="h:mm:ss">
                  <c:v>0.48593750000000002</c:v>
                </c:pt>
                <c:pt idx="328" formatCode="h:mm:ss">
                  <c:v>0.4861111111111111</c:v>
                </c:pt>
                <c:pt idx="329" formatCode="h:mm:ss">
                  <c:v>0.48628472222222224</c:v>
                </c:pt>
                <c:pt idx="330" formatCode="h:mm:ss">
                  <c:v>0.48645833333333333</c:v>
                </c:pt>
                <c:pt idx="331" formatCode="h:mm:ss">
                  <c:v>0.48663194444444446</c:v>
                </c:pt>
                <c:pt idx="332" formatCode="h:mm:ss">
                  <c:v>0.48680555555555555</c:v>
                </c:pt>
                <c:pt idx="333" formatCode="h:mm:ss">
                  <c:v>0.48697916666666669</c:v>
                </c:pt>
                <c:pt idx="334" formatCode="h:mm:ss">
                  <c:v>0.48715277777777777</c:v>
                </c:pt>
                <c:pt idx="335" formatCode="h:mm:ss">
                  <c:v>0.48732638888888891</c:v>
                </c:pt>
                <c:pt idx="336" formatCode="h:mm:ss">
                  <c:v>0.48749999999999999</c:v>
                </c:pt>
                <c:pt idx="337" formatCode="h:mm:ss">
                  <c:v>0.48767361111111113</c:v>
                </c:pt>
                <c:pt idx="338" formatCode="h:mm:ss">
                  <c:v>0.48784722222222221</c:v>
                </c:pt>
                <c:pt idx="339" formatCode="h:mm:ss">
                  <c:v>0.48802083333333335</c:v>
                </c:pt>
                <c:pt idx="340" formatCode="h:mm:ss">
                  <c:v>0.48819444444444443</c:v>
                </c:pt>
                <c:pt idx="341" formatCode="h:mm:ss">
                  <c:v>0.48836805555555557</c:v>
                </c:pt>
                <c:pt idx="342" formatCode="h:mm:ss">
                  <c:v>0.48854166666666665</c:v>
                </c:pt>
                <c:pt idx="343" formatCode="h:mm:ss">
                  <c:v>0.48871527777777779</c:v>
                </c:pt>
                <c:pt idx="344" formatCode="h:mm:ss">
                  <c:v>0.48888888888888887</c:v>
                </c:pt>
                <c:pt idx="345" formatCode="h:mm:ss">
                  <c:v>0.48906250000000001</c:v>
                </c:pt>
                <c:pt idx="346" formatCode="h:mm:ss">
                  <c:v>0.48923611111111109</c:v>
                </c:pt>
                <c:pt idx="347" formatCode="h:mm:ss">
                  <c:v>0.48940972222222223</c:v>
                </c:pt>
                <c:pt idx="348" formatCode="h:mm:ss">
                  <c:v>0.48958333333333331</c:v>
                </c:pt>
                <c:pt idx="349" formatCode="h:mm:ss">
                  <c:v>0.48975694444444445</c:v>
                </c:pt>
                <c:pt idx="350" formatCode="h:mm:ss">
                  <c:v>0.48993055555555554</c:v>
                </c:pt>
                <c:pt idx="351" formatCode="h:mm:ss">
                  <c:v>0.49010416666666667</c:v>
                </c:pt>
                <c:pt idx="352" formatCode="h:mm:ss">
                  <c:v>0.49027777777777776</c:v>
                </c:pt>
                <c:pt idx="353" formatCode="h:mm:ss">
                  <c:v>0.4904513888888889</c:v>
                </c:pt>
                <c:pt idx="354" formatCode="h:mm:ss">
                  <c:v>0.49062499999999998</c:v>
                </c:pt>
                <c:pt idx="355" formatCode="h:mm:ss">
                  <c:v>0.49079861111111112</c:v>
                </c:pt>
                <c:pt idx="356" formatCode="h:mm:ss">
                  <c:v>0.4909722222222222</c:v>
                </c:pt>
                <c:pt idx="357" formatCode="h:mm:ss">
                  <c:v>0.49114583333333334</c:v>
                </c:pt>
                <c:pt idx="358" formatCode="h:mm:ss">
                  <c:v>0.49131944444444442</c:v>
                </c:pt>
                <c:pt idx="359" formatCode="h:mm:ss">
                  <c:v>0.49149305555555556</c:v>
                </c:pt>
                <c:pt idx="360" formatCode="h:mm:ss">
                  <c:v>0.49166666666666664</c:v>
                </c:pt>
                <c:pt idx="361" formatCode="h:mm:ss">
                  <c:v>0.49184027777777778</c:v>
                </c:pt>
                <c:pt idx="362" formatCode="h:mm:ss">
                  <c:v>0.49201388888888886</c:v>
                </c:pt>
                <c:pt idx="363" formatCode="h:mm:ss">
                  <c:v>0.4921875</c:v>
                </c:pt>
                <c:pt idx="364" formatCode="h:mm:ss">
                  <c:v>0.49236111111111114</c:v>
                </c:pt>
                <c:pt idx="365" formatCode="h:mm:ss">
                  <c:v>0.49253472222222222</c:v>
                </c:pt>
                <c:pt idx="366" formatCode="h:mm:ss">
                  <c:v>0.49270833333333336</c:v>
                </c:pt>
                <c:pt idx="367" formatCode="h:mm:ss">
                  <c:v>0.49288194444444444</c:v>
                </c:pt>
                <c:pt idx="368" formatCode="h:mm:ss">
                  <c:v>0.49305555555555558</c:v>
                </c:pt>
                <c:pt idx="369" formatCode="h:mm:ss">
                  <c:v>0.49322916666666666</c:v>
                </c:pt>
                <c:pt idx="370" formatCode="h:mm:ss">
                  <c:v>0.4934027777777778</c:v>
                </c:pt>
                <c:pt idx="371" formatCode="h:mm:ss">
                  <c:v>0.49357638888888888</c:v>
                </c:pt>
                <c:pt idx="372" formatCode="h:mm:ss">
                  <c:v>0.49375000000000002</c:v>
                </c:pt>
                <c:pt idx="373" formatCode="h:mm:ss">
                  <c:v>0.4939236111111111</c:v>
                </c:pt>
                <c:pt idx="374" formatCode="h:mm:ss">
                  <c:v>0.49409722222222224</c:v>
                </c:pt>
                <c:pt idx="375" formatCode="h:mm:ss">
                  <c:v>0.49427083333333333</c:v>
                </c:pt>
                <c:pt idx="376" formatCode="h:mm:ss">
                  <c:v>0.49444444444444446</c:v>
                </c:pt>
                <c:pt idx="377" formatCode="h:mm:ss">
                  <c:v>0.49461805555555555</c:v>
                </c:pt>
                <c:pt idx="378" formatCode="h:mm:ss">
                  <c:v>0.49479166666666669</c:v>
                </c:pt>
                <c:pt idx="379" formatCode="h:mm:ss">
                  <c:v>0.49496527777777777</c:v>
                </c:pt>
                <c:pt idx="380" formatCode="h:mm:ss">
                  <c:v>0.49513888888888891</c:v>
                </c:pt>
                <c:pt idx="381" formatCode="h:mm:ss">
                  <c:v>0.49531249999999999</c:v>
                </c:pt>
                <c:pt idx="382" formatCode="h:mm:ss">
                  <c:v>0.49548611111111113</c:v>
                </c:pt>
                <c:pt idx="383" formatCode="h:mm:ss">
                  <c:v>0.49565972222222221</c:v>
                </c:pt>
                <c:pt idx="384" formatCode="h:mm:ss">
                  <c:v>0.49583333333333335</c:v>
                </c:pt>
                <c:pt idx="385" formatCode="h:mm:ss">
                  <c:v>0.49600694444444443</c:v>
                </c:pt>
                <c:pt idx="386" formatCode="h:mm:ss">
                  <c:v>0.49618055555555557</c:v>
                </c:pt>
                <c:pt idx="387" formatCode="h:mm:ss">
                  <c:v>0.49635416666666665</c:v>
                </c:pt>
                <c:pt idx="388" formatCode="h:mm:ss">
                  <c:v>0.49652777777777779</c:v>
                </c:pt>
                <c:pt idx="389" formatCode="h:mm:ss">
                  <c:v>0.49670138888888887</c:v>
                </c:pt>
                <c:pt idx="390" formatCode="h:mm:ss">
                  <c:v>0.49687500000000001</c:v>
                </c:pt>
                <c:pt idx="391" formatCode="h:mm:ss">
                  <c:v>0.49704861111111109</c:v>
                </c:pt>
                <c:pt idx="392" formatCode="h:mm:ss">
                  <c:v>0.49722222222222223</c:v>
                </c:pt>
                <c:pt idx="393" formatCode="h:mm:ss">
                  <c:v>0.49739583333333331</c:v>
                </c:pt>
                <c:pt idx="394" formatCode="h:mm:ss">
                  <c:v>0.49756944444444445</c:v>
                </c:pt>
                <c:pt idx="395" formatCode="h:mm:ss">
                  <c:v>0.49774305555555554</c:v>
                </c:pt>
                <c:pt idx="396" formatCode="h:mm:ss">
                  <c:v>0.49791666666666667</c:v>
                </c:pt>
                <c:pt idx="397" formatCode="h:mm:ss">
                  <c:v>0.49809027777777776</c:v>
                </c:pt>
                <c:pt idx="398" formatCode="h:mm:ss">
                  <c:v>0.4982638888888889</c:v>
                </c:pt>
                <c:pt idx="399" formatCode="h:mm:ss">
                  <c:v>0.49843749999999998</c:v>
                </c:pt>
                <c:pt idx="400" formatCode="h:mm:ss">
                  <c:v>0.49861111111111112</c:v>
                </c:pt>
                <c:pt idx="401" formatCode="h:mm:ss">
                  <c:v>0.4987847222222222</c:v>
                </c:pt>
                <c:pt idx="402" formatCode="h:mm:ss">
                  <c:v>0.49895833333333334</c:v>
                </c:pt>
                <c:pt idx="403" formatCode="h:mm:ss">
                  <c:v>0.49913194444444442</c:v>
                </c:pt>
                <c:pt idx="404" formatCode="h:mm:ss">
                  <c:v>0.49930555555555556</c:v>
                </c:pt>
                <c:pt idx="405" formatCode="h:mm:ss">
                  <c:v>0.49947916666666664</c:v>
                </c:pt>
                <c:pt idx="406" formatCode="h:mm:ss">
                  <c:v>0.49965277777777778</c:v>
                </c:pt>
                <c:pt idx="407" formatCode="h:mm:ss">
                  <c:v>0.49982638888888886</c:v>
                </c:pt>
                <c:pt idx="408" formatCode="h:mm:ss">
                  <c:v>0.5</c:v>
                </c:pt>
                <c:pt idx="409" formatCode="h:mm:ss">
                  <c:v>0.50017361111111114</c:v>
                </c:pt>
                <c:pt idx="410" formatCode="h:mm:ss">
                  <c:v>0.50034722222222228</c:v>
                </c:pt>
                <c:pt idx="411" formatCode="h:mm:ss">
                  <c:v>0.5005208333333333</c:v>
                </c:pt>
                <c:pt idx="412" formatCode="h:mm:ss">
                  <c:v>0.50069444444444444</c:v>
                </c:pt>
                <c:pt idx="413" formatCode="h:mm:ss">
                  <c:v>0.50086805555555558</c:v>
                </c:pt>
                <c:pt idx="414" formatCode="h:mm:ss">
                  <c:v>0.50104166666666672</c:v>
                </c:pt>
                <c:pt idx="415" formatCode="h:mm:ss">
                  <c:v>0.50121527777777775</c:v>
                </c:pt>
                <c:pt idx="416" formatCode="h:mm:ss">
                  <c:v>0.50138888888888888</c:v>
                </c:pt>
                <c:pt idx="417" formatCode="h:mm:ss">
                  <c:v>0.50156250000000002</c:v>
                </c:pt>
                <c:pt idx="418" formatCode="h:mm:ss">
                  <c:v>0.50173611111111116</c:v>
                </c:pt>
                <c:pt idx="419" formatCode="h:mm:ss">
                  <c:v>0.50190972222222219</c:v>
                </c:pt>
                <c:pt idx="420" formatCode="h:mm:ss">
                  <c:v>0.50208333333333333</c:v>
                </c:pt>
                <c:pt idx="421" formatCode="h:mm:ss">
                  <c:v>0.50225694444444446</c:v>
                </c:pt>
                <c:pt idx="422" formatCode="h:mm:ss">
                  <c:v>0.5024305555555556</c:v>
                </c:pt>
                <c:pt idx="423" formatCode="h:mm:ss">
                  <c:v>0.50260416666666663</c:v>
                </c:pt>
                <c:pt idx="424" formatCode="h:mm:ss">
                  <c:v>0.50277777777777777</c:v>
                </c:pt>
                <c:pt idx="425" formatCode="h:mm:ss">
                  <c:v>0.50295138888888891</c:v>
                </c:pt>
                <c:pt idx="426" formatCode="h:mm:ss">
                  <c:v>0.50312500000000004</c:v>
                </c:pt>
                <c:pt idx="427" formatCode="h:mm:ss">
                  <c:v>0.50329861111111107</c:v>
                </c:pt>
                <c:pt idx="428" formatCode="h:mm:ss">
                  <c:v>0.50347222222222221</c:v>
                </c:pt>
                <c:pt idx="429" formatCode="h:mm:ss">
                  <c:v>0.50364583333333335</c:v>
                </c:pt>
                <c:pt idx="430" formatCode="h:mm:ss">
                  <c:v>0.50381944444444449</c:v>
                </c:pt>
                <c:pt idx="431" formatCode="h:mm:ss">
                  <c:v>0.50399305555555551</c:v>
                </c:pt>
                <c:pt idx="432" formatCode="h:mm:ss">
                  <c:v>0.50416666666666665</c:v>
                </c:pt>
                <c:pt idx="433" formatCode="h:mm:ss">
                  <c:v>0.50434027777777779</c:v>
                </c:pt>
                <c:pt idx="434" formatCode="h:mm:ss">
                  <c:v>0.50451388888888893</c:v>
                </c:pt>
                <c:pt idx="435" formatCode="h:mm:ss">
                  <c:v>0.50468749999999996</c:v>
                </c:pt>
                <c:pt idx="436" formatCode="h:mm:ss">
                  <c:v>0.50486111111111109</c:v>
                </c:pt>
                <c:pt idx="437" formatCode="h:mm:ss">
                  <c:v>0.50503472222222223</c:v>
                </c:pt>
                <c:pt idx="438" formatCode="h:mm:ss">
                  <c:v>0.50520833333333337</c:v>
                </c:pt>
                <c:pt idx="439" formatCode="h:mm:ss">
                  <c:v>0.5053819444444444</c:v>
                </c:pt>
                <c:pt idx="440" formatCode="h:mm:ss">
                  <c:v>0.50555555555555554</c:v>
                </c:pt>
                <c:pt idx="441" formatCode="h:mm:ss">
                  <c:v>0.50572916666666667</c:v>
                </c:pt>
                <c:pt idx="442" formatCode="h:mm:ss">
                  <c:v>0.50590277777777781</c:v>
                </c:pt>
                <c:pt idx="443" formatCode="h:mm:ss">
                  <c:v>0.50607638888888884</c:v>
                </c:pt>
                <c:pt idx="444" formatCode="h:mm:ss">
                  <c:v>0.50624999999999998</c:v>
                </c:pt>
                <c:pt idx="445" formatCode="h:mm:ss">
                  <c:v>0.50642361111111112</c:v>
                </c:pt>
                <c:pt idx="446" formatCode="h:mm:ss">
                  <c:v>0.50659722222222225</c:v>
                </c:pt>
                <c:pt idx="447" formatCode="h:mm:ss">
                  <c:v>0.50677083333333328</c:v>
                </c:pt>
                <c:pt idx="448" formatCode="h:mm:ss">
                  <c:v>0.50694444444444442</c:v>
                </c:pt>
                <c:pt idx="449" formatCode="h:mm:ss">
                  <c:v>0.50711805555555556</c:v>
                </c:pt>
                <c:pt idx="450" formatCode="h:mm:ss">
                  <c:v>0.5072916666666667</c:v>
                </c:pt>
                <c:pt idx="451" formatCode="h:mm:ss">
                  <c:v>0.50746527777777772</c:v>
                </c:pt>
                <c:pt idx="452" formatCode="h:mm:ss">
                  <c:v>0.50763888888888886</c:v>
                </c:pt>
                <c:pt idx="453" formatCode="h:mm:ss">
                  <c:v>0.5078125</c:v>
                </c:pt>
                <c:pt idx="454" formatCode="h:mm:ss">
                  <c:v>0.50798611111111114</c:v>
                </c:pt>
                <c:pt idx="455" formatCode="h:mm:ss">
                  <c:v>0.50815972222222228</c:v>
                </c:pt>
                <c:pt idx="456" formatCode="h:mm:ss">
                  <c:v>0.5083333333333333</c:v>
                </c:pt>
                <c:pt idx="457" formatCode="h:mm:ss">
                  <c:v>0.50850694444444444</c:v>
                </c:pt>
                <c:pt idx="458" formatCode="h:mm:ss">
                  <c:v>0.50868055555555558</c:v>
                </c:pt>
                <c:pt idx="459" formatCode="h:mm:ss">
                  <c:v>0.50885416666666672</c:v>
                </c:pt>
                <c:pt idx="460" formatCode="h:mm:ss">
                  <c:v>0.50902777777777775</c:v>
                </c:pt>
                <c:pt idx="461" formatCode="h:mm:ss">
                  <c:v>0.50920138888888888</c:v>
                </c:pt>
                <c:pt idx="462" formatCode="h:mm:ss">
                  <c:v>0.50937500000000002</c:v>
                </c:pt>
                <c:pt idx="463" formatCode="h:mm:ss">
                  <c:v>0.50954861111111116</c:v>
                </c:pt>
                <c:pt idx="464" formatCode="h:mm:ss">
                  <c:v>0.50972222222222219</c:v>
                </c:pt>
                <c:pt idx="465" formatCode="h:mm:ss">
                  <c:v>0.50989583333333333</c:v>
                </c:pt>
                <c:pt idx="466" formatCode="h:mm:ss">
                  <c:v>0.51006944444444446</c:v>
                </c:pt>
                <c:pt idx="467" formatCode="h:mm:ss">
                  <c:v>0.5102430555555556</c:v>
                </c:pt>
                <c:pt idx="468" formatCode="h:mm:ss">
                  <c:v>0.51041666666666663</c:v>
                </c:pt>
                <c:pt idx="469" formatCode="h:mm:ss">
                  <c:v>0.51059027777777777</c:v>
                </c:pt>
                <c:pt idx="470" formatCode="h:mm:ss">
                  <c:v>0.51076388888888891</c:v>
                </c:pt>
                <c:pt idx="471" formatCode="h:mm:ss">
                  <c:v>0.51093750000000004</c:v>
                </c:pt>
                <c:pt idx="472" formatCode="h:mm:ss">
                  <c:v>0.51111111111111107</c:v>
                </c:pt>
                <c:pt idx="473" formatCode="h:mm:ss">
                  <c:v>0.51128472222222221</c:v>
                </c:pt>
                <c:pt idx="474" formatCode="h:mm:ss">
                  <c:v>0.51145833333333335</c:v>
                </c:pt>
                <c:pt idx="475" formatCode="h:mm:ss">
                  <c:v>0.51163194444444449</c:v>
                </c:pt>
                <c:pt idx="476" formatCode="h:mm:ss">
                  <c:v>0.51180555555555551</c:v>
                </c:pt>
                <c:pt idx="477" formatCode="h:mm:ss">
                  <c:v>0.51197916666666665</c:v>
                </c:pt>
                <c:pt idx="478" formatCode="h:mm:ss">
                  <c:v>0.51215277777777779</c:v>
                </c:pt>
                <c:pt idx="479" formatCode="h:mm:ss">
                  <c:v>0.51232638888888893</c:v>
                </c:pt>
                <c:pt idx="480" formatCode="h:mm:ss">
                  <c:v>0.51249999999999996</c:v>
                </c:pt>
                <c:pt idx="481" formatCode="h:mm:ss">
                  <c:v>0.51267361111111109</c:v>
                </c:pt>
                <c:pt idx="482" formatCode="h:mm:ss">
                  <c:v>0.51284722222222223</c:v>
                </c:pt>
                <c:pt idx="483" formatCode="h:mm:ss">
                  <c:v>0.51302083333333337</c:v>
                </c:pt>
                <c:pt idx="484" formatCode="h:mm:ss">
                  <c:v>0.5131944444444444</c:v>
                </c:pt>
                <c:pt idx="485" formatCode="h:mm:ss">
                  <c:v>0.51336805555555554</c:v>
                </c:pt>
                <c:pt idx="486" formatCode="h:mm:ss">
                  <c:v>0.51354166666666667</c:v>
                </c:pt>
                <c:pt idx="487" formatCode="h:mm:ss">
                  <c:v>0.51371527777777781</c:v>
                </c:pt>
                <c:pt idx="488" formatCode="h:mm:ss">
                  <c:v>0.51388888888888884</c:v>
                </c:pt>
                <c:pt idx="489" formatCode="h:mm:ss">
                  <c:v>0.51406249999999998</c:v>
                </c:pt>
                <c:pt idx="490" formatCode="h:mm:ss">
                  <c:v>0.51423611111111112</c:v>
                </c:pt>
                <c:pt idx="491" formatCode="h:mm:ss">
                  <c:v>0.51440972222222225</c:v>
                </c:pt>
                <c:pt idx="492" formatCode="h:mm:ss">
                  <c:v>0.51458333333333328</c:v>
                </c:pt>
                <c:pt idx="493" formatCode="h:mm:ss">
                  <c:v>0.51475694444444442</c:v>
                </c:pt>
                <c:pt idx="494" formatCode="h:mm:ss">
                  <c:v>0.51493055555555556</c:v>
                </c:pt>
                <c:pt idx="495" formatCode="h:mm:ss">
                  <c:v>0.5151041666666667</c:v>
                </c:pt>
                <c:pt idx="496" formatCode="h:mm:ss">
                  <c:v>0.51527777777777772</c:v>
                </c:pt>
                <c:pt idx="497" formatCode="h:mm:ss">
                  <c:v>0.51545138888888886</c:v>
                </c:pt>
                <c:pt idx="498" formatCode="h:mm:ss">
                  <c:v>0.515625</c:v>
                </c:pt>
                <c:pt idx="499" formatCode="h:mm:ss">
                  <c:v>0.51579861111111114</c:v>
                </c:pt>
                <c:pt idx="500" formatCode="h:mm:ss">
                  <c:v>0.51597222222222228</c:v>
                </c:pt>
                <c:pt idx="501" formatCode="h:mm:ss">
                  <c:v>0.5161458333333333</c:v>
                </c:pt>
                <c:pt idx="502" formatCode="h:mm:ss">
                  <c:v>0.51631944444444444</c:v>
                </c:pt>
                <c:pt idx="503" formatCode="h:mm:ss">
                  <c:v>0.51649305555555558</c:v>
                </c:pt>
                <c:pt idx="504" formatCode="h:mm:ss">
                  <c:v>0.51666666666666672</c:v>
                </c:pt>
                <c:pt idx="505" formatCode="h:mm:ss">
                  <c:v>0.51684027777777775</c:v>
                </c:pt>
                <c:pt idx="506" formatCode="h:mm:ss">
                  <c:v>0.51701388888888888</c:v>
                </c:pt>
                <c:pt idx="507" formatCode="h:mm:ss">
                  <c:v>0.51718750000000002</c:v>
                </c:pt>
                <c:pt idx="508" formatCode="h:mm:ss">
                  <c:v>0.51736111111111116</c:v>
                </c:pt>
                <c:pt idx="509" formatCode="h:mm:ss">
                  <c:v>0.51753472222222219</c:v>
                </c:pt>
                <c:pt idx="510" formatCode="h:mm:ss">
                  <c:v>0.51770833333333333</c:v>
                </c:pt>
                <c:pt idx="511" formatCode="h:mm:ss">
                  <c:v>0.51788194444444446</c:v>
                </c:pt>
                <c:pt idx="512" formatCode="h:mm:ss">
                  <c:v>0.5180555555555556</c:v>
                </c:pt>
                <c:pt idx="513" formatCode="h:mm:ss">
                  <c:v>0.51822916666666663</c:v>
                </c:pt>
                <c:pt idx="514" formatCode="h:mm:ss">
                  <c:v>0.51840277777777777</c:v>
                </c:pt>
                <c:pt idx="515" formatCode="h:mm:ss">
                  <c:v>0.51857638888888891</c:v>
                </c:pt>
                <c:pt idx="516" formatCode="h:mm:ss">
                  <c:v>0.51875000000000004</c:v>
                </c:pt>
                <c:pt idx="517" formatCode="h:mm:ss">
                  <c:v>0.51892361111111107</c:v>
                </c:pt>
                <c:pt idx="518" formatCode="h:mm:ss">
                  <c:v>0.51909722222222221</c:v>
                </c:pt>
                <c:pt idx="519" formatCode="h:mm:ss">
                  <c:v>0.51927083333333335</c:v>
                </c:pt>
                <c:pt idx="520" formatCode="h:mm:ss">
                  <c:v>0.51944444444444449</c:v>
                </c:pt>
                <c:pt idx="521" formatCode="h:mm:ss">
                  <c:v>0.51961805555555551</c:v>
                </c:pt>
                <c:pt idx="522" formatCode="h:mm:ss">
                  <c:v>0.51979166666666665</c:v>
                </c:pt>
                <c:pt idx="523" formatCode="h:mm:ss">
                  <c:v>0.51996527777777779</c:v>
                </c:pt>
                <c:pt idx="524" formatCode="h:mm:ss">
                  <c:v>0.52013888888888893</c:v>
                </c:pt>
                <c:pt idx="525" formatCode="h:mm:ss">
                  <c:v>0.52031249999999996</c:v>
                </c:pt>
                <c:pt idx="526" formatCode="h:mm:ss">
                  <c:v>0.52048611111111109</c:v>
                </c:pt>
                <c:pt idx="527" formatCode="h:mm:ss">
                  <c:v>0.52065972222222223</c:v>
                </c:pt>
                <c:pt idx="528" formatCode="h:mm:ss">
                  <c:v>0.52083333333333337</c:v>
                </c:pt>
                <c:pt idx="529" formatCode="h:mm:ss">
                  <c:v>0.5210069444444444</c:v>
                </c:pt>
                <c:pt idx="530" formatCode="h:mm:ss">
                  <c:v>0.52118055555555554</c:v>
                </c:pt>
                <c:pt idx="531" formatCode="h:mm:ss">
                  <c:v>0.52135416666666667</c:v>
                </c:pt>
                <c:pt idx="532" formatCode="h:mm:ss">
                  <c:v>0.52152777777777781</c:v>
                </c:pt>
                <c:pt idx="533" formatCode="h:mm:ss">
                  <c:v>0.52170138888888884</c:v>
                </c:pt>
                <c:pt idx="534" formatCode="h:mm:ss">
                  <c:v>0.52187499999999998</c:v>
                </c:pt>
                <c:pt idx="535" formatCode="h:mm:ss">
                  <c:v>0.52204861111111112</c:v>
                </c:pt>
                <c:pt idx="536" formatCode="h:mm:ss">
                  <c:v>0.52222222222222225</c:v>
                </c:pt>
                <c:pt idx="537" formatCode="h:mm:ss">
                  <c:v>0.52239583333333328</c:v>
                </c:pt>
                <c:pt idx="538" formatCode="h:mm:ss">
                  <c:v>0.52256944444444442</c:v>
                </c:pt>
                <c:pt idx="539" formatCode="h:mm:ss">
                  <c:v>0.52274305555555556</c:v>
                </c:pt>
                <c:pt idx="540" formatCode="h:mm:ss">
                  <c:v>0.5229166666666667</c:v>
                </c:pt>
                <c:pt idx="541" formatCode="h:mm:ss">
                  <c:v>0.52309027777777772</c:v>
                </c:pt>
                <c:pt idx="542" formatCode="h:mm:ss">
                  <c:v>0.52326388888888886</c:v>
                </c:pt>
                <c:pt idx="543" formatCode="h:mm:ss">
                  <c:v>0.5234375</c:v>
                </c:pt>
                <c:pt idx="544" formatCode="h:mm:ss">
                  <c:v>0.52361111111111114</c:v>
                </c:pt>
                <c:pt idx="545" formatCode="h:mm:ss">
                  <c:v>0.52378472222222228</c:v>
                </c:pt>
                <c:pt idx="546" formatCode="h:mm:ss">
                  <c:v>0.5239583333333333</c:v>
                </c:pt>
                <c:pt idx="547" formatCode="h:mm:ss">
                  <c:v>0.52413194444444444</c:v>
                </c:pt>
                <c:pt idx="548" formatCode="h:mm:ss">
                  <c:v>0.52430555555555558</c:v>
                </c:pt>
                <c:pt idx="549" formatCode="h:mm:ss">
                  <c:v>0.52447916666666672</c:v>
                </c:pt>
                <c:pt idx="550" formatCode="h:mm:ss">
                  <c:v>0.52465277777777775</c:v>
                </c:pt>
                <c:pt idx="551" formatCode="h:mm:ss">
                  <c:v>0.52482638888888888</c:v>
                </c:pt>
                <c:pt idx="552" formatCode="h:mm:ss">
                  <c:v>0.52500000000000002</c:v>
                </c:pt>
                <c:pt idx="553" formatCode="h:mm:ss">
                  <c:v>0.52517361111111116</c:v>
                </c:pt>
                <c:pt idx="554" formatCode="h:mm:ss">
                  <c:v>0.52534722222222219</c:v>
                </c:pt>
                <c:pt idx="555" formatCode="h:mm:ss">
                  <c:v>0.52552083333333333</c:v>
                </c:pt>
                <c:pt idx="556" formatCode="h:mm:ss">
                  <c:v>0.52569444444444446</c:v>
                </c:pt>
                <c:pt idx="557" formatCode="h:mm:ss">
                  <c:v>0.5258680555555556</c:v>
                </c:pt>
                <c:pt idx="558" formatCode="h:mm:ss">
                  <c:v>0.52604166666666663</c:v>
                </c:pt>
                <c:pt idx="559" formatCode="h:mm:ss">
                  <c:v>0.52621527777777777</c:v>
                </c:pt>
                <c:pt idx="560" formatCode="h:mm:ss">
                  <c:v>0.52638888888888891</c:v>
                </c:pt>
                <c:pt idx="561" formatCode="h:mm:ss">
                  <c:v>0.52656250000000004</c:v>
                </c:pt>
                <c:pt idx="562" formatCode="h:mm:ss">
                  <c:v>0.52673611111111107</c:v>
                </c:pt>
                <c:pt idx="563" formatCode="h:mm:ss">
                  <c:v>0.52690972222222221</c:v>
                </c:pt>
                <c:pt idx="564" formatCode="h:mm:ss">
                  <c:v>0.52708333333333335</c:v>
                </c:pt>
                <c:pt idx="565" formatCode="h:mm:ss">
                  <c:v>0.52725694444444449</c:v>
                </c:pt>
                <c:pt idx="566" formatCode="h:mm:ss">
                  <c:v>0.52743055555555551</c:v>
                </c:pt>
                <c:pt idx="567" formatCode="h:mm:ss">
                  <c:v>0.52760416666666665</c:v>
                </c:pt>
                <c:pt idx="568" formatCode="h:mm:ss">
                  <c:v>0.52777777777777779</c:v>
                </c:pt>
                <c:pt idx="569" formatCode="h:mm:ss">
                  <c:v>0.52795138888888893</c:v>
                </c:pt>
                <c:pt idx="570" formatCode="h:mm:ss">
                  <c:v>0.52812499999999996</c:v>
                </c:pt>
                <c:pt idx="571" formatCode="h:mm:ss">
                  <c:v>0.52829861111111109</c:v>
                </c:pt>
                <c:pt idx="572" formatCode="h:mm:ss">
                  <c:v>0.52847222222222223</c:v>
                </c:pt>
                <c:pt idx="573" formatCode="h:mm:ss">
                  <c:v>0.52864583333333337</c:v>
                </c:pt>
                <c:pt idx="574" formatCode="h:mm:ss">
                  <c:v>0.5288194444444444</c:v>
                </c:pt>
                <c:pt idx="575" formatCode="h:mm:ss">
                  <c:v>0.52899305555555554</c:v>
                </c:pt>
                <c:pt idx="576" formatCode="h:mm:ss">
                  <c:v>0.52916666666666667</c:v>
                </c:pt>
                <c:pt idx="577" formatCode="h:mm:ss">
                  <c:v>0.52934027777777781</c:v>
                </c:pt>
                <c:pt idx="578" formatCode="h:mm:ss">
                  <c:v>0.52951388888888884</c:v>
                </c:pt>
                <c:pt idx="579" formatCode="h:mm:ss">
                  <c:v>0.52968749999999998</c:v>
                </c:pt>
                <c:pt idx="580" formatCode="h:mm:ss">
                  <c:v>0.52986111111111112</c:v>
                </c:pt>
                <c:pt idx="581" formatCode="h:mm:ss">
                  <c:v>0.53003472222222225</c:v>
                </c:pt>
                <c:pt idx="582" formatCode="h:mm:ss">
                  <c:v>0.53020833333333328</c:v>
                </c:pt>
                <c:pt idx="583" formatCode="h:mm:ss">
                  <c:v>0.53038194444444442</c:v>
                </c:pt>
                <c:pt idx="584" formatCode="h:mm:ss">
                  <c:v>0.53055555555555556</c:v>
                </c:pt>
                <c:pt idx="585" formatCode="h:mm:ss">
                  <c:v>0.5307291666666667</c:v>
                </c:pt>
                <c:pt idx="586" formatCode="h:mm:ss">
                  <c:v>0.53090277777777772</c:v>
                </c:pt>
                <c:pt idx="587" formatCode="h:mm:ss">
                  <c:v>0.53107638888888886</c:v>
                </c:pt>
                <c:pt idx="588" formatCode="h:mm:ss">
                  <c:v>0.53125</c:v>
                </c:pt>
                <c:pt idx="589" formatCode="h:mm:ss">
                  <c:v>0.53142361111111114</c:v>
                </c:pt>
                <c:pt idx="590" formatCode="h:mm:ss">
                  <c:v>0.53159722222222228</c:v>
                </c:pt>
                <c:pt idx="591" formatCode="h:mm:ss">
                  <c:v>0.5317708333333333</c:v>
                </c:pt>
                <c:pt idx="592" formatCode="h:mm:ss">
                  <c:v>0.53194444444444444</c:v>
                </c:pt>
                <c:pt idx="593" formatCode="h:mm:ss">
                  <c:v>0.53211805555555558</c:v>
                </c:pt>
                <c:pt idx="594" formatCode="h:mm:ss">
                  <c:v>0.53229166666666672</c:v>
                </c:pt>
                <c:pt idx="595" formatCode="h:mm:ss">
                  <c:v>0.53246527777777775</c:v>
                </c:pt>
                <c:pt idx="596" formatCode="h:mm:ss">
                  <c:v>0.53263888888888888</c:v>
                </c:pt>
                <c:pt idx="597" formatCode="h:mm:ss">
                  <c:v>0.53281250000000002</c:v>
                </c:pt>
                <c:pt idx="598" formatCode="h:mm:ss">
                  <c:v>0.53298611111111116</c:v>
                </c:pt>
                <c:pt idx="599" formatCode="h:mm:ss">
                  <c:v>0.53315972222222219</c:v>
                </c:pt>
                <c:pt idx="600" formatCode="h:mm:ss">
                  <c:v>0.53333333333333333</c:v>
                </c:pt>
                <c:pt idx="601" formatCode="h:mm:ss">
                  <c:v>0.53350694444444446</c:v>
                </c:pt>
                <c:pt idx="602" formatCode="h:mm:ss">
                  <c:v>0.5336805555555556</c:v>
                </c:pt>
                <c:pt idx="603" formatCode="h:mm:ss">
                  <c:v>0.53385416666666663</c:v>
                </c:pt>
                <c:pt idx="604" formatCode="h:mm:ss">
                  <c:v>0.53402777777777777</c:v>
                </c:pt>
                <c:pt idx="605" formatCode="h:mm:ss">
                  <c:v>0.53420138888888891</c:v>
                </c:pt>
                <c:pt idx="606" formatCode="h:mm:ss">
                  <c:v>0.53437500000000004</c:v>
                </c:pt>
                <c:pt idx="607" formatCode="h:mm:ss">
                  <c:v>0.53454861111111107</c:v>
                </c:pt>
                <c:pt idx="608" formatCode="h:mm:ss">
                  <c:v>0.53472222222222221</c:v>
                </c:pt>
                <c:pt idx="609" formatCode="h:mm:ss">
                  <c:v>0.53489583333333335</c:v>
                </c:pt>
                <c:pt idx="610" formatCode="h:mm:ss">
                  <c:v>0.53506944444444449</c:v>
                </c:pt>
                <c:pt idx="611" formatCode="h:mm:ss">
                  <c:v>0.53524305555555551</c:v>
                </c:pt>
                <c:pt idx="612" formatCode="h:mm:ss">
                  <c:v>0.53541666666666665</c:v>
                </c:pt>
                <c:pt idx="613" formatCode="h:mm:ss">
                  <c:v>0.53559027777777779</c:v>
                </c:pt>
                <c:pt idx="614" formatCode="h:mm:ss">
                  <c:v>0.53576388888888893</c:v>
                </c:pt>
                <c:pt idx="615" formatCode="h:mm:ss">
                  <c:v>0.53593749999999996</c:v>
                </c:pt>
                <c:pt idx="616" formatCode="h:mm:ss">
                  <c:v>0.53611111111111109</c:v>
                </c:pt>
                <c:pt idx="617" formatCode="h:mm:ss">
                  <c:v>0.53628472222222223</c:v>
                </c:pt>
                <c:pt idx="618" formatCode="h:mm:ss">
                  <c:v>0.53645833333333337</c:v>
                </c:pt>
                <c:pt idx="619" formatCode="h:mm:ss">
                  <c:v>0.5366319444444444</c:v>
                </c:pt>
                <c:pt idx="620" formatCode="h:mm:ss">
                  <c:v>0.53680555555555554</c:v>
                </c:pt>
                <c:pt idx="621" formatCode="h:mm:ss">
                  <c:v>0.53697916666666667</c:v>
                </c:pt>
                <c:pt idx="622" formatCode="h:mm:ss">
                  <c:v>0.53715277777777781</c:v>
                </c:pt>
                <c:pt idx="623" formatCode="h:mm:ss">
                  <c:v>0.53732638888888884</c:v>
                </c:pt>
                <c:pt idx="624" formatCode="h:mm:ss">
                  <c:v>0.53749999999999998</c:v>
                </c:pt>
                <c:pt idx="625" formatCode="h:mm:ss">
                  <c:v>0.53767361111111112</c:v>
                </c:pt>
                <c:pt idx="626" formatCode="h:mm:ss">
                  <c:v>0.53784722222222225</c:v>
                </c:pt>
                <c:pt idx="627" formatCode="h:mm:ss">
                  <c:v>0.53802083333333328</c:v>
                </c:pt>
                <c:pt idx="628" formatCode="h:mm:ss">
                  <c:v>0.53819444444444442</c:v>
                </c:pt>
                <c:pt idx="629" formatCode="h:mm:ss">
                  <c:v>0.53836805555555556</c:v>
                </c:pt>
                <c:pt idx="630" formatCode="h:mm:ss">
                  <c:v>0.5385416666666667</c:v>
                </c:pt>
                <c:pt idx="631" formatCode="h:mm:ss">
                  <c:v>0.53871527777777772</c:v>
                </c:pt>
                <c:pt idx="632" formatCode="h:mm:ss">
                  <c:v>0.53888888888888886</c:v>
                </c:pt>
                <c:pt idx="633" formatCode="h:mm:ss">
                  <c:v>0.5390625</c:v>
                </c:pt>
                <c:pt idx="634" formatCode="h:mm:ss">
                  <c:v>0.53923611111111114</c:v>
                </c:pt>
                <c:pt idx="635" formatCode="h:mm:ss">
                  <c:v>0.53940972222222228</c:v>
                </c:pt>
                <c:pt idx="636" formatCode="h:mm:ss">
                  <c:v>0.5395833333333333</c:v>
                </c:pt>
                <c:pt idx="637" formatCode="h:mm:ss">
                  <c:v>0.53975694444444444</c:v>
                </c:pt>
                <c:pt idx="638" formatCode="h:mm:ss">
                  <c:v>0.53993055555555558</c:v>
                </c:pt>
                <c:pt idx="639" formatCode="h:mm:ss">
                  <c:v>0.54010416666666672</c:v>
                </c:pt>
                <c:pt idx="640" formatCode="h:mm:ss">
                  <c:v>0.54027777777777775</c:v>
                </c:pt>
                <c:pt idx="641" formatCode="h:mm:ss">
                  <c:v>0.54045138888888888</c:v>
                </c:pt>
                <c:pt idx="642" formatCode="h:mm:ss">
                  <c:v>0.54062500000000002</c:v>
                </c:pt>
                <c:pt idx="643" formatCode="h:mm:ss">
                  <c:v>0.54079861111111116</c:v>
                </c:pt>
                <c:pt idx="644" formatCode="h:mm:ss">
                  <c:v>0.54097222222222219</c:v>
                </c:pt>
                <c:pt idx="645" formatCode="h:mm:ss">
                  <c:v>0.54114583333333333</c:v>
                </c:pt>
                <c:pt idx="646" formatCode="h:mm:ss">
                  <c:v>0.54131944444444446</c:v>
                </c:pt>
                <c:pt idx="647" formatCode="h:mm:ss">
                  <c:v>0.5414930555555556</c:v>
                </c:pt>
                <c:pt idx="648" formatCode="h:mm:ss">
                  <c:v>0.54166666666666663</c:v>
                </c:pt>
                <c:pt idx="649" formatCode="h:mm:ss">
                  <c:v>0.54184027777777777</c:v>
                </c:pt>
                <c:pt idx="650" formatCode="h:mm:ss">
                  <c:v>0.54201388888888891</c:v>
                </c:pt>
                <c:pt idx="651" formatCode="h:mm:ss">
                  <c:v>0.54218750000000004</c:v>
                </c:pt>
                <c:pt idx="652" formatCode="h:mm:ss">
                  <c:v>0.54236111111111107</c:v>
                </c:pt>
                <c:pt idx="653" formatCode="h:mm:ss">
                  <c:v>0.54253472222222221</c:v>
                </c:pt>
                <c:pt idx="654" formatCode="h:mm:ss">
                  <c:v>0.54270833333333335</c:v>
                </c:pt>
                <c:pt idx="655" formatCode="h:mm:ss">
                  <c:v>0.54288194444444449</c:v>
                </c:pt>
                <c:pt idx="656" formatCode="h:mm:ss">
                  <c:v>0.54305555555555551</c:v>
                </c:pt>
                <c:pt idx="657" formatCode="h:mm:ss">
                  <c:v>0.54322916666666665</c:v>
                </c:pt>
                <c:pt idx="658" formatCode="h:mm:ss">
                  <c:v>0.54340277777777779</c:v>
                </c:pt>
                <c:pt idx="659" formatCode="h:mm:ss">
                  <c:v>0.54357638888888893</c:v>
                </c:pt>
                <c:pt idx="660" formatCode="h:mm:ss">
                  <c:v>0.54374999999999996</c:v>
                </c:pt>
                <c:pt idx="661" formatCode="h:mm:ss">
                  <c:v>0.54392361111111109</c:v>
                </c:pt>
                <c:pt idx="662" formatCode="h:mm:ss">
                  <c:v>0.54409722222222223</c:v>
                </c:pt>
                <c:pt idx="663" formatCode="h:mm:ss">
                  <c:v>0.54427083333333337</c:v>
                </c:pt>
                <c:pt idx="664" formatCode="h:mm:ss">
                  <c:v>0.5444444444444444</c:v>
                </c:pt>
                <c:pt idx="665" formatCode="h:mm:ss">
                  <c:v>0.54461805555555554</c:v>
                </c:pt>
                <c:pt idx="666" formatCode="h:mm:ss">
                  <c:v>0.54479166666666667</c:v>
                </c:pt>
                <c:pt idx="667" formatCode="h:mm:ss">
                  <c:v>0.54496527777777781</c:v>
                </c:pt>
                <c:pt idx="668" formatCode="h:mm:ss">
                  <c:v>0.54513888888888884</c:v>
                </c:pt>
                <c:pt idx="669" formatCode="h:mm:ss">
                  <c:v>0.54531249999999998</c:v>
                </c:pt>
                <c:pt idx="670" formatCode="h:mm:ss">
                  <c:v>0.54548611111111112</c:v>
                </c:pt>
                <c:pt idx="671" formatCode="h:mm:ss">
                  <c:v>0.54565972222222225</c:v>
                </c:pt>
                <c:pt idx="672" formatCode="h:mm:ss">
                  <c:v>0.54583333333333328</c:v>
                </c:pt>
                <c:pt idx="673" formatCode="h:mm:ss">
                  <c:v>0.54600694444444442</c:v>
                </c:pt>
                <c:pt idx="674" formatCode="h:mm:ss">
                  <c:v>0.54618055555555556</c:v>
                </c:pt>
                <c:pt idx="675" formatCode="h:mm:ss">
                  <c:v>0.5463541666666667</c:v>
                </c:pt>
                <c:pt idx="676" formatCode="h:mm:ss">
                  <c:v>0.54652777777777772</c:v>
                </c:pt>
                <c:pt idx="677" formatCode="h:mm:ss">
                  <c:v>0.54670138888888886</c:v>
                </c:pt>
                <c:pt idx="678" formatCode="h:mm:ss">
                  <c:v>0.546875</c:v>
                </c:pt>
                <c:pt idx="679" formatCode="h:mm:ss">
                  <c:v>0.54704861111111114</c:v>
                </c:pt>
                <c:pt idx="680" formatCode="h:mm:ss">
                  <c:v>0.54722222222222228</c:v>
                </c:pt>
                <c:pt idx="681" formatCode="h:mm:ss">
                  <c:v>0.5473958333333333</c:v>
                </c:pt>
                <c:pt idx="682" formatCode="h:mm:ss">
                  <c:v>0.54756944444444444</c:v>
                </c:pt>
                <c:pt idx="683" formatCode="h:mm:ss">
                  <c:v>0.54774305555555558</c:v>
                </c:pt>
                <c:pt idx="684" formatCode="h:mm:ss">
                  <c:v>0.54791666666666672</c:v>
                </c:pt>
                <c:pt idx="685" formatCode="h:mm:ss">
                  <c:v>0.54809027777777775</c:v>
                </c:pt>
                <c:pt idx="686" formatCode="h:mm:ss">
                  <c:v>0.54826388888888888</c:v>
                </c:pt>
                <c:pt idx="687" formatCode="h:mm:ss">
                  <c:v>0.54843750000000002</c:v>
                </c:pt>
                <c:pt idx="688" formatCode="h:mm:ss">
                  <c:v>0.54861111111111116</c:v>
                </c:pt>
                <c:pt idx="689" formatCode="h:mm:ss">
                  <c:v>0.54878472222222219</c:v>
                </c:pt>
                <c:pt idx="690" formatCode="h:mm:ss">
                  <c:v>0.54895833333333333</c:v>
                </c:pt>
                <c:pt idx="691" formatCode="h:mm:ss">
                  <c:v>0.54913194444444446</c:v>
                </c:pt>
                <c:pt idx="692" formatCode="h:mm:ss">
                  <c:v>0.5493055555555556</c:v>
                </c:pt>
                <c:pt idx="693" formatCode="h:mm:ss">
                  <c:v>0.54947916666666663</c:v>
                </c:pt>
                <c:pt idx="694" formatCode="h:mm:ss">
                  <c:v>0.54965277777777777</c:v>
                </c:pt>
                <c:pt idx="695" formatCode="h:mm:ss">
                  <c:v>0.54982638888888891</c:v>
                </c:pt>
                <c:pt idx="696" formatCode="h:mm:ss">
                  <c:v>0.55000000000000004</c:v>
                </c:pt>
                <c:pt idx="697" formatCode="h:mm:ss">
                  <c:v>0.55017361111111107</c:v>
                </c:pt>
                <c:pt idx="698" formatCode="h:mm:ss">
                  <c:v>0.55034722222222221</c:v>
                </c:pt>
                <c:pt idx="699" formatCode="h:mm:ss">
                  <c:v>0.55052083333333335</c:v>
                </c:pt>
                <c:pt idx="700" formatCode="h:mm:ss">
                  <c:v>0.55069444444444449</c:v>
                </c:pt>
                <c:pt idx="701" formatCode="h:mm:ss">
                  <c:v>0.55086805555555551</c:v>
                </c:pt>
                <c:pt idx="702" formatCode="h:mm:ss">
                  <c:v>0.55104166666666665</c:v>
                </c:pt>
                <c:pt idx="703" formatCode="h:mm:ss">
                  <c:v>0.55121527777777779</c:v>
                </c:pt>
                <c:pt idx="704" formatCode="h:mm:ss">
                  <c:v>0.55138888888888893</c:v>
                </c:pt>
                <c:pt idx="705" formatCode="h:mm:ss">
                  <c:v>0.55156249999999996</c:v>
                </c:pt>
                <c:pt idx="706" formatCode="h:mm:ss">
                  <c:v>0.55173611111111109</c:v>
                </c:pt>
                <c:pt idx="707" formatCode="h:mm:ss">
                  <c:v>0.55190972222222223</c:v>
                </c:pt>
                <c:pt idx="708" formatCode="h:mm:ss">
                  <c:v>0.55208333333333337</c:v>
                </c:pt>
                <c:pt idx="709" formatCode="h:mm:ss">
                  <c:v>0.5522569444444444</c:v>
                </c:pt>
                <c:pt idx="710" formatCode="h:mm:ss">
                  <c:v>0.55243055555555554</c:v>
                </c:pt>
                <c:pt idx="711" formatCode="h:mm:ss">
                  <c:v>0.55260416666666667</c:v>
                </c:pt>
                <c:pt idx="712" formatCode="h:mm:ss">
                  <c:v>0.55277777777777781</c:v>
                </c:pt>
                <c:pt idx="713" formatCode="h:mm:ss">
                  <c:v>0.55295138888888884</c:v>
                </c:pt>
                <c:pt idx="714" formatCode="h:mm:ss">
                  <c:v>0.55312499999999998</c:v>
                </c:pt>
                <c:pt idx="715" formatCode="h:mm:ss">
                  <c:v>0.55329861111111112</c:v>
                </c:pt>
                <c:pt idx="716" formatCode="h:mm:ss">
                  <c:v>0.55347222222222225</c:v>
                </c:pt>
                <c:pt idx="717" formatCode="h:mm:ss">
                  <c:v>0.55364583333333328</c:v>
                </c:pt>
                <c:pt idx="718" formatCode="h:mm:ss">
                  <c:v>0.55381944444444442</c:v>
                </c:pt>
                <c:pt idx="719" formatCode="h:mm:ss">
                  <c:v>0.55399305555555556</c:v>
                </c:pt>
                <c:pt idx="720" formatCode="h:mm:ss">
                  <c:v>0.5541666666666667</c:v>
                </c:pt>
                <c:pt idx="721" formatCode="h:mm:ss">
                  <c:v>0.55434027777777772</c:v>
                </c:pt>
                <c:pt idx="722" formatCode="h:mm:ss">
                  <c:v>0.55451388888888886</c:v>
                </c:pt>
                <c:pt idx="723" formatCode="h:mm:ss">
                  <c:v>0.5546875</c:v>
                </c:pt>
                <c:pt idx="724" formatCode="h:mm:ss">
                  <c:v>0.55486111111111114</c:v>
                </c:pt>
                <c:pt idx="725" formatCode="h:mm:ss">
                  <c:v>0.55503472222222228</c:v>
                </c:pt>
                <c:pt idx="726" formatCode="h:mm:ss">
                  <c:v>0.5552083333333333</c:v>
                </c:pt>
                <c:pt idx="727" formatCode="h:mm:ss">
                  <c:v>0.55538194444444444</c:v>
                </c:pt>
                <c:pt idx="728" formatCode="h:mm:ss">
                  <c:v>0.55555555555555558</c:v>
                </c:pt>
                <c:pt idx="729" formatCode="h:mm:ss">
                  <c:v>0.55572916666666672</c:v>
                </c:pt>
                <c:pt idx="730" formatCode="h:mm:ss">
                  <c:v>0.55590277777777775</c:v>
                </c:pt>
                <c:pt idx="731" formatCode="h:mm:ss">
                  <c:v>0.55607638888888888</c:v>
                </c:pt>
                <c:pt idx="732" formatCode="h:mm:ss">
                  <c:v>0.55625000000000002</c:v>
                </c:pt>
                <c:pt idx="733" formatCode="h:mm:ss">
                  <c:v>0.55642361111111116</c:v>
                </c:pt>
                <c:pt idx="734" formatCode="h:mm:ss">
                  <c:v>0.55659722222222219</c:v>
                </c:pt>
                <c:pt idx="735" formatCode="h:mm:ss">
                  <c:v>0.55677083333333333</c:v>
                </c:pt>
                <c:pt idx="736" formatCode="h:mm:ss">
                  <c:v>0.55694444444444446</c:v>
                </c:pt>
                <c:pt idx="737" formatCode="h:mm:ss">
                  <c:v>0.5571180555555556</c:v>
                </c:pt>
                <c:pt idx="738" formatCode="h:mm:ss">
                  <c:v>0.55729166666666663</c:v>
                </c:pt>
                <c:pt idx="739" formatCode="h:mm:ss">
                  <c:v>0.55746527777777777</c:v>
                </c:pt>
                <c:pt idx="740" formatCode="h:mm:ss">
                  <c:v>0.55763888888888891</c:v>
                </c:pt>
                <c:pt idx="741" formatCode="h:mm:ss">
                  <c:v>0.55781250000000004</c:v>
                </c:pt>
                <c:pt idx="742" formatCode="h:mm:ss">
                  <c:v>0.55798611111111107</c:v>
                </c:pt>
                <c:pt idx="743" formatCode="h:mm:ss">
                  <c:v>0.55815972222222221</c:v>
                </c:pt>
                <c:pt idx="744" formatCode="h:mm:ss">
                  <c:v>0.55833333333333335</c:v>
                </c:pt>
                <c:pt idx="745" formatCode="h:mm:ss">
                  <c:v>0.55850694444444449</c:v>
                </c:pt>
                <c:pt idx="746" formatCode="h:mm:ss">
                  <c:v>0.55868055555555551</c:v>
                </c:pt>
                <c:pt idx="747" formatCode="h:mm:ss">
                  <c:v>0.55885416666666665</c:v>
                </c:pt>
                <c:pt idx="748" formatCode="h:mm:ss">
                  <c:v>0.55902777777777779</c:v>
                </c:pt>
                <c:pt idx="749" formatCode="h:mm:ss">
                  <c:v>0.55920138888888893</c:v>
                </c:pt>
                <c:pt idx="750" formatCode="h:mm:ss">
                  <c:v>0.55937499999999996</c:v>
                </c:pt>
                <c:pt idx="751" formatCode="h:mm:ss">
                  <c:v>0.55954861111111109</c:v>
                </c:pt>
                <c:pt idx="752" formatCode="h:mm:ss">
                  <c:v>0.55972222222222223</c:v>
                </c:pt>
                <c:pt idx="753" formatCode="h:mm:ss">
                  <c:v>0.55989583333333337</c:v>
                </c:pt>
                <c:pt idx="754" formatCode="h:mm:ss">
                  <c:v>0.5600694444444444</c:v>
                </c:pt>
                <c:pt idx="755" formatCode="h:mm:ss">
                  <c:v>0.56024305555555554</c:v>
                </c:pt>
                <c:pt idx="756" formatCode="h:mm:ss">
                  <c:v>0.56041666666666667</c:v>
                </c:pt>
                <c:pt idx="757" formatCode="h:mm:ss">
                  <c:v>0.56059027777777781</c:v>
                </c:pt>
                <c:pt idx="758" formatCode="h:mm:ss">
                  <c:v>0.56076388888888884</c:v>
                </c:pt>
                <c:pt idx="759" formatCode="h:mm:ss">
                  <c:v>0.56093749999999998</c:v>
                </c:pt>
                <c:pt idx="760" formatCode="h:mm:ss">
                  <c:v>0.56111111111111112</c:v>
                </c:pt>
                <c:pt idx="761" formatCode="h:mm:ss">
                  <c:v>0.56128472222222225</c:v>
                </c:pt>
                <c:pt idx="762" formatCode="h:mm:ss">
                  <c:v>0.56145833333333328</c:v>
                </c:pt>
                <c:pt idx="763" formatCode="h:mm:ss">
                  <c:v>0.56163194444444442</c:v>
                </c:pt>
                <c:pt idx="764" formatCode="h:mm:ss">
                  <c:v>0.56180555555555556</c:v>
                </c:pt>
                <c:pt idx="765" formatCode="h:mm:ss">
                  <c:v>0.5619791666666667</c:v>
                </c:pt>
                <c:pt idx="766" formatCode="h:mm:ss">
                  <c:v>0.56215277777777772</c:v>
                </c:pt>
                <c:pt idx="767" formatCode="h:mm:ss">
                  <c:v>0.56232638888888886</c:v>
                </c:pt>
                <c:pt idx="768" formatCode="h:mm:ss">
                  <c:v>0.5625</c:v>
                </c:pt>
                <c:pt idx="769" formatCode="h:mm:ss">
                  <c:v>0.56267361111111114</c:v>
                </c:pt>
                <c:pt idx="770" formatCode="h:mm:ss">
                  <c:v>0.56284722222222228</c:v>
                </c:pt>
                <c:pt idx="771" formatCode="h:mm:ss">
                  <c:v>0.5630208333333333</c:v>
                </c:pt>
                <c:pt idx="772" formatCode="h:mm:ss">
                  <c:v>0.56319444444444444</c:v>
                </c:pt>
                <c:pt idx="773" formatCode="h:mm:ss">
                  <c:v>0.56336805555555558</c:v>
                </c:pt>
                <c:pt idx="774" formatCode="h:mm:ss">
                  <c:v>0.56354166666666672</c:v>
                </c:pt>
                <c:pt idx="775" formatCode="h:mm:ss">
                  <c:v>0.56371527777777775</c:v>
                </c:pt>
                <c:pt idx="776" formatCode="h:mm:ss">
                  <c:v>0.56388888888888888</c:v>
                </c:pt>
                <c:pt idx="777" formatCode="h:mm:ss">
                  <c:v>0.56406250000000002</c:v>
                </c:pt>
                <c:pt idx="778" formatCode="h:mm:ss">
                  <c:v>0.56423611111111116</c:v>
                </c:pt>
                <c:pt idx="779" formatCode="h:mm:ss">
                  <c:v>0.56440972222222219</c:v>
                </c:pt>
                <c:pt idx="780" formatCode="h:mm:ss">
                  <c:v>0.56458333333333333</c:v>
                </c:pt>
                <c:pt idx="781" formatCode="h:mm:ss">
                  <c:v>0.56475694444444446</c:v>
                </c:pt>
                <c:pt idx="782" formatCode="h:mm:ss">
                  <c:v>0.5649305555555556</c:v>
                </c:pt>
                <c:pt idx="783" formatCode="h:mm:ss">
                  <c:v>0.56510416666666663</c:v>
                </c:pt>
                <c:pt idx="784" formatCode="h:mm:ss">
                  <c:v>0.56527777777777777</c:v>
                </c:pt>
                <c:pt idx="785" formatCode="h:mm:ss">
                  <c:v>0.56545138888888891</c:v>
                </c:pt>
                <c:pt idx="786" formatCode="h:mm:ss">
                  <c:v>0.56562500000000004</c:v>
                </c:pt>
                <c:pt idx="787" formatCode="h:mm:ss">
                  <c:v>0.56579861111111107</c:v>
                </c:pt>
                <c:pt idx="788" formatCode="h:mm:ss">
                  <c:v>0.56597222222222221</c:v>
                </c:pt>
                <c:pt idx="789" formatCode="h:mm:ss">
                  <c:v>0.56614583333333335</c:v>
                </c:pt>
                <c:pt idx="790" formatCode="h:mm:ss">
                  <c:v>0.56631944444444449</c:v>
                </c:pt>
                <c:pt idx="791" formatCode="h:mm:ss">
                  <c:v>0.56649305555555551</c:v>
                </c:pt>
                <c:pt idx="792" formatCode="h:mm:ss">
                  <c:v>0.56666666666666665</c:v>
                </c:pt>
                <c:pt idx="793" formatCode="h:mm:ss">
                  <c:v>0.56684027777777779</c:v>
                </c:pt>
                <c:pt idx="794" formatCode="h:mm:ss">
                  <c:v>0.56701388888888893</c:v>
                </c:pt>
                <c:pt idx="795" formatCode="h:mm:ss">
                  <c:v>0.56718749999999996</c:v>
                </c:pt>
                <c:pt idx="796" formatCode="h:mm:ss">
                  <c:v>0.56736111111111109</c:v>
                </c:pt>
                <c:pt idx="797" formatCode="h:mm:ss">
                  <c:v>0.56753472222222223</c:v>
                </c:pt>
                <c:pt idx="798" formatCode="h:mm:ss">
                  <c:v>0.56770833333333337</c:v>
                </c:pt>
                <c:pt idx="799" formatCode="h:mm:ss">
                  <c:v>0.5678819444444444</c:v>
                </c:pt>
                <c:pt idx="800" formatCode="h:mm:ss">
                  <c:v>0.56805555555555554</c:v>
                </c:pt>
                <c:pt idx="801" formatCode="h:mm:ss">
                  <c:v>0.56822916666666667</c:v>
                </c:pt>
                <c:pt idx="802" formatCode="h:mm:ss">
                  <c:v>0.56840277777777781</c:v>
                </c:pt>
                <c:pt idx="803" formatCode="h:mm:ss">
                  <c:v>0.56857638888888884</c:v>
                </c:pt>
                <c:pt idx="804" formatCode="h:mm:ss">
                  <c:v>0.56874999999999998</c:v>
                </c:pt>
                <c:pt idx="805" formatCode="h:mm:ss">
                  <c:v>0.56892361111111112</c:v>
                </c:pt>
                <c:pt idx="806" formatCode="h:mm:ss">
                  <c:v>0.56909722222222225</c:v>
                </c:pt>
                <c:pt idx="807" formatCode="h:mm:ss">
                  <c:v>0.56927083333333328</c:v>
                </c:pt>
                <c:pt idx="808" formatCode="h:mm:ss">
                  <c:v>0.56944444444444442</c:v>
                </c:pt>
                <c:pt idx="809" formatCode="h:mm:ss">
                  <c:v>0.56961805555555556</c:v>
                </c:pt>
                <c:pt idx="810" formatCode="h:mm:ss">
                  <c:v>0.5697916666666667</c:v>
                </c:pt>
                <c:pt idx="811" formatCode="h:mm:ss">
                  <c:v>0.56996527777777772</c:v>
                </c:pt>
                <c:pt idx="812" formatCode="h:mm:ss">
                  <c:v>0.57013888888888886</c:v>
                </c:pt>
                <c:pt idx="813" formatCode="h:mm:ss">
                  <c:v>0.5703125</c:v>
                </c:pt>
                <c:pt idx="814" formatCode="h:mm:ss">
                  <c:v>0.57048611111111114</c:v>
                </c:pt>
                <c:pt idx="815" formatCode="h:mm:ss">
                  <c:v>0.57065972222222228</c:v>
                </c:pt>
                <c:pt idx="816" formatCode="h:mm:ss">
                  <c:v>0.5708333333333333</c:v>
                </c:pt>
                <c:pt idx="817" formatCode="h:mm:ss">
                  <c:v>0.57100694444444444</c:v>
                </c:pt>
                <c:pt idx="818" formatCode="h:mm:ss">
                  <c:v>0.57118055555555558</c:v>
                </c:pt>
                <c:pt idx="819" formatCode="h:mm:ss">
                  <c:v>0.57135416666666672</c:v>
                </c:pt>
                <c:pt idx="820" formatCode="h:mm:ss">
                  <c:v>0.57152777777777775</c:v>
                </c:pt>
                <c:pt idx="821" formatCode="h:mm:ss">
                  <c:v>0.57170138888888888</c:v>
                </c:pt>
                <c:pt idx="822" formatCode="h:mm:ss">
                  <c:v>0.57187500000000002</c:v>
                </c:pt>
                <c:pt idx="823" formatCode="h:mm:ss">
                  <c:v>0.57204861111111116</c:v>
                </c:pt>
                <c:pt idx="824" formatCode="h:mm:ss">
                  <c:v>0.57222222222222219</c:v>
                </c:pt>
                <c:pt idx="825" formatCode="h:mm:ss">
                  <c:v>0.57239583333333333</c:v>
                </c:pt>
                <c:pt idx="826" formatCode="h:mm:ss">
                  <c:v>0.57256944444444446</c:v>
                </c:pt>
                <c:pt idx="827" formatCode="h:mm:ss">
                  <c:v>0.5727430555555556</c:v>
                </c:pt>
                <c:pt idx="828" formatCode="h:mm:ss">
                  <c:v>0.57291666666666663</c:v>
                </c:pt>
                <c:pt idx="829" formatCode="h:mm:ss">
                  <c:v>0.57309027777777777</c:v>
                </c:pt>
                <c:pt idx="830" formatCode="h:mm:ss">
                  <c:v>0.57326388888888891</c:v>
                </c:pt>
                <c:pt idx="831" formatCode="h:mm:ss">
                  <c:v>0.57343750000000004</c:v>
                </c:pt>
                <c:pt idx="832" formatCode="h:mm:ss">
                  <c:v>0.57361111111111107</c:v>
                </c:pt>
                <c:pt idx="833" formatCode="h:mm:ss">
                  <c:v>0.57378472222222221</c:v>
                </c:pt>
                <c:pt idx="834" formatCode="h:mm:ss">
                  <c:v>0.57395833333333335</c:v>
                </c:pt>
                <c:pt idx="835" formatCode="h:mm:ss">
                  <c:v>0.57413194444444449</c:v>
                </c:pt>
                <c:pt idx="836" formatCode="h:mm:ss">
                  <c:v>0.57430555555555551</c:v>
                </c:pt>
                <c:pt idx="837" formatCode="h:mm:ss">
                  <c:v>0.57447916666666665</c:v>
                </c:pt>
                <c:pt idx="838" formatCode="h:mm:ss">
                  <c:v>0.57465277777777779</c:v>
                </c:pt>
                <c:pt idx="839" formatCode="h:mm:ss">
                  <c:v>0.57482638888888893</c:v>
                </c:pt>
                <c:pt idx="840" formatCode="h:mm:ss">
                  <c:v>0.57499999999999996</c:v>
                </c:pt>
                <c:pt idx="841" formatCode="h:mm:ss">
                  <c:v>0.57517361111111109</c:v>
                </c:pt>
                <c:pt idx="842" formatCode="h:mm:ss">
                  <c:v>0.57534722222222223</c:v>
                </c:pt>
                <c:pt idx="843" formatCode="h:mm:ss">
                  <c:v>0.57552083333333337</c:v>
                </c:pt>
                <c:pt idx="844" formatCode="h:mm:ss">
                  <c:v>0.5756944444444444</c:v>
                </c:pt>
                <c:pt idx="845" formatCode="h:mm:ss">
                  <c:v>0.57586805555555554</c:v>
                </c:pt>
                <c:pt idx="846" formatCode="h:mm:ss">
                  <c:v>0.57604166666666667</c:v>
                </c:pt>
                <c:pt idx="847" formatCode="h:mm:ss">
                  <c:v>0.57621527777777781</c:v>
                </c:pt>
                <c:pt idx="848" formatCode="h:mm:ss">
                  <c:v>0.57638888888888884</c:v>
                </c:pt>
                <c:pt idx="849" formatCode="h:mm:ss">
                  <c:v>0.57656249999999998</c:v>
                </c:pt>
                <c:pt idx="850" formatCode="h:mm:ss">
                  <c:v>0.57673611111111112</c:v>
                </c:pt>
                <c:pt idx="851" formatCode="h:mm:ss">
                  <c:v>0.57690972222222225</c:v>
                </c:pt>
                <c:pt idx="852" formatCode="h:mm:ss">
                  <c:v>0.57708333333333328</c:v>
                </c:pt>
                <c:pt idx="853" formatCode="h:mm:ss">
                  <c:v>0.57725694444444442</c:v>
                </c:pt>
                <c:pt idx="854" formatCode="h:mm:ss">
                  <c:v>0.57743055555555556</c:v>
                </c:pt>
                <c:pt idx="855" formatCode="h:mm:ss">
                  <c:v>0.5776041666666667</c:v>
                </c:pt>
                <c:pt idx="856" formatCode="h:mm:ss">
                  <c:v>0.57777777777777772</c:v>
                </c:pt>
                <c:pt idx="857" formatCode="h:mm:ss">
                  <c:v>0.57795138888888886</c:v>
                </c:pt>
                <c:pt idx="858" formatCode="h:mm:ss">
                  <c:v>0.578125</c:v>
                </c:pt>
                <c:pt idx="859" formatCode="h:mm:ss">
                  <c:v>0.57829861111111114</c:v>
                </c:pt>
                <c:pt idx="860" formatCode="h:mm:ss">
                  <c:v>0.57847222222222228</c:v>
                </c:pt>
                <c:pt idx="861" formatCode="h:mm:ss">
                  <c:v>0.5786458333333333</c:v>
                </c:pt>
                <c:pt idx="862" formatCode="h:mm:ss">
                  <c:v>0.57881944444444444</c:v>
                </c:pt>
                <c:pt idx="863" formatCode="h:mm:ss">
                  <c:v>0.57899305555555558</c:v>
                </c:pt>
                <c:pt idx="864" formatCode="h:mm:ss">
                  <c:v>0.57916666666666672</c:v>
                </c:pt>
                <c:pt idx="865" formatCode="h:mm:ss">
                  <c:v>0.57934027777777775</c:v>
                </c:pt>
                <c:pt idx="866" formatCode="h:mm:ss">
                  <c:v>0.57951388888888888</c:v>
                </c:pt>
                <c:pt idx="867" formatCode="h:mm:ss">
                  <c:v>0.57968750000000002</c:v>
                </c:pt>
                <c:pt idx="868" formatCode="h:mm:ss">
                  <c:v>0.57986111111111116</c:v>
                </c:pt>
                <c:pt idx="869" formatCode="h:mm:ss">
                  <c:v>0.58003472222222219</c:v>
                </c:pt>
                <c:pt idx="870" formatCode="h:mm:ss">
                  <c:v>0.58020833333333333</c:v>
                </c:pt>
                <c:pt idx="871" formatCode="h:mm:ss">
                  <c:v>0.58038194444444446</c:v>
                </c:pt>
                <c:pt idx="872" formatCode="h:mm:ss">
                  <c:v>0.5805555555555556</c:v>
                </c:pt>
                <c:pt idx="873" formatCode="h:mm:ss">
                  <c:v>0.58072916666666663</c:v>
                </c:pt>
                <c:pt idx="874" formatCode="h:mm:ss">
                  <c:v>0.58090277777777777</c:v>
                </c:pt>
                <c:pt idx="875" formatCode="h:mm:ss">
                  <c:v>0.58107638888888891</c:v>
                </c:pt>
                <c:pt idx="876" formatCode="h:mm:ss">
                  <c:v>0.58125000000000004</c:v>
                </c:pt>
                <c:pt idx="877" formatCode="h:mm:ss">
                  <c:v>0.58142361111111107</c:v>
                </c:pt>
                <c:pt idx="878" formatCode="h:mm:ss">
                  <c:v>0.58159722222222221</c:v>
                </c:pt>
                <c:pt idx="879" formatCode="h:mm:ss">
                  <c:v>0.58177083333333335</c:v>
                </c:pt>
                <c:pt idx="880" formatCode="h:mm:ss">
                  <c:v>0.58194444444444449</c:v>
                </c:pt>
                <c:pt idx="881" formatCode="h:mm:ss">
                  <c:v>0.58211805555555551</c:v>
                </c:pt>
                <c:pt idx="882" formatCode="h:mm:ss">
                  <c:v>0.58229166666666665</c:v>
                </c:pt>
                <c:pt idx="883" formatCode="h:mm:ss">
                  <c:v>0.58246527777777779</c:v>
                </c:pt>
                <c:pt idx="884" formatCode="h:mm:ss">
                  <c:v>0.58263888888888893</c:v>
                </c:pt>
                <c:pt idx="885" formatCode="h:mm:ss">
                  <c:v>0.58281249999999996</c:v>
                </c:pt>
                <c:pt idx="886" formatCode="h:mm:ss">
                  <c:v>0.58298611111111109</c:v>
                </c:pt>
                <c:pt idx="887" formatCode="h:mm:ss">
                  <c:v>0.58315972222222223</c:v>
                </c:pt>
                <c:pt idx="888" formatCode="h:mm:ss">
                  <c:v>0.58333333333333337</c:v>
                </c:pt>
                <c:pt idx="889" formatCode="h:mm:ss">
                  <c:v>0.5835069444444444</c:v>
                </c:pt>
                <c:pt idx="890" formatCode="h:mm:ss">
                  <c:v>0.58368055555555554</c:v>
                </c:pt>
                <c:pt idx="891" formatCode="h:mm:ss">
                  <c:v>0.58385416666666667</c:v>
                </c:pt>
                <c:pt idx="892" formatCode="h:mm:ss">
                  <c:v>0.58402777777777781</c:v>
                </c:pt>
                <c:pt idx="893" formatCode="h:mm:ss">
                  <c:v>0.58420138888888884</c:v>
                </c:pt>
                <c:pt idx="894" formatCode="h:mm:ss">
                  <c:v>0.58437499999999998</c:v>
                </c:pt>
                <c:pt idx="895" formatCode="h:mm:ss">
                  <c:v>0.58454861111111112</c:v>
                </c:pt>
                <c:pt idx="896" formatCode="h:mm:ss">
                  <c:v>0.58472222222222225</c:v>
                </c:pt>
                <c:pt idx="897" formatCode="h:mm:ss">
                  <c:v>0.58489583333333328</c:v>
                </c:pt>
                <c:pt idx="898" formatCode="h:mm:ss">
                  <c:v>0.58506944444444442</c:v>
                </c:pt>
                <c:pt idx="899" formatCode="h:mm:ss">
                  <c:v>0.58524305555555556</c:v>
                </c:pt>
                <c:pt idx="900" formatCode="h:mm:ss">
                  <c:v>0.5854166666666667</c:v>
                </c:pt>
                <c:pt idx="901" formatCode="h:mm:ss">
                  <c:v>0.58559027777777772</c:v>
                </c:pt>
                <c:pt idx="902" formatCode="h:mm:ss">
                  <c:v>0.58576388888888886</c:v>
                </c:pt>
                <c:pt idx="903" formatCode="h:mm:ss">
                  <c:v>0.5859375</c:v>
                </c:pt>
                <c:pt idx="904" formatCode="h:mm:ss">
                  <c:v>0.58611111111111114</c:v>
                </c:pt>
                <c:pt idx="905" formatCode="h:mm:ss">
                  <c:v>0.58628472222222228</c:v>
                </c:pt>
                <c:pt idx="906" formatCode="h:mm:ss">
                  <c:v>0.5864583333333333</c:v>
                </c:pt>
                <c:pt idx="907" formatCode="h:mm:ss">
                  <c:v>0.58663194444444444</c:v>
                </c:pt>
                <c:pt idx="908" formatCode="h:mm:ss">
                  <c:v>0.58680555555555558</c:v>
                </c:pt>
                <c:pt idx="909" formatCode="h:mm:ss">
                  <c:v>0.58697916666666672</c:v>
                </c:pt>
                <c:pt idx="910" formatCode="h:mm:ss">
                  <c:v>0.58715277777777775</c:v>
                </c:pt>
                <c:pt idx="911" formatCode="h:mm:ss">
                  <c:v>0.58732638888888888</c:v>
                </c:pt>
                <c:pt idx="912" formatCode="h:mm:ss">
                  <c:v>0.58750000000000002</c:v>
                </c:pt>
                <c:pt idx="913" formatCode="h:mm:ss">
                  <c:v>0.58767361111111116</c:v>
                </c:pt>
                <c:pt idx="914" formatCode="h:mm:ss">
                  <c:v>0.58784722222222219</c:v>
                </c:pt>
                <c:pt idx="915" formatCode="h:mm:ss">
                  <c:v>0.58802083333333333</c:v>
                </c:pt>
                <c:pt idx="916" formatCode="h:mm:ss">
                  <c:v>0.58819444444444446</c:v>
                </c:pt>
                <c:pt idx="917" formatCode="h:mm:ss">
                  <c:v>0.5883680555555556</c:v>
                </c:pt>
                <c:pt idx="918" formatCode="h:mm:ss">
                  <c:v>0.58854166666666663</c:v>
                </c:pt>
                <c:pt idx="919" formatCode="h:mm:ss">
                  <c:v>0.58871527777777777</c:v>
                </c:pt>
                <c:pt idx="920" formatCode="h:mm:ss">
                  <c:v>0.58888888888888891</c:v>
                </c:pt>
                <c:pt idx="921" formatCode="h:mm:ss">
                  <c:v>0.58906250000000004</c:v>
                </c:pt>
                <c:pt idx="922" formatCode="h:mm:ss">
                  <c:v>0.58923611111111107</c:v>
                </c:pt>
                <c:pt idx="923" formatCode="h:mm:ss">
                  <c:v>0.58940972222222221</c:v>
                </c:pt>
                <c:pt idx="924" formatCode="h:mm:ss">
                  <c:v>0.58958333333333335</c:v>
                </c:pt>
                <c:pt idx="925" formatCode="h:mm:ss">
                  <c:v>0.58975694444444449</c:v>
                </c:pt>
                <c:pt idx="926" formatCode="h:mm:ss">
                  <c:v>0.58993055555555551</c:v>
                </c:pt>
                <c:pt idx="927" formatCode="h:mm:ss">
                  <c:v>0.59010416666666665</c:v>
                </c:pt>
                <c:pt idx="928" formatCode="h:mm:ss">
                  <c:v>0.59027777777777779</c:v>
                </c:pt>
                <c:pt idx="929" formatCode="h:mm:ss">
                  <c:v>0.59045138888888893</c:v>
                </c:pt>
                <c:pt idx="930" formatCode="h:mm:ss">
                  <c:v>0.59062499999999996</c:v>
                </c:pt>
                <c:pt idx="931" formatCode="h:mm:ss">
                  <c:v>0.59079861111111109</c:v>
                </c:pt>
                <c:pt idx="932" formatCode="h:mm:ss">
                  <c:v>0.59097222222222223</c:v>
                </c:pt>
                <c:pt idx="933" formatCode="h:mm:ss">
                  <c:v>0.59114583333333337</c:v>
                </c:pt>
                <c:pt idx="934" formatCode="h:mm:ss">
                  <c:v>0.5913194444444444</c:v>
                </c:pt>
                <c:pt idx="935" formatCode="h:mm:ss">
                  <c:v>0.59149305555555554</c:v>
                </c:pt>
                <c:pt idx="936" formatCode="h:mm:ss">
                  <c:v>0.59166666666666667</c:v>
                </c:pt>
                <c:pt idx="937" formatCode="h:mm:ss">
                  <c:v>0.59184027777777781</c:v>
                </c:pt>
                <c:pt idx="938" formatCode="h:mm:ss">
                  <c:v>0.59201388888888884</c:v>
                </c:pt>
                <c:pt idx="939" formatCode="h:mm:ss">
                  <c:v>0.59218749999999998</c:v>
                </c:pt>
                <c:pt idx="940" formatCode="h:mm:ss">
                  <c:v>0.59236111111111112</c:v>
                </c:pt>
                <c:pt idx="941" formatCode="h:mm:ss">
                  <c:v>0.59253472222222225</c:v>
                </c:pt>
                <c:pt idx="942" formatCode="h:mm:ss">
                  <c:v>0.59270833333333328</c:v>
                </c:pt>
                <c:pt idx="943" formatCode="h:mm:ss">
                  <c:v>0.59288194444444442</c:v>
                </c:pt>
                <c:pt idx="944" formatCode="h:mm:ss">
                  <c:v>0.59305555555555556</c:v>
                </c:pt>
                <c:pt idx="945" formatCode="h:mm:ss">
                  <c:v>0.5932291666666667</c:v>
                </c:pt>
                <c:pt idx="946" formatCode="h:mm:ss">
                  <c:v>0.59340277777777772</c:v>
                </c:pt>
                <c:pt idx="947" formatCode="h:mm:ss">
                  <c:v>0.59357638888888886</c:v>
                </c:pt>
                <c:pt idx="948" formatCode="h:mm:ss">
                  <c:v>0.59375</c:v>
                </c:pt>
                <c:pt idx="949" formatCode="h:mm:ss">
                  <c:v>0.59392361111111114</c:v>
                </c:pt>
                <c:pt idx="950" formatCode="h:mm:ss">
                  <c:v>0.59409722222222228</c:v>
                </c:pt>
                <c:pt idx="951" formatCode="h:mm:ss">
                  <c:v>0.5942708333333333</c:v>
                </c:pt>
                <c:pt idx="952" formatCode="h:mm:ss">
                  <c:v>0.59444444444444444</c:v>
                </c:pt>
                <c:pt idx="953" formatCode="h:mm:ss">
                  <c:v>0.59461805555555558</c:v>
                </c:pt>
                <c:pt idx="954" formatCode="h:mm:ss">
                  <c:v>0.59479166666666672</c:v>
                </c:pt>
                <c:pt idx="955" formatCode="h:mm:ss">
                  <c:v>0.59496527777777775</c:v>
                </c:pt>
                <c:pt idx="956" formatCode="h:mm:ss">
                  <c:v>0.59513888888888888</c:v>
                </c:pt>
                <c:pt idx="957" formatCode="h:mm:ss">
                  <c:v>0.59531250000000002</c:v>
                </c:pt>
                <c:pt idx="958" formatCode="h:mm:ss">
                  <c:v>0.59548611111111116</c:v>
                </c:pt>
                <c:pt idx="959" formatCode="h:mm:ss">
                  <c:v>0.59565972222222219</c:v>
                </c:pt>
                <c:pt idx="960" formatCode="h:mm:ss">
                  <c:v>0.59583333333333333</c:v>
                </c:pt>
                <c:pt idx="961" formatCode="h:mm:ss">
                  <c:v>0.59600694444444446</c:v>
                </c:pt>
                <c:pt idx="962" formatCode="h:mm:ss">
                  <c:v>0.5961805555555556</c:v>
                </c:pt>
                <c:pt idx="963" formatCode="h:mm:ss">
                  <c:v>0.59635416666666663</c:v>
                </c:pt>
                <c:pt idx="964" formatCode="h:mm:ss">
                  <c:v>0.59652777777777777</c:v>
                </c:pt>
                <c:pt idx="965" formatCode="h:mm:ss">
                  <c:v>0.59670138888888891</c:v>
                </c:pt>
                <c:pt idx="966" formatCode="h:mm:ss">
                  <c:v>0.59687500000000004</c:v>
                </c:pt>
                <c:pt idx="967" formatCode="h:mm:ss">
                  <c:v>0.59704861111111107</c:v>
                </c:pt>
                <c:pt idx="968" formatCode="h:mm:ss">
                  <c:v>0.59722222222222221</c:v>
                </c:pt>
                <c:pt idx="969" formatCode="h:mm:ss">
                  <c:v>0.59739583333333335</c:v>
                </c:pt>
                <c:pt idx="970" formatCode="h:mm:ss">
                  <c:v>0.59756944444444449</c:v>
                </c:pt>
                <c:pt idx="971" formatCode="h:mm:ss">
                  <c:v>0.59774305555555551</c:v>
                </c:pt>
                <c:pt idx="972" formatCode="h:mm:ss">
                  <c:v>0.59791666666666665</c:v>
                </c:pt>
                <c:pt idx="973" formatCode="h:mm:ss">
                  <c:v>0.59809027777777779</c:v>
                </c:pt>
                <c:pt idx="974" formatCode="h:mm:ss">
                  <c:v>0.59826388888888893</c:v>
                </c:pt>
                <c:pt idx="975" formatCode="h:mm:ss">
                  <c:v>0.59843749999999996</c:v>
                </c:pt>
                <c:pt idx="976" formatCode="h:mm:ss">
                  <c:v>0.59861111111111109</c:v>
                </c:pt>
                <c:pt idx="977" formatCode="h:mm:ss">
                  <c:v>0.59878472222222223</c:v>
                </c:pt>
                <c:pt idx="978" formatCode="h:mm:ss">
                  <c:v>0.59895833333333337</c:v>
                </c:pt>
                <c:pt idx="979" formatCode="h:mm:ss">
                  <c:v>0.5991319444444444</c:v>
                </c:pt>
                <c:pt idx="980" formatCode="h:mm:ss">
                  <c:v>0.59930555555555554</c:v>
                </c:pt>
                <c:pt idx="981" formatCode="h:mm:ss">
                  <c:v>0.59947916666666667</c:v>
                </c:pt>
                <c:pt idx="982" formatCode="h:mm:ss">
                  <c:v>0.59965277777777781</c:v>
                </c:pt>
                <c:pt idx="983" formatCode="h:mm:ss">
                  <c:v>0.59982638888888884</c:v>
                </c:pt>
                <c:pt idx="984" formatCode="h:mm:ss">
                  <c:v>0.6</c:v>
                </c:pt>
                <c:pt idx="985" formatCode="h:mm:ss">
                  <c:v>0.60017361111111112</c:v>
                </c:pt>
                <c:pt idx="986" formatCode="h:mm:ss">
                  <c:v>0.60034722222222225</c:v>
                </c:pt>
                <c:pt idx="987" formatCode="h:mm:ss">
                  <c:v>0.60052083333333328</c:v>
                </c:pt>
                <c:pt idx="988" formatCode="h:mm:ss">
                  <c:v>0.60069444444444442</c:v>
                </c:pt>
                <c:pt idx="989" formatCode="h:mm:ss">
                  <c:v>0.60086805555555556</c:v>
                </c:pt>
                <c:pt idx="990" formatCode="h:mm:ss">
                  <c:v>0.6010416666666667</c:v>
                </c:pt>
                <c:pt idx="991" formatCode="h:mm:ss">
                  <c:v>0.60121527777777772</c:v>
                </c:pt>
                <c:pt idx="992" formatCode="h:mm:ss">
                  <c:v>0.60138888888888886</c:v>
                </c:pt>
                <c:pt idx="993" formatCode="h:mm:ss">
                  <c:v>0.6015625</c:v>
                </c:pt>
                <c:pt idx="994" formatCode="h:mm:ss">
                  <c:v>0.60173611111111114</c:v>
                </c:pt>
                <c:pt idx="995" formatCode="h:mm:ss">
                  <c:v>0.60190972222222228</c:v>
                </c:pt>
                <c:pt idx="996" formatCode="h:mm:ss">
                  <c:v>0.6020833333333333</c:v>
                </c:pt>
                <c:pt idx="997" formatCode="h:mm:ss">
                  <c:v>0.60225694444444444</c:v>
                </c:pt>
                <c:pt idx="998" formatCode="h:mm:ss">
                  <c:v>0.60243055555555558</c:v>
                </c:pt>
                <c:pt idx="999" formatCode="h:mm:ss">
                  <c:v>0.60260416666666672</c:v>
                </c:pt>
                <c:pt idx="1000" formatCode="h:mm:ss">
                  <c:v>0.60277777777777775</c:v>
                </c:pt>
                <c:pt idx="1001" formatCode="h:mm:ss">
                  <c:v>0.60295138888888888</c:v>
                </c:pt>
                <c:pt idx="1002" formatCode="h:mm:ss">
                  <c:v>0.60312500000000002</c:v>
                </c:pt>
                <c:pt idx="1003" formatCode="h:mm:ss">
                  <c:v>0.60329861111111116</c:v>
                </c:pt>
                <c:pt idx="1004" formatCode="h:mm:ss">
                  <c:v>0.60347222222222219</c:v>
                </c:pt>
                <c:pt idx="1005" formatCode="h:mm:ss">
                  <c:v>0.60364583333333333</c:v>
                </c:pt>
                <c:pt idx="1006" formatCode="h:mm:ss">
                  <c:v>0.60381944444444446</c:v>
                </c:pt>
                <c:pt idx="1007" formatCode="h:mm:ss">
                  <c:v>0.6039930555555556</c:v>
                </c:pt>
                <c:pt idx="1008" formatCode="h:mm:ss">
                  <c:v>0.60416666666666663</c:v>
                </c:pt>
                <c:pt idx="1009" formatCode="h:mm:ss">
                  <c:v>0.60434027777777777</c:v>
                </c:pt>
                <c:pt idx="1010" formatCode="h:mm:ss">
                  <c:v>0.60451388888888891</c:v>
                </c:pt>
                <c:pt idx="1011" formatCode="h:mm:ss">
                  <c:v>0.60468750000000004</c:v>
                </c:pt>
                <c:pt idx="1012" formatCode="h:mm:ss">
                  <c:v>0.60486111111111107</c:v>
                </c:pt>
                <c:pt idx="1013" formatCode="h:mm:ss">
                  <c:v>0.60503472222222221</c:v>
                </c:pt>
                <c:pt idx="1014" formatCode="h:mm:ss">
                  <c:v>0.60520833333333335</c:v>
                </c:pt>
                <c:pt idx="1015" formatCode="h:mm:ss">
                  <c:v>0.60538194444444449</c:v>
                </c:pt>
                <c:pt idx="1016" formatCode="h:mm:ss">
                  <c:v>0.60555555555555551</c:v>
                </c:pt>
                <c:pt idx="1017" formatCode="h:mm:ss">
                  <c:v>0.60572916666666665</c:v>
                </c:pt>
                <c:pt idx="1018" formatCode="h:mm:ss">
                  <c:v>0.60590277777777779</c:v>
                </c:pt>
                <c:pt idx="1019" formatCode="h:mm:ss">
                  <c:v>0.60607638888888893</c:v>
                </c:pt>
                <c:pt idx="1020" formatCode="h:mm:ss">
                  <c:v>0.60624999999999996</c:v>
                </c:pt>
                <c:pt idx="1021" formatCode="h:mm:ss">
                  <c:v>0.60642361111111109</c:v>
                </c:pt>
                <c:pt idx="1022" formatCode="h:mm:ss">
                  <c:v>0.60659722222222223</c:v>
                </c:pt>
                <c:pt idx="1023" formatCode="h:mm:ss">
                  <c:v>0.60677083333333337</c:v>
                </c:pt>
                <c:pt idx="1024" formatCode="h:mm:ss">
                  <c:v>0.6069444444444444</c:v>
                </c:pt>
                <c:pt idx="1025" formatCode="h:mm:ss">
                  <c:v>0.60711805555555554</c:v>
                </c:pt>
                <c:pt idx="1026" formatCode="h:mm:ss">
                  <c:v>0.60729166666666667</c:v>
                </c:pt>
                <c:pt idx="1027" formatCode="h:mm:ss">
                  <c:v>0.60746527777777781</c:v>
                </c:pt>
                <c:pt idx="1028" formatCode="h:mm:ss">
                  <c:v>0.60763888888888884</c:v>
                </c:pt>
                <c:pt idx="1029" formatCode="h:mm:ss">
                  <c:v>0.60781249999999998</c:v>
                </c:pt>
                <c:pt idx="1030" formatCode="h:mm:ss">
                  <c:v>0.60798611111111112</c:v>
                </c:pt>
                <c:pt idx="1031" formatCode="h:mm:ss">
                  <c:v>0.60815972222222225</c:v>
                </c:pt>
                <c:pt idx="1032" formatCode="h:mm:ss">
                  <c:v>0.60833333333333328</c:v>
                </c:pt>
                <c:pt idx="1033" formatCode="h:mm:ss">
                  <c:v>0.60850694444444442</c:v>
                </c:pt>
                <c:pt idx="1034" formatCode="h:mm:ss">
                  <c:v>0.60868055555555556</c:v>
                </c:pt>
                <c:pt idx="1035" formatCode="h:mm:ss">
                  <c:v>0.6088541666666667</c:v>
                </c:pt>
                <c:pt idx="1036" formatCode="h:mm:ss">
                  <c:v>0.60902777777777772</c:v>
                </c:pt>
                <c:pt idx="1037" formatCode="h:mm:ss">
                  <c:v>0.60920138888888886</c:v>
                </c:pt>
                <c:pt idx="1038" formatCode="h:mm:ss">
                  <c:v>0.609375</c:v>
                </c:pt>
                <c:pt idx="1039" formatCode="h:mm:ss">
                  <c:v>0.60954861111111114</c:v>
                </c:pt>
                <c:pt idx="1040" formatCode="h:mm:ss">
                  <c:v>0.60972222222222228</c:v>
                </c:pt>
                <c:pt idx="1041" formatCode="h:mm:ss">
                  <c:v>0.6098958333333333</c:v>
                </c:pt>
                <c:pt idx="1042" formatCode="h:mm:ss">
                  <c:v>0.61006944444444444</c:v>
                </c:pt>
                <c:pt idx="1043" formatCode="h:mm:ss">
                  <c:v>0.61024305555555558</c:v>
                </c:pt>
                <c:pt idx="1044" formatCode="h:mm:ss">
                  <c:v>0.61041666666666672</c:v>
                </c:pt>
                <c:pt idx="1045" formatCode="h:mm:ss">
                  <c:v>0.61059027777777775</c:v>
                </c:pt>
                <c:pt idx="1046" formatCode="h:mm:ss">
                  <c:v>0.61076388888888888</c:v>
                </c:pt>
                <c:pt idx="1047" formatCode="h:mm:ss">
                  <c:v>0.61093750000000002</c:v>
                </c:pt>
                <c:pt idx="1048" formatCode="h:mm:ss">
                  <c:v>0.61111111111111116</c:v>
                </c:pt>
                <c:pt idx="1049" formatCode="h:mm:ss">
                  <c:v>0.61128472222222219</c:v>
                </c:pt>
                <c:pt idx="1050" formatCode="h:mm:ss">
                  <c:v>0.61145833333333333</c:v>
                </c:pt>
                <c:pt idx="1051" formatCode="h:mm:ss">
                  <c:v>0.61163194444444446</c:v>
                </c:pt>
                <c:pt idx="1052" formatCode="h:mm:ss">
                  <c:v>0.6118055555555556</c:v>
                </c:pt>
                <c:pt idx="1053" formatCode="h:mm:ss">
                  <c:v>0.61197916666666663</c:v>
                </c:pt>
                <c:pt idx="1054" formatCode="h:mm:ss">
                  <c:v>0.61215277777777777</c:v>
                </c:pt>
                <c:pt idx="1055" formatCode="h:mm:ss">
                  <c:v>0.61232638888888891</c:v>
                </c:pt>
                <c:pt idx="1056" formatCode="h:mm:ss">
                  <c:v>0.61250000000000004</c:v>
                </c:pt>
                <c:pt idx="1057" formatCode="h:mm:ss">
                  <c:v>0.61267361111111107</c:v>
                </c:pt>
                <c:pt idx="1058" formatCode="h:mm:ss">
                  <c:v>0.61284722222222221</c:v>
                </c:pt>
                <c:pt idx="1059" formatCode="h:mm:ss">
                  <c:v>0.61302083333333335</c:v>
                </c:pt>
                <c:pt idx="1060" formatCode="h:mm:ss">
                  <c:v>0.61319444444444449</c:v>
                </c:pt>
                <c:pt idx="1061" formatCode="h:mm:ss">
                  <c:v>0.61336805555555551</c:v>
                </c:pt>
                <c:pt idx="1062" formatCode="h:mm:ss">
                  <c:v>0.61354166666666665</c:v>
                </c:pt>
                <c:pt idx="1063" formatCode="h:mm:ss">
                  <c:v>0.61371527777777779</c:v>
                </c:pt>
                <c:pt idx="1064" formatCode="h:mm:ss">
                  <c:v>0.61388888888888893</c:v>
                </c:pt>
                <c:pt idx="1065" formatCode="h:mm:ss">
                  <c:v>0.61406249999999996</c:v>
                </c:pt>
                <c:pt idx="1066" formatCode="h:mm:ss">
                  <c:v>0.61423611111111109</c:v>
                </c:pt>
                <c:pt idx="1067" formatCode="h:mm:ss">
                  <c:v>0.61440972222222223</c:v>
                </c:pt>
                <c:pt idx="1068" formatCode="h:mm:ss">
                  <c:v>0.61458333333333337</c:v>
                </c:pt>
                <c:pt idx="1069" formatCode="h:mm:ss">
                  <c:v>0.6147569444444444</c:v>
                </c:pt>
                <c:pt idx="1070" formatCode="h:mm:ss">
                  <c:v>0.61493055555555554</c:v>
                </c:pt>
                <c:pt idx="1071" formatCode="h:mm:ss">
                  <c:v>0.61510416666666667</c:v>
                </c:pt>
                <c:pt idx="1072" formatCode="h:mm:ss">
                  <c:v>0.61527777777777781</c:v>
                </c:pt>
                <c:pt idx="1073" formatCode="h:mm:ss">
                  <c:v>0.61545138888888884</c:v>
                </c:pt>
                <c:pt idx="1074" formatCode="h:mm:ss">
                  <c:v>0.61562499999999998</c:v>
                </c:pt>
                <c:pt idx="1075" formatCode="h:mm:ss">
                  <c:v>0.61579861111111112</c:v>
                </c:pt>
                <c:pt idx="1076" formatCode="h:mm:ss">
                  <c:v>0.61597222222222225</c:v>
                </c:pt>
                <c:pt idx="1077" formatCode="h:mm:ss">
                  <c:v>0.61614583333333328</c:v>
                </c:pt>
                <c:pt idx="1078" formatCode="h:mm:ss">
                  <c:v>0.61631944444444442</c:v>
                </c:pt>
                <c:pt idx="1079" formatCode="h:mm:ss">
                  <c:v>0.61649305555555556</c:v>
                </c:pt>
                <c:pt idx="1080" formatCode="h:mm:ss">
                  <c:v>0.6166666666666667</c:v>
                </c:pt>
                <c:pt idx="1081" formatCode="h:mm:ss">
                  <c:v>0.61684027777777772</c:v>
                </c:pt>
                <c:pt idx="1082" formatCode="h:mm:ss">
                  <c:v>0.61701388888888886</c:v>
                </c:pt>
                <c:pt idx="1083" formatCode="h:mm:ss">
                  <c:v>0.6171875</c:v>
                </c:pt>
                <c:pt idx="1084" formatCode="h:mm:ss">
                  <c:v>0.61736111111111114</c:v>
                </c:pt>
                <c:pt idx="1085" formatCode="h:mm:ss">
                  <c:v>0.61753472222222228</c:v>
                </c:pt>
                <c:pt idx="1086" formatCode="h:mm:ss">
                  <c:v>0.6177083333333333</c:v>
                </c:pt>
                <c:pt idx="1087" formatCode="h:mm:ss">
                  <c:v>0.61788194444444444</c:v>
                </c:pt>
                <c:pt idx="1088" formatCode="h:mm:ss">
                  <c:v>0.61805555555555558</c:v>
                </c:pt>
                <c:pt idx="1089" formatCode="h:mm:ss">
                  <c:v>0.61822916666666672</c:v>
                </c:pt>
                <c:pt idx="1090" formatCode="h:mm:ss">
                  <c:v>0.61840277777777775</c:v>
                </c:pt>
                <c:pt idx="1091" formatCode="h:mm:ss">
                  <c:v>0.61857638888888888</c:v>
                </c:pt>
                <c:pt idx="1092" formatCode="h:mm:ss">
                  <c:v>0.61875000000000002</c:v>
                </c:pt>
                <c:pt idx="1093" formatCode="h:mm:ss">
                  <c:v>0.61892361111111116</c:v>
                </c:pt>
                <c:pt idx="1094" formatCode="h:mm:ss">
                  <c:v>0.61909722222222219</c:v>
                </c:pt>
                <c:pt idx="1095" formatCode="h:mm:ss">
                  <c:v>0.61927083333333333</c:v>
                </c:pt>
                <c:pt idx="1096" formatCode="h:mm:ss">
                  <c:v>0.61944444444444446</c:v>
                </c:pt>
                <c:pt idx="1097" formatCode="h:mm:ss">
                  <c:v>0.6196180555555556</c:v>
                </c:pt>
                <c:pt idx="1098" formatCode="h:mm:ss">
                  <c:v>0.61979166666666663</c:v>
                </c:pt>
                <c:pt idx="1099" formatCode="h:mm:ss">
                  <c:v>0.61996527777777777</c:v>
                </c:pt>
                <c:pt idx="1100" formatCode="h:mm:ss">
                  <c:v>0.62013888888888891</c:v>
                </c:pt>
                <c:pt idx="1101" formatCode="h:mm:ss">
                  <c:v>0.62031250000000004</c:v>
                </c:pt>
                <c:pt idx="1102" formatCode="h:mm:ss">
                  <c:v>0.62048611111111107</c:v>
                </c:pt>
                <c:pt idx="1103" formatCode="h:mm:ss">
                  <c:v>0.62065972222222221</c:v>
                </c:pt>
                <c:pt idx="1104" formatCode="h:mm:ss">
                  <c:v>0.62083333333333335</c:v>
                </c:pt>
                <c:pt idx="1105" formatCode="h:mm:ss">
                  <c:v>0.62100694444444449</c:v>
                </c:pt>
                <c:pt idx="1106" formatCode="h:mm:ss">
                  <c:v>0.62118055555555551</c:v>
                </c:pt>
                <c:pt idx="1107" formatCode="h:mm:ss">
                  <c:v>0.62135416666666665</c:v>
                </c:pt>
                <c:pt idx="1108" formatCode="h:mm:ss">
                  <c:v>0.62152777777777779</c:v>
                </c:pt>
                <c:pt idx="1109" formatCode="h:mm:ss">
                  <c:v>0.62170138888888893</c:v>
                </c:pt>
                <c:pt idx="1110" formatCode="h:mm:ss">
                  <c:v>0.62187499999999996</c:v>
                </c:pt>
                <c:pt idx="1111" formatCode="h:mm:ss">
                  <c:v>0.62204861111111109</c:v>
                </c:pt>
                <c:pt idx="1112" formatCode="h:mm:ss">
                  <c:v>0.62222222222222223</c:v>
                </c:pt>
                <c:pt idx="1113" formatCode="h:mm:ss">
                  <c:v>0.62239583333333337</c:v>
                </c:pt>
                <c:pt idx="1114" formatCode="h:mm:ss">
                  <c:v>0.6225694444444444</c:v>
                </c:pt>
                <c:pt idx="1115" formatCode="h:mm:ss">
                  <c:v>0.62274305555555554</c:v>
                </c:pt>
                <c:pt idx="1116" formatCode="h:mm:ss">
                  <c:v>0.62291666666666667</c:v>
                </c:pt>
                <c:pt idx="1117" formatCode="h:mm:ss">
                  <c:v>0.62309027777777781</c:v>
                </c:pt>
                <c:pt idx="1118" formatCode="h:mm:ss">
                  <c:v>0.62326388888888884</c:v>
                </c:pt>
                <c:pt idx="1119" formatCode="h:mm:ss">
                  <c:v>0.62343749999999998</c:v>
                </c:pt>
                <c:pt idx="1120" formatCode="h:mm:ss">
                  <c:v>0.62361111111111112</c:v>
                </c:pt>
                <c:pt idx="1121" formatCode="h:mm:ss">
                  <c:v>0.62378472222222225</c:v>
                </c:pt>
                <c:pt idx="1122" formatCode="h:mm:ss">
                  <c:v>0.62395833333333328</c:v>
                </c:pt>
                <c:pt idx="1123" formatCode="h:mm:ss">
                  <c:v>0.62413194444444442</c:v>
                </c:pt>
                <c:pt idx="1124" formatCode="h:mm:ss">
                  <c:v>0.62430555555555556</c:v>
                </c:pt>
                <c:pt idx="1125" formatCode="h:mm:ss">
                  <c:v>0.6244791666666667</c:v>
                </c:pt>
                <c:pt idx="1126" formatCode="h:mm:ss">
                  <c:v>0.62465277777777772</c:v>
                </c:pt>
                <c:pt idx="1127" formatCode="h:mm:ss">
                  <c:v>0.62482638888888886</c:v>
                </c:pt>
                <c:pt idx="1128" formatCode="h:mm:ss">
                  <c:v>0.625</c:v>
                </c:pt>
                <c:pt idx="1129" formatCode="h:mm:ss">
                  <c:v>0.62517361111111114</c:v>
                </c:pt>
                <c:pt idx="1130" formatCode="h:mm:ss">
                  <c:v>0.62534722222222228</c:v>
                </c:pt>
                <c:pt idx="1131" formatCode="h:mm:ss">
                  <c:v>0.6255208333333333</c:v>
                </c:pt>
                <c:pt idx="1132" formatCode="h:mm:ss">
                  <c:v>0.62569444444444444</c:v>
                </c:pt>
                <c:pt idx="1133" formatCode="h:mm:ss">
                  <c:v>0.62586805555555558</c:v>
                </c:pt>
                <c:pt idx="1134" formatCode="h:mm:ss">
                  <c:v>0.62604166666666672</c:v>
                </c:pt>
                <c:pt idx="1135" formatCode="h:mm:ss">
                  <c:v>0.62621527777777775</c:v>
                </c:pt>
                <c:pt idx="1136" formatCode="h:mm:ss">
                  <c:v>0.62638888888888888</c:v>
                </c:pt>
                <c:pt idx="1137" formatCode="h:mm:ss">
                  <c:v>0.62656250000000002</c:v>
                </c:pt>
                <c:pt idx="1138" formatCode="h:mm:ss">
                  <c:v>0.62673611111111116</c:v>
                </c:pt>
                <c:pt idx="1139" formatCode="h:mm:ss">
                  <c:v>0.62690972222222219</c:v>
                </c:pt>
                <c:pt idx="1140" formatCode="h:mm:ss">
                  <c:v>0.62708333333333333</c:v>
                </c:pt>
                <c:pt idx="1141" formatCode="h:mm:ss">
                  <c:v>0.62725694444444446</c:v>
                </c:pt>
                <c:pt idx="1142" formatCode="h:mm:ss">
                  <c:v>0.6274305555555556</c:v>
                </c:pt>
                <c:pt idx="1143" formatCode="h:mm:ss">
                  <c:v>0.62760416666666663</c:v>
                </c:pt>
                <c:pt idx="1144" formatCode="h:mm:ss">
                  <c:v>0.62777777777777777</c:v>
                </c:pt>
                <c:pt idx="1145" formatCode="h:mm:ss">
                  <c:v>0.62795138888888891</c:v>
                </c:pt>
                <c:pt idx="1146" formatCode="h:mm:ss">
                  <c:v>0.62812500000000004</c:v>
                </c:pt>
                <c:pt idx="1147" formatCode="h:mm:ss">
                  <c:v>0.62829861111111107</c:v>
                </c:pt>
                <c:pt idx="1148" formatCode="h:mm:ss">
                  <c:v>0.62847222222222221</c:v>
                </c:pt>
                <c:pt idx="1149" formatCode="h:mm:ss">
                  <c:v>0.62864583333333335</c:v>
                </c:pt>
                <c:pt idx="1150" formatCode="h:mm:ss">
                  <c:v>0.62881944444444449</c:v>
                </c:pt>
                <c:pt idx="1151" formatCode="h:mm:ss">
                  <c:v>0.62899305555555551</c:v>
                </c:pt>
                <c:pt idx="1152" formatCode="h:mm:ss">
                  <c:v>0.62916666666666665</c:v>
                </c:pt>
                <c:pt idx="1153" formatCode="h:mm:ss">
                  <c:v>0.62934027777777779</c:v>
                </c:pt>
                <c:pt idx="1154" formatCode="h:mm:ss">
                  <c:v>0.62951388888888893</c:v>
                </c:pt>
                <c:pt idx="1155" formatCode="h:mm:ss">
                  <c:v>0.62968749999999996</c:v>
                </c:pt>
                <c:pt idx="1156" formatCode="h:mm:ss">
                  <c:v>0.62986111111111109</c:v>
                </c:pt>
                <c:pt idx="1157" formatCode="h:mm:ss">
                  <c:v>0.63003472222222223</c:v>
                </c:pt>
                <c:pt idx="1158" formatCode="h:mm:ss">
                  <c:v>0.63020833333333337</c:v>
                </c:pt>
                <c:pt idx="1159" formatCode="h:mm:ss">
                  <c:v>0.6303819444444444</c:v>
                </c:pt>
                <c:pt idx="1160" formatCode="h:mm:ss">
                  <c:v>0.63055555555555554</c:v>
                </c:pt>
                <c:pt idx="1161" formatCode="h:mm:ss">
                  <c:v>0.63072916666666667</c:v>
                </c:pt>
                <c:pt idx="1162" formatCode="h:mm:ss">
                  <c:v>0.63090277777777781</c:v>
                </c:pt>
                <c:pt idx="1163" formatCode="h:mm:ss">
                  <c:v>0.63107638888888884</c:v>
                </c:pt>
                <c:pt idx="1164" formatCode="h:mm:ss">
                  <c:v>0.63124999999999998</c:v>
                </c:pt>
                <c:pt idx="1165" formatCode="h:mm:ss">
                  <c:v>0.63142361111111112</c:v>
                </c:pt>
                <c:pt idx="1166" formatCode="h:mm:ss">
                  <c:v>0.63159722222222225</c:v>
                </c:pt>
                <c:pt idx="1167" formatCode="h:mm:ss">
                  <c:v>0.63177083333333328</c:v>
                </c:pt>
                <c:pt idx="1168" formatCode="h:mm:ss">
                  <c:v>0.63194444444444442</c:v>
                </c:pt>
                <c:pt idx="1169" formatCode="h:mm:ss">
                  <c:v>0.63211805555555556</c:v>
                </c:pt>
                <c:pt idx="1170" formatCode="h:mm:ss">
                  <c:v>0.6322916666666667</c:v>
                </c:pt>
                <c:pt idx="1171" formatCode="h:mm:ss">
                  <c:v>0.63246527777777772</c:v>
                </c:pt>
                <c:pt idx="1172" formatCode="h:mm:ss">
                  <c:v>0.63263888888888886</c:v>
                </c:pt>
                <c:pt idx="1173" formatCode="h:mm:ss">
                  <c:v>0.6328125</c:v>
                </c:pt>
                <c:pt idx="1174" formatCode="h:mm:ss">
                  <c:v>0.63298611111111114</c:v>
                </c:pt>
                <c:pt idx="1175" formatCode="h:mm:ss">
                  <c:v>0.63315972222222228</c:v>
                </c:pt>
                <c:pt idx="1176" formatCode="h:mm:ss">
                  <c:v>0.6333333333333333</c:v>
                </c:pt>
                <c:pt idx="1177" formatCode="h:mm:ss">
                  <c:v>0.63350694444444444</c:v>
                </c:pt>
                <c:pt idx="1178" formatCode="h:mm:ss">
                  <c:v>0.63368055555555558</c:v>
                </c:pt>
                <c:pt idx="1179" formatCode="h:mm:ss">
                  <c:v>0.63385416666666672</c:v>
                </c:pt>
                <c:pt idx="1180" formatCode="h:mm:ss">
                  <c:v>0.63402777777777775</c:v>
                </c:pt>
                <c:pt idx="1181" formatCode="h:mm:ss">
                  <c:v>0.63420138888888888</c:v>
                </c:pt>
                <c:pt idx="1182" formatCode="h:mm:ss">
                  <c:v>0.63437500000000002</c:v>
                </c:pt>
                <c:pt idx="1183" formatCode="h:mm:ss">
                  <c:v>0.63454861111111116</c:v>
                </c:pt>
                <c:pt idx="1184" formatCode="h:mm:ss">
                  <c:v>0.63472222222222219</c:v>
                </c:pt>
                <c:pt idx="1185" formatCode="h:mm:ss">
                  <c:v>0.63489583333333333</c:v>
                </c:pt>
                <c:pt idx="1186" formatCode="h:mm:ss">
                  <c:v>0.63506944444444446</c:v>
                </c:pt>
                <c:pt idx="1187" formatCode="h:mm:ss">
                  <c:v>0.6352430555555556</c:v>
                </c:pt>
                <c:pt idx="1188" formatCode="h:mm:ss">
                  <c:v>0.63541666666666663</c:v>
                </c:pt>
                <c:pt idx="1189" formatCode="h:mm:ss">
                  <c:v>0.63559027777777777</c:v>
                </c:pt>
                <c:pt idx="1190" formatCode="h:mm:ss">
                  <c:v>0.63576388888888891</c:v>
                </c:pt>
                <c:pt idx="1191" formatCode="h:mm:ss">
                  <c:v>0.63593750000000004</c:v>
                </c:pt>
                <c:pt idx="1192" formatCode="h:mm:ss">
                  <c:v>0.63611111111111107</c:v>
                </c:pt>
                <c:pt idx="1193" formatCode="h:mm:ss">
                  <c:v>0.63628472222222221</c:v>
                </c:pt>
                <c:pt idx="1194" formatCode="h:mm:ss">
                  <c:v>0.63645833333333335</c:v>
                </c:pt>
                <c:pt idx="1195" formatCode="h:mm:ss">
                  <c:v>0.63663194444444449</c:v>
                </c:pt>
                <c:pt idx="1196" formatCode="h:mm:ss">
                  <c:v>0.63680555555555551</c:v>
                </c:pt>
                <c:pt idx="1197" formatCode="h:mm:ss">
                  <c:v>0.63697916666666665</c:v>
                </c:pt>
                <c:pt idx="1198" formatCode="h:mm:ss">
                  <c:v>0.63715277777777779</c:v>
                </c:pt>
                <c:pt idx="1199" formatCode="h:mm:ss">
                  <c:v>0.63732638888888893</c:v>
                </c:pt>
                <c:pt idx="1200" formatCode="h:mm:ss">
                  <c:v>0.63749999999999996</c:v>
                </c:pt>
                <c:pt idx="1201" formatCode="h:mm:ss">
                  <c:v>0.63767361111111109</c:v>
                </c:pt>
                <c:pt idx="1202" formatCode="h:mm:ss">
                  <c:v>0.63784722222222223</c:v>
                </c:pt>
                <c:pt idx="1203" formatCode="h:mm:ss">
                  <c:v>0.63802083333333337</c:v>
                </c:pt>
                <c:pt idx="1204" formatCode="h:mm:ss">
                  <c:v>0.6381944444444444</c:v>
                </c:pt>
                <c:pt idx="1205" formatCode="h:mm:ss">
                  <c:v>0.63836805555555554</c:v>
                </c:pt>
                <c:pt idx="1206" formatCode="h:mm:ss">
                  <c:v>0.63854166666666667</c:v>
                </c:pt>
                <c:pt idx="1207" formatCode="h:mm:ss">
                  <c:v>0.63871527777777781</c:v>
                </c:pt>
                <c:pt idx="1208" formatCode="h:mm:ss">
                  <c:v>0.63888888888888884</c:v>
                </c:pt>
                <c:pt idx="1209" formatCode="h:mm:ss">
                  <c:v>0.63906249999999998</c:v>
                </c:pt>
                <c:pt idx="1210" formatCode="h:mm:ss">
                  <c:v>0.63923611111111112</c:v>
                </c:pt>
                <c:pt idx="1211" formatCode="h:mm:ss">
                  <c:v>0.63940972222222225</c:v>
                </c:pt>
                <c:pt idx="1212" formatCode="h:mm:ss">
                  <c:v>0.63958333333333328</c:v>
                </c:pt>
                <c:pt idx="1213" formatCode="h:mm:ss">
                  <c:v>0.63975694444444442</c:v>
                </c:pt>
                <c:pt idx="1214" formatCode="h:mm:ss">
                  <c:v>0.63993055555555556</c:v>
                </c:pt>
                <c:pt idx="1215" formatCode="h:mm:ss">
                  <c:v>0.6401041666666667</c:v>
                </c:pt>
                <c:pt idx="1216" formatCode="h:mm:ss">
                  <c:v>0.64027777777777772</c:v>
                </c:pt>
                <c:pt idx="1217" formatCode="h:mm:ss">
                  <c:v>0.64045138888888886</c:v>
                </c:pt>
                <c:pt idx="1218" formatCode="h:mm:ss">
                  <c:v>0.640625</c:v>
                </c:pt>
                <c:pt idx="1219" formatCode="h:mm:ss">
                  <c:v>0.64079861111111114</c:v>
                </c:pt>
                <c:pt idx="1220" formatCode="h:mm:ss">
                  <c:v>0.64097222222222228</c:v>
                </c:pt>
                <c:pt idx="1221" formatCode="h:mm:ss">
                  <c:v>0.6411458333333333</c:v>
                </c:pt>
                <c:pt idx="1222" formatCode="h:mm:ss">
                  <c:v>0.64131944444444444</c:v>
                </c:pt>
                <c:pt idx="1223" formatCode="h:mm:ss">
                  <c:v>0.64149305555555558</c:v>
                </c:pt>
                <c:pt idx="1224" formatCode="h:mm:ss">
                  <c:v>0.64166666666666672</c:v>
                </c:pt>
                <c:pt idx="1225" formatCode="h:mm:ss">
                  <c:v>0.64184027777777775</c:v>
                </c:pt>
                <c:pt idx="1226" formatCode="h:mm:ss">
                  <c:v>0.64201388888888888</c:v>
                </c:pt>
                <c:pt idx="1227" formatCode="h:mm:ss">
                  <c:v>0.64218750000000002</c:v>
                </c:pt>
                <c:pt idx="1228" formatCode="h:mm:ss">
                  <c:v>0.64236111111111116</c:v>
                </c:pt>
                <c:pt idx="1229" formatCode="h:mm:ss">
                  <c:v>0.64253472222222219</c:v>
                </c:pt>
                <c:pt idx="1230" formatCode="h:mm:ss">
                  <c:v>0.64270833333333333</c:v>
                </c:pt>
                <c:pt idx="1231" formatCode="h:mm:ss">
                  <c:v>0.64288194444444446</c:v>
                </c:pt>
                <c:pt idx="1232" formatCode="h:mm:ss">
                  <c:v>0.6430555555555556</c:v>
                </c:pt>
                <c:pt idx="1233" formatCode="h:mm:ss">
                  <c:v>0.64322916666666663</c:v>
                </c:pt>
                <c:pt idx="1234" formatCode="h:mm:ss">
                  <c:v>0.64340277777777777</c:v>
                </c:pt>
                <c:pt idx="1235" formatCode="h:mm:ss">
                  <c:v>0.64357638888888891</c:v>
                </c:pt>
                <c:pt idx="1236" formatCode="h:mm:ss">
                  <c:v>0.64375000000000004</c:v>
                </c:pt>
                <c:pt idx="1237" formatCode="h:mm:ss">
                  <c:v>0.64392361111111107</c:v>
                </c:pt>
                <c:pt idx="1238" formatCode="h:mm:ss">
                  <c:v>0.64409722222222221</c:v>
                </c:pt>
                <c:pt idx="1239" formatCode="h:mm:ss">
                  <c:v>0.64427083333333335</c:v>
                </c:pt>
                <c:pt idx="1240" formatCode="h:mm:ss">
                  <c:v>0.64444444444444449</c:v>
                </c:pt>
                <c:pt idx="1241" formatCode="h:mm:ss">
                  <c:v>0.64461805555555551</c:v>
                </c:pt>
                <c:pt idx="1242" formatCode="h:mm:ss">
                  <c:v>0.64479166666666665</c:v>
                </c:pt>
                <c:pt idx="1243" formatCode="h:mm:ss">
                  <c:v>0.64496527777777779</c:v>
                </c:pt>
                <c:pt idx="1244" formatCode="h:mm:ss">
                  <c:v>0.64513888888888893</c:v>
                </c:pt>
                <c:pt idx="1245" formatCode="h:mm:ss">
                  <c:v>0.64531249999999996</c:v>
                </c:pt>
                <c:pt idx="1246" formatCode="h:mm:ss">
                  <c:v>0.64548611111111109</c:v>
                </c:pt>
                <c:pt idx="1247" formatCode="h:mm:ss">
                  <c:v>0.64565972222222223</c:v>
                </c:pt>
                <c:pt idx="1248" formatCode="h:mm:ss">
                  <c:v>0.64583333333333337</c:v>
                </c:pt>
                <c:pt idx="1249" formatCode="h:mm:ss">
                  <c:v>0.6460069444444444</c:v>
                </c:pt>
                <c:pt idx="1250" formatCode="h:mm:ss">
                  <c:v>0.64618055555555554</c:v>
                </c:pt>
                <c:pt idx="1251" formatCode="h:mm:ss">
                  <c:v>0.64635416666666667</c:v>
                </c:pt>
                <c:pt idx="1252" formatCode="h:mm:ss">
                  <c:v>0.64652777777777781</c:v>
                </c:pt>
                <c:pt idx="1253" formatCode="h:mm:ss">
                  <c:v>0.64670138888888884</c:v>
                </c:pt>
                <c:pt idx="1254" formatCode="h:mm:ss">
                  <c:v>0.64687499999999998</c:v>
                </c:pt>
                <c:pt idx="1255" formatCode="h:mm:ss">
                  <c:v>0.64704861111111112</c:v>
                </c:pt>
                <c:pt idx="1256" formatCode="h:mm:ss">
                  <c:v>0.64722222222222225</c:v>
                </c:pt>
                <c:pt idx="1257" formatCode="h:mm:ss">
                  <c:v>0.64739583333333328</c:v>
                </c:pt>
                <c:pt idx="1258" formatCode="h:mm:ss">
                  <c:v>0.64756944444444442</c:v>
                </c:pt>
                <c:pt idx="1259" formatCode="h:mm:ss">
                  <c:v>0.64774305555555556</c:v>
                </c:pt>
                <c:pt idx="1260" formatCode="h:mm:ss">
                  <c:v>0.6479166666666667</c:v>
                </c:pt>
                <c:pt idx="1261" formatCode="h:mm:ss">
                  <c:v>0.64809027777777772</c:v>
                </c:pt>
                <c:pt idx="1262" formatCode="h:mm:ss">
                  <c:v>0.64826388888888886</c:v>
                </c:pt>
                <c:pt idx="1263" formatCode="h:mm:ss">
                  <c:v>0.6484375</c:v>
                </c:pt>
                <c:pt idx="1264" formatCode="h:mm:ss">
                  <c:v>0.64861111111111114</c:v>
                </c:pt>
                <c:pt idx="1265" formatCode="h:mm:ss">
                  <c:v>0.64878472222222228</c:v>
                </c:pt>
                <c:pt idx="1266" formatCode="h:mm:ss">
                  <c:v>0.6489583333333333</c:v>
                </c:pt>
                <c:pt idx="1267" formatCode="h:mm:ss">
                  <c:v>0.64913194444444444</c:v>
                </c:pt>
                <c:pt idx="1268" formatCode="h:mm:ss">
                  <c:v>0.64930555555555558</c:v>
                </c:pt>
                <c:pt idx="1269" formatCode="h:mm:ss">
                  <c:v>0.64947916666666672</c:v>
                </c:pt>
                <c:pt idx="1270" formatCode="h:mm:ss">
                  <c:v>0.64965277777777775</c:v>
                </c:pt>
                <c:pt idx="1271" formatCode="h:mm:ss">
                  <c:v>0.64982638888888888</c:v>
                </c:pt>
                <c:pt idx="1272" formatCode="h:mm:ss">
                  <c:v>0.65</c:v>
                </c:pt>
                <c:pt idx="1273" formatCode="h:mm:ss">
                  <c:v>0.65017361111111116</c:v>
                </c:pt>
                <c:pt idx="1274" formatCode="h:mm:ss">
                  <c:v>0.65034722222222219</c:v>
                </c:pt>
                <c:pt idx="1275" formatCode="h:mm:ss">
                  <c:v>0.65052083333333333</c:v>
                </c:pt>
                <c:pt idx="1276" formatCode="h:mm:ss">
                  <c:v>0.65069444444444446</c:v>
                </c:pt>
                <c:pt idx="1277" formatCode="h:mm:ss">
                  <c:v>0.6508680555555556</c:v>
                </c:pt>
                <c:pt idx="1278" formatCode="h:mm:ss">
                  <c:v>0.65104166666666663</c:v>
                </c:pt>
                <c:pt idx="1279" formatCode="h:mm:ss">
                  <c:v>0.65121527777777777</c:v>
                </c:pt>
                <c:pt idx="1280" formatCode="h:mm:ss">
                  <c:v>0.65138888888888891</c:v>
                </c:pt>
                <c:pt idx="1281" formatCode="h:mm:ss">
                  <c:v>0.65156250000000004</c:v>
                </c:pt>
                <c:pt idx="1282" formatCode="h:mm:ss">
                  <c:v>0.65173611111111107</c:v>
                </c:pt>
                <c:pt idx="1283" formatCode="h:mm:ss">
                  <c:v>0.65190972222222221</c:v>
                </c:pt>
                <c:pt idx="1284" formatCode="h:mm:ss">
                  <c:v>0.65208333333333335</c:v>
                </c:pt>
                <c:pt idx="1285" formatCode="h:mm:ss">
                  <c:v>0.65225694444444449</c:v>
                </c:pt>
                <c:pt idx="1286" formatCode="h:mm:ss">
                  <c:v>0.65243055555555551</c:v>
                </c:pt>
                <c:pt idx="1287" formatCode="h:mm:ss">
                  <c:v>0.65260416666666665</c:v>
                </c:pt>
                <c:pt idx="1288" formatCode="h:mm:ss">
                  <c:v>0.65277777777777779</c:v>
                </c:pt>
                <c:pt idx="1289" formatCode="h:mm:ss">
                  <c:v>0.65295138888888893</c:v>
                </c:pt>
                <c:pt idx="1290" formatCode="h:mm:ss">
                  <c:v>0.65312499999999996</c:v>
                </c:pt>
                <c:pt idx="1291" formatCode="h:mm:ss">
                  <c:v>0.65329861111111109</c:v>
                </c:pt>
                <c:pt idx="1292" formatCode="h:mm:ss">
                  <c:v>0.65347222222222223</c:v>
                </c:pt>
                <c:pt idx="1293" formatCode="h:mm:ss">
                  <c:v>0.65364583333333337</c:v>
                </c:pt>
                <c:pt idx="1294" formatCode="h:mm:ss">
                  <c:v>0.6538194444444444</c:v>
                </c:pt>
                <c:pt idx="1295" formatCode="h:mm:ss">
                  <c:v>0.65399305555555554</c:v>
                </c:pt>
                <c:pt idx="1296" formatCode="h:mm:ss">
                  <c:v>0.65416666666666667</c:v>
                </c:pt>
                <c:pt idx="1297" formatCode="h:mm:ss">
                  <c:v>0.65434027777777781</c:v>
                </c:pt>
                <c:pt idx="1298" formatCode="h:mm:ss">
                  <c:v>0.65451388888888884</c:v>
                </c:pt>
                <c:pt idx="1299" formatCode="h:mm:ss">
                  <c:v>0.65468749999999998</c:v>
                </c:pt>
                <c:pt idx="1300" formatCode="h:mm:ss">
                  <c:v>0.65486111111111112</c:v>
                </c:pt>
                <c:pt idx="1301" formatCode="h:mm:ss">
                  <c:v>0.65503472222222225</c:v>
                </c:pt>
                <c:pt idx="1302" formatCode="h:mm:ss">
                  <c:v>0.65520833333333328</c:v>
                </c:pt>
                <c:pt idx="1303" formatCode="h:mm:ss">
                  <c:v>0.65538194444444442</c:v>
                </c:pt>
                <c:pt idx="1304" formatCode="h:mm:ss">
                  <c:v>0.65555555555555556</c:v>
                </c:pt>
                <c:pt idx="1305" formatCode="h:mm:ss">
                  <c:v>0.6557291666666667</c:v>
                </c:pt>
                <c:pt idx="1306" formatCode="h:mm:ss">
                  <c:v>0.65590277777777772</c:v>
                </c:pt>
                <c:pt idx="1307" formatCode="h:mm:ss">
                  <c:v>0.65607638888888886</c:v>
                </c:pt>
                <c:pt idx="1308" formatCode="h:mm:ss">
                  <c:v>0.65625</c:v>
                </c:pt>
                <c:pt idx="1309" formatCode="h:mm:ss">
                  <c:v>0.65642361111111114</c:v>
                </c:pt>
                <c:pt idx="1310" formatCode="h:mm:ss">
                  <c:v>0.65659722222222228</c:v>
                </c:pt>
                <c:pt idx="1311" formatCode="h:mm:ss">
                  <c:v>0.6567708333333333</c:v>
                </c:pt>
                <c:pt idx="1312" formatCode="h:mm:ss">
                  <c:v>0.65694444444444444</c:v>
                </c:pt>
                <c:pt idx="1313" formatCode="h:mm:ss">
                  <c:v>0.65711805555555558</c:v>
                </c:pt>
                <c:pt idx="1314" formatCode="h:mm:ss">
                  <c:v>0.65729166666666672</c:v>
                </c:pt>
                <c:pt idx="1315" formatCode="h:mm:ss">
                  <c:v>0.65746527777777775</c:v>
                </c:pt>
                <c:pt idx="1316" formatCode="h:mm:ss">
                  <c:v>0.65763888888888888</c:v>
                </c:pt>
                <c:pt idx="1317" formatCode="h:mm:ss">
                  <c:v>0.65781250000000002</c:v>
                </c:pt>
                <c:pt idx="1318" formatCode="h:mm:ss">
                  <c:v>0.65798611111111116</c:v>
                </c:pt>
                <c:pt idx="1319" formatCode="h:mm:ss">
                  <c:v>0.65815972222222219</c:v>
                </c:pt>
                <c:pt idx="1320" formatCode="h:mm:ss">
                  <c:v>0.65833333333333333</c:v>
                </c:pt>
                <c:pt idx="1321" formatCode="h:mm:ss">
                  <c:v>0.65850694444444446</c:v>
                </c:pt>
                <c:pt idx="1322" formatCode="h:mm:ss">
                  <c:v>0.6586805555555556</c:v>
                </c:pt>
                <c:pt idx="1323" formatCode="h:mm:ss">
                  <c:v>0.65885416666666663</c:v>
                </c:pt>
                <c:pt idx="1324" formatCode="h:mm:ss">
                  <c:v>0.65902777777777777</c:v>
                </c:pt>
                <c:pt idx="1325" formatCode="h:mm:ss">
                  <c:v>0.65920138888888891</c:v>
                </c:pt>
                <c:pt idx="1326" formatCode="h:mm:ss">
                  <c:v>0.65937500000000004</c:v>
                </c:pt>
                <c:pt idx="1327" formatCode="h:mm:ss">
                  <c:v>0.65954861111111107</c:v>
                </c:pt>
                <c:pt idx="1328" formatCode="h:mm:ss">
                  <c:v>0.65972222222222221</c:v>
                </c:pt>
                <c:pt idx="1329" formatCode="h:mm:ss">
                  <c:v>0.65989583333333335</c:v>
                </c:pt>
                <c:pt idx="1330" formatCode="h:mm:ss">
                  <c:v>0.66006944444444449</c:v>
                </c:pt>
                <c:pt idx="1331" formatCode="h:mm:ss">
                  <c:v>0.66024305555555551</c:v>
                </c:pt>
                <c:pt idx="1332" formatCode="h:mm:ss">
                  <c:v>0.66041666666666665</c:v>
                </c:pt>
                <c:pt idx="1333" formatCode="h:mm:ss">
                  <c:v>0.66059027777777779</c:v>
                </c:pt>
                <c:pt idx="1334" formatCode="h:mm:ss">
                  <c:v>0.66076388888888893</c:v>
                </c:pt>
                <c:pt idx="1335" formatCode="h:mm:ss">
                  <c:v>0.66093749999999996</c:v>
                </c:pt>
                <c:pt idx="1336" formatCode="h:mm:ss">
                  <c:v>0.66111111111111109</c:v>
                </c:pt>
                <c:pt idx="1337" formatCode="h:mm:ss">
                  <c:v>0.66128472222222223</c:v>
                </c:pt>
                <c:pt idx="1338" formatCode="h:mm:ss">
                  <c:v>0.66145833333333337</c:v>
                </c:pt>
                <c:pt idx="1339" formatCode="h:mm:ss">
                  <c:v>0.6616319444444444</c:v>
                </c:pt>
                <c:pt idx="1340" formatCode="h:mm:ss">
                  <c:v>0.66180555555555554</c:v>
                </c:pt>
                <c:pt idx="1341" formatCode="h:mm:ss">
                  <c:v>0.66197916666666667</c:v>
                </c:pt>
                <c:pt idx="1342" formatCode="h:mm:ss">
                  <c:v>0.66215277777777781</c:v>
                </c:pt>
                <c:pt idx="1343" formatCode="h:mm:ss">
                  <c:v>0.66232638888888884</c:v>
                </c:pt>
                <c:pt idx="1344" formatCode="h:mm:ss">
                  <c:v>0.66249999999999998</c:v>
                </c:pt>
                <c:pt idx="1345" formatCode="h:mm:ss">
                  <c:v>0.66267361111111112</c:v>
                </c:pt>
                <c:pt idx="1346" formatCode="h:mm:ss">
                  <c:v>0.66284722222222225</c:v>
                </c:pt>
                <c:pt idx="1347" formatCode="h:mm:ss">
                  <c:v>0.66302083333333328</c:v>
                </c:pt>
                <c:pt idx="1348" formatCode="h:mm:ss">
                  <c:v>0.66319444444444442</c:v>
                </c:pt>
                <c:pt idx="1349" formatCode="h:mm:ss">
                  <c:v>0.66336805555555556</c:v>
                </c:pt>
                <c:pt idx="1350" formatCode="h:mm:ss">
                  <c:v>0.6635416666666667</c:v>
                </c:pt>
                <c:pt idx="1351" formatCode="h:mm:ss">
                  <c:v>0.66371527777777772</c:v>
                </c:pt>
                <c:pt idx="1352" formatCode="h:mm:ss">
                  <c:v>0.66388888888888886</c:v>
                </c:pt>
                <c:pt idx="1353" formatCode="h:mm:ss">
                  <c:v>0.6640625</c:v>
                </c:pt>
                <c:pt idx="1354" formatCode="h:mm:ss">
                  <c:v>0.66423611111111114</c:v>
                </c:pt>
                <c:pt idx="1355" formatCode="h:mm:ss">
                  <c:v>0.66440972222222228</c:v>
                </c:pt>
                <c:pt idx="1356" formatCode="h:mm:ss">
                  <c:v>0.6645833333333333</c:v>
                </c:pt>
                <c:pt idx="1357" formatCode="h:mm:ss">
                  <c:v>0.66475694444444444</c:v>
                </c:pt>
                <c:pt idx="1358" formatCode="h:mm:ss">
                  <c:v>0.66493055555555558</c:v>
                </c:pt>
                <c:pt idx="1359" formatCode="h:mm:ss">
                  <c:v>0.66510416666666672</c:v>
                </c:pt>
                <c:pt idx="1360" formatCode="h:mm:ss">
                  <c:v>0.66527777777777775</c:v>
                </c:pt>
                <c:pt idx="1361" formatCode="h:mm:ss">
                  <c:v>0.66545138888888888</c:v>
                </c:pt>
                <c:pt idx="1362" formatCode="h:mm:ss">
                  <c:v>0.66562500000000002</c:v>
                </c:pt>
                <c:pt idx="1363" formatCode="h:mm:ss">
                  <c:v>0.66579861111111116</c:v>
                </c:pt>
                <c:pt idx="1364" formatCode="h:mm:ss">
                  <c:v>0.66597222222222219</c:v>
                </c:pt>
                <c:pt idx="1365" formatCode="h:mm:ss">
                  <c:v>0.66614583333333333</c:v>
                </c:pt>
                <c:pt idx="1366" formatCode="h:mm:ss">
                  <c:v>0.66631944444444446</c:v>
                </c:pt>
                <c:pt idx="1367" formatCode="h:mm:ss">
                  <c:v>0.6664930555555556</c:v>
                </c:pt>
                <c:pt idx="1368" formatCode="h:mm:ss">
                  <c:v>0.66666666666666663</c:v>
                </c:pt>
                <c:pt idx="1369" formatCode="h:mm:ss">
                  <c:v>0.66684027777777777</c:v>
                </c:pt>
                <c:pt idx="1370" formatCode="h:mm:ss">
                  <c:v>0.66701388888888891</c:v>
                </c:pt>
                <c:pt idx="1371" formatCode="h:mm:ss">
                  <c:v>0.66718750000000004</c:v>
                </c:pt>
                <c:pt idx="1372" formatCode="h:mm:ss">
                  <c:v>0.66736111111111107</c:v>
                </c:pt>
                <c:pt idx="1373" formatCode="h:mm:ss">
                  <c:v>0.66753472222222221</c:v>
                </c:pt>
                <c:pt idx="1374" formatCode="h:mm:ss">
                  <c:v>0.66770833333333335</c:v>
                </c:pt>
                <c:pt idx="1375" formatCode="h:mm:ss">
                  <c:v>0.66788194444444449</c:v>
                </c:pt>
                <c:pt idx="1376" formatCode="h:mm:ss">
                  <c:v>0.66805555555555551</c:v>
                </c:pt>
                <c:pt idx="1377" formatCode="h:mm:ss">
                  <c:v>0.66822916666666665</c:v>
                </c:pt>
                <c:pt idx="1378" formatCode="h:mm:ss">
                  <c:v>0.66840277777777779</c:v>
                </c:pt>
                <c:pt idx="1379" formatCode="h:mm:ss">
                  <c:v>0.66857638888888893</c:v>
                </c:pt>
                <c:pt idx="1380" formatCode="h:mm:ss">
                  <c:v>0.66874999999999996</c:v>
                </c:pt>
                <c:pt idx="1381" formatCode="h:mm:ss">
                  <c:v>0.66892361111111109</c:v>
                </c:pt>
                <c:pt idx="1382" formatCode="h:mm:ss">
                  <c:v>0.66909722222222223</c:v>
                </c:pt>
                <c:pt idx="1383" formatCode="h:mm:ss">
                  <c:v>0.66927083333333337</c:v>
                </c:pt>
                <c:pt idx="1384" formatCode="h:mm:ss">
                  <c:v>0.6694444444444444</c:v>
                </c:pt>
                <c:pt idx="1385" formatCode="h:mm:ss">
                  <c:v>0.66961805555555554</c:v>
                </c:pt>
                <c:pt idx="1386" formatCode="h:mm:ss">
                  <c:v>0.66979166666666667</c:v>
                </c:pt>
                <c:pt idx="1387" formatCode="h:mm:ss">
                  <c:v>0.66996527777777781</c:v>
                </c:pt>
                <c:pt idx="1388" formatCode="h:mm:ss">
                  <c:v>0.67013888888888884</c:v>
                </c:pt>
                <c:pt idx="1389" formatCode="h:mm:ss">
                  <c:v>0.67031249999999998</c:v>
                </c:pt>
                <c:pt idx="1390" formatCode="h:mm:ss">
                  <c:v>0.67048611111111112</c:v>
                </c:pt>
                <c:pt idx="1391" formatCode="h:mm:ss">
                  <c:v>0.67065972222222225</c:v>
                </c:pt>
                <c:pt idx="1392" formatCode="h:mm:ss">
                  <c:v>0.67083333333333328</c:v>
                </c:pt>
                <c:pt idx="1393" formatCode="h:mm:ss">
                  <c:v>0.67100694444444442</c:v>
                </c:pt>
                <c:pt idx="1394" formatCode="h:mm:ss">
                  <c:v>0.67118055555555556</c:v>
                </c:pt>
                <c:pt idx="1395" formatCode="h:mm:ss">
                  <c:v>0.6713541666666667</c:v>
                </c:pt>
                <c:pt idx="1396" formatCode="h:mm:ss">
                  <c:v>0.67152777777777772</c:v>
                </c:pt>
                <c:pt idx="1397" formatCode="h:mm:ss">
                  <c:v>0.67170138888888886</c:v>
                </c:pt>
                <c:pt idx="1398" formatCode="h:mm:ss">
                  <c:v>0.671875</c:v>
                </c:pt>
                <c:pt idx="1399" formatCode="h:mm:ss">
                  <c:v>0.67204861111111114</c:v>
                </c:pt>
                <c:pt idx="1400" formatCode="h:mm:ss">
                  <c:v>0.67222222222222228</c:v>
                </c:pt>
                <c:pt idx="1401" formatCode="h:mm:ss">
                  <c:v>0.6723958333333333</c:v>
                </c:pt>
                <c:pt idx="1402" formatCode="h:mm:ss">
                  <c:v>0.67256944444444444</c:v>
                </c:pt>
                <c:pt idx="1403" formatCode="h:mm:ss">
                  <c:v>0.67274305555555558</c:v>
                </c:pt>
                <c:pt idx="1404" formatCode="h:mm:ss">
                  <c:v>0.67291666666666672</c:v>
                </c:pt>
                <c:pt idx="1405" formatCode="h:mm:ss">
                  <c:v>0.67309027777777775</c:v>
                </c:pt>
                <c:pt idx="1406" formatCode="h:mm:ss">
                  <c:v>0.67326388888888888</c:v>
                </c:pt>
                <c:pt idx="1407" formatCode="h:mm:ss">
                  <c:v>0.67343750000000002</c:v>
                </c:pt>
                <c:pt idx="1408" formatCode="h:mm:ss">
                  <c:v>0.67361111111111116</c:v>
                </c:pt>
                <c:pt idx="1409" formatCode="h:mm:ss">
                  <c:v>0.67378472222222219</c:v>
                </c:pt>
                <c:pt idx="1410" formatCode="h:mm:ss">
                  <c:v>0.67395833333333333</c:v>
                </c:pt>
                <c:pt idx="1411" formatCode="h:mm:ss">
                  <c:v>0.67413194444444446</c:v>
                </c:pt>
                <c:pt idx="1412" formatCode="h:mm:ss">
                  <c:v>0.6743055555555556</c:v>
                </c:pt>
                <c:pt idx="1413" formatCode="h:mm:ss">
                  <c:v>0.67447916666666663</c:v>
                </c:pt>
                <c:pt idx="1414" formatCode="h:mm:ss">
                  <c:v>0.67465277777777777</c:v>
                </c:pt>
                <c:pt idx="1415" formatCode="h:mm:ss">
                  <c:v>0.67482638888888891</c:v>
                </c:pt>
                <c:pt idx="1416" formatCode="h:mm:ss">
                  <c:v>0.67500000000000004</c:v>
                </c:pt>
                <c:pt idx="1417" formatCode="h:mm:ss">
                  <c:v>0.67517361111111107</c:v>
                </c:pt>
                <c:pt idx="1418" formatCode="h:mm:ss">
                  <c:v>0.67534722222222221</c:v>
                </c:pt>
                <c:pt idx="1419" formatCode="h:mm:ss">
                  <c:v>0.67552083333333335</c:v>
                </c:pt>
                <c:pt idx="1420" formatCode="h:mm:ss">
                  <c:v>0.67569444444444449</c:v>
                </c:pt>
                <c:pt idx="1421" formatCode="h:mm:ss">
                  <c:v>0.67586805555555551</c:v>
                </c:pt>
                <c:pt idx="1422" formatCode="h:mm:ss">
                  <c:v>0.67604166666666665</c:v>
                </c:pt>
                <c:pt idx="1423" formatCode="h:mm:ss">
                  <c:v>0.67621527777777779</c:v>
                </c:pt>
                <c:pt idx="1424" formatCode="h:mm:ss">
                  <c:v>0.67638888888888893</c:v>
                </c:pt>
                <c:pt idx="1425" formatCode="h:mm:ss">
                  <c:v>0.67656249999999996</c:v>
                </c:pt>
                <c:pt idx="1426" formatCode="h:mm:ss">
                  <c:v>0.67673611111111109</c:v>
                </c:pt>
                <c:pt idx="1427" formatCode="h:mm:ss">
                  <c:v>0.67690972222222223</c:v>
                </c:pt>
                <c:pt idx="1428" formatCode="h:mm:ss">
                  <c:v>0.67708333333333337</c:v>
                </c:pt>
                <c:pt idx="1429" formatCode="h:mm:ss">
                  <c:v>0.6772569444444444</c:v>
                </c:pt>
                <c:pt idx="1430" formatCode="h:mm:ss">
                  <c:v>0.67743055555555554</c:v>
                </c:pt>
                <c:pt idx="1431" formatCode="h:mm:ss">
                  <c:v>0.67760416666666667</c:v>
                </c:pt>
                <c:pt idx="1432" formatCode="h:mm:ss">
                  <c:v>0.67777777777777781</c:v>
                </c:pt>
                <c:pt idx="1433" formatCode="h:mm:ss">
                  <c:v>0.67795138888888884</c:v>
                </c:pt>
                <c:pt idx="1434" formatCode="h:mm:ss">
                  <c:v>0.67812499999999998</c:v>
                </c:pt>
                <c:pt idx="1435" formatCode="h:mm:ss">
                  <c:v>0.67829861111111112</c:v>
                </c:pt>
                <c:pt idx="1436" formatCode="h:mm:ss">
                  <c:v>0.67847222222222225</c:v>
                </c:pt>
                <c:pt idx="1437" formatCode="h:mm:ss">
                  <c:v>0.67864583333333328</c:v>
                </c:pt>
                <c:pt idx="1438" formatCode="h:mm:ss">
                  <c:v>0.67881944444444442</c:v>
                </c:pt>
                <c:pt idx="1439" formatCode="h:mm:ss">
                  <c:v>0.67899305555555556</c:v>
                </c:pt>
                <c:pt idx="1440" formatCode="h:mm:ss">
                  <c:v>0.6791666666666667</c:v>
                </c:pt>
                <c:pt idx="1441" formatCode="h:mm:ss">
                  <c:v>0.67934027777777772</c:v>
                </c:pt>
                <c:pt idx="1442" formatCode="h:mm:ss">
                  <c:v>0.67951388888888886</c:v>
                </c:pt>
                <c:pt idx="1443" formatCode="h:mm:ss">
                  <c:v>0.6796875</c:v>
                </c:pt>
                <c:pt idx="1444" formatCode="h:mm:ss">
                  <c:v>0.67986111111111114</c:v>
                </c:pt>
                <c:pt idx="1445" formatCode="h:mm:ss">
                  <c:v>0.68003472222222228</c:v>
                </c:pt>
                <c:pt idx="1446" formatCode="h:mm:ss">
                  <c:v>0.6802083333333333</c:v>
                </c:pt>
                <c:pt idx="1447" formatCode="h:mm:ss">
                  <c:v>0.68038194444444444</c:v>
                </c:pt>
                <c:pt idx="1448" formatCode="h:mm:ss">
                  <c:v>0.68055555555555558</c:v>
                </c:pt>
                <c:pt idx="1449" formatCode="h:mm:ss">
                  <c:v>0.68072916666666672</c:v>
                </c:pt>
                <c:pt idx="1450" formatCode="h:mm:ss">
                  <c:v>0.68090277777777775</c:v>
                </c:pt>
                <c:pt idx="1451" formatCode="h:mm:ss">
                  <c:v>0.68107638888888888</c:v>
                </c:pt>
                <c:pt idx="1452" formatCode="h:mm:ss">
                  <c:v>0.68125000000000002</c:v>
                </c:pt>
                <c:pt idx="1453" formatCode="h:mm:ss">
                  <c:v>0.68142361111111116</c:v>
                </c:pt>
                <c:pt idx="1454" formatCode="h:mm:ss">
                  <c:v>0.68159722222222219</c:v>
                </c:pt>
                <c:pt idx="1455" formatCode="h:mm:ss">
                  <c:v>0.68177083333333333</c:v>
                </c:pt>
                <c:pt idx="1456" formatCode="h:mm:ss">
                  <c:v>0.68194444444444446</c:v>
                </c:pt>
                <c:pt idx="1457" formatCode="h:mm:ss">
                  <c:v>0.6821180555555556</c:v>
                </c:pt>
                <c:pt idx="1458" formatCode="h:mm:ss">
                  <c:v>0.68229166666666663</c:v>
                </c:pt>
                <c:pt idx="1459" formatCode="h:mm:ss">
                  <c:v>0.68246527777777777</c:v>
                </c:pt>
                <c:pt idx="1460" formatCode="h:mm:ss">
                  <c:v>0.68263888888888891</c:v>
                </c:pt>
                <c:pt idx="1461" formatCode="h:mm:ss">
                  <c:v>0.68281250000000004</c:v>
                </c:pt>
                <c:pt idx="1462" formatCode="h:mm:ss">
                  <c:v>0.68298611111111107</c:v>
                </c:pt>
                <c:pt idx="1463" formatCode="h:mm:ss">
                  <c:v>0.68315972222222221</c:v>
                </c:pt>
                <c:pt idx="1464" formatCode="h:mm:ss">
                  <c:v>0.68333333333333335</c:v>
                </c:pt>
                <c:pt idx="1465" formatCode="h:mm:ss">
                  <c:v>0.68350694444444449</c:v>
                </c:pt>
                <c:pt idx="1466" formatCode="h:mm:ss">
                  <c:v>0.68368055555555551</c:v>
                </c:pt>
                <c:pt idx="1467" formatCode="h:mm:ss">
                  <c:v>0.68385416666666665</c:v>
                </c:pt>
                <c:pt idx="1468" formatCode="h:mm:ss">
                  <c:v>0.68402777777777779</c:v>
                </c:pt>
                <c:pt idx="1469" formatCode="h:mm:ss">
                  <c:v>0.68420138888888893</c:v>
                </c:pt>
                <c:pt idx="1470" formatCode="h:mm:ss">
                  <c:v>0.68437499999999996</c:v>
                </c:pt>
                <c:pt idx="1471" formatCode="h:mm:ss">
                  <c:v>0.68454861111111109</c:v>
                </c:pt>
                <c:pt idx="1472" formatCode="h:mm:ss">
                  <c:v>0.68472222222222223</c:v>
                </c:pt>
                <c:pt idx="1473" formatCode="h:mm:ss">
                  <c:v>0.68489583333333337</c:v>
                </c:pt>
                <c:pt idx="1474" formatCode="h:mm:ss">
                  <c:v>0.6850694444444444</c:v>
                </c:pt>
                <c:pt idx="1475" formatCode="h:mm:ss">
                  <c:v>0.68524305555555554</c:v>
                </c:pt>
                <c:pt idx="1476" formatCode="h:mm:ss">
                  <c:v>0.68541666666666667</c:v>
                </c:pt>
                <c:pt idx="1477" formatCode="h:mm:ss">
                  <c:v>0.68559027777777781</c:v>
                </c:pt>
                <c:pt idx="1478" formatCode="h:mm:ss">
                  <c:v>0.68576388888888884</c:v>
                </c:pt>
                <c:pt idx="1479" formatCode="h:mm:ss">
                  <c:v>0.68593749999999998</c:v>
                </c:pt>
                <c:pt idx="1480" formatCode="h:mm:ss">
                  <c:v>0.68611111111111112</c:v>
                </c:pt>
                <c:pt idx="1481" formatCode="h:mm:ss">
                  <c:v>0.68628472222222225</c:v>
                </c:pt>
                <c:pt idx="1482" formatCode="h:mm:ss">
                  <c:v>0.68645833333333328</c:v>
                </c:pt>
                <c:pt idx="1483" formatCode="h:mm:ss">
                  <c:v>0.68663194444444442</c:v>
                </c:pt>
                <c:pt idx="1484" formatCode="h:mm:ss">
                  <c:v>0.68680555555555556</c:v>
                </c:pt>
                <c:pt idx="1485" formatCode="h:mm:ss">
                  <c:v>0.6869791666666667</c:v>
                </c:pt>
                <c:pt idx="1486" formatCode="h:mm:ss">
                  <c:v>0.68715277777777772</c:v>
                </c:pt>
                <c:pt idx="1487" formatCode="h:mm:ss">
                  <c:v>0.68732638888888886</c:v>
                </c:pt>
                <c:pt idx="1488" formatCode="h:mm:ss">
                  <c:v>0.6875</c:v>
                </c:pt>
                <c:pt idx="1489" formatCode="h:mm:ss">
                  <c:v>0.68767361111111114</c:v>
                </c:pt>
                <c:pt idx="1490" formatCode="h:mm:ss">
                  <c:v>0.68784722222222228</c:v>
                </c:pt>
                <c:pt idx="1491" formatCode="h:mm:ss">
                  <c:v>0.6880208333333333</c:v>
                </c:pt>
                <c:pt idx="1492" formatCode="h:mm:ss">
                  <c:v>0.68819444444444444</c:v>
                </c:pt>
                <c:pt idx="1493" formatCode="h:mm:ss">
                  <c:v>0.68836805555555558</c:v>
                </c:pt>
                <c:pt idx="1494" formatCode="h:mm:ss">
                  <c:v>0.68854166666666672</c:v>
                </c:pt>
                <c:pt idx="1495" formatCode="h:mm:ss">
                  <c:v>0.68871527777777775</c:v>
                </c:pt>
                <c:pt idx="1496" formatCode="h:mm:ss">
                  <c:v>0.68888888888888888</c:v>
                </c:pt>
                <c:pt idx="1497" formatCode="h:mm:ss">
                  <c:v>0.68906250000000002</c:v>
                </c:pt>
                <c:pt idx="1498" formatCode="h:mm:ss">
                  <c:v>0.68923611111111116</c:v>
                </c:pt>
                <c:pt idx="1499" formatCode="h:mm:ss">
                  <c:v>0.68940972222222219</c:v>
                </c:pt>
                <c:pt idx="1500" formatCode="h:mm:ss">
                  <c:v>0.68958333333333333</c:v>
                </c:pt>
                <c:pt idx="1501" formatCode="h:mm:ss">
                  <c:v>0.68975694444444446</c:v>
                </c:pt>
                <c:pt idx="1502" formatCode="h:mm:ss">
                  <c:v>0.6899305555555556</c:v>
                </c:pt>
                <c:pt idx="1503" formatCode="h:mm:ss">
                  <c:v>0.69010416666666663</c:v>
                </c:pt>
                <c:pt idx="1504" formatCode="h:mm:ss">
                  <c:v>0.69027777777777777</c:v>
                </c:pt>
                <c:pt idx="1505" formatCode="h:mm:ss">
                  <c:v>0.69045138888888891</c:v>
                </c:pt>
                <c:pt idx="1506" formatCode="h:mm:ss">
                  <c:v>0.69062500000000004</c:v>
                </c:pt>
                <c:pt idx="1507" formatCode="h:mm:ss">
                  <c:v>0.69079861111111107</c:v>
                </c:pt>
                <c:pt idx="1508" formatCode="h:mm:ss">
                  <c:v>0.69097222222222221</c:v>
                </c:pt>
                <c:pt idx="1509" formatCode="h:mm:ss">
                  <c:v>0.69114583333333335</c:v>
                </c:pt>
                <c:pt idx="1510" formatCode="h:mm:ss">
                  <c:v>0.69131944444444449</c:v>
                </c:pt>
                <c:pt idx="1511" formatCode="h:mm:ss">
                  <c:v>0.69149305555555551</c:v>
                </c:pt>
                <c:pt idx="1512" formatCode="h:mm:ss">
                  <c:v>0.69166666666666665</c:v>
                </c:pt>
                <c:pt idx="1513" formatCode="h:mm:ss">
                  <c:v>0.69184027777777779</c:v>
                </c:pt>
                <c:pt idx="1514" formatCode="h:mm:ss">
                  <c:v>0.69201388888888893</c:v>
                </c:pt>
                <c:pt idx="1515" formatCode="h:mm:ss">
                  <c:v>0.69218749999999996</c:v>
                </c:pt>
                <c:pt idx="1516" formatCode="h:mm:ss">
                  <c:v>0.69236111111111109</c:v>
                </c:pt>
                <c:pt idx="1517" formatCode="h:mm:ss">
                  <c:v>0.69253472222222223</c:v>
                </c:pt>
                <c:pt idx="1518" formatCode="h:mm:ss">
                  <c:v>0.69270833333333337</c:v>
                </c:pt>
                <c:pt idx="1519" formatCode="h:mm:ss">
                  <c:v>0.6928819444444444</c:v>
                </c:pt>
                <c:pt idx="1520" formatCode="h:mm:ss">
                  <c:v>0.69305555555555554</c:v>
                </c:pt>
                <c:pt idx="1521" formatCode="h:mm:ss">
                  <c:v>0.69322916666666667</c:v>
                </c:pt>
                <c:pt idx="1522" formatCode="h:mm:ss">
                  <c:v>0.69340277777777781</c:v>
                </c:pt>
                <c:pt idx="1523" formatCode="h:mm:ss">
                  <c:v>0.69357638888888884</c:v>
                </c:pt>
                <c:pt idx="1524" formatCode="h:mm:ss">
                  <c:v>0.69374999999999998</c:v>
                </c:pt>
                <c:pt idx="1525" formatCode="h:mm:ss">
                  <c:v>0.69392361111111112</c:v>
                </c:pt>
                <c:pt idx="1526" formatCode="h:mm:ss">
                  <c:v>0.69409722222222225</c:v>
                </c:pt>
                <c:pt idx="1527" formatCode="h:mm:ss">
                  <c:v>0.69427083333333328</c:v>
                </c:pt>
                <c:pt idx="1528" formatCode="h:mm:ss">
                  <c:v>0.69444444444444442</c:v>
                </c:pt>
                <c:pt idx="1529" formatCode="h:mm:ss">
                  <c:v>0.69461805555555556</c:v>
                </c:pt>
                <c:pt idx="1530" formatCode="h:mm:ss">
                  <c:v>0.6947916666666667</c:v>
                </c:pt>
                <c:pt idx="1531" formatCode="h:mm:ss">
                  <c:v>0.69496527777777772</c:v>
                </c:pt>
                <c:pt idx="1532" formatCode="h:mm:ss">
                  <c:v>0.69513888888888886</c:v>
                </c:pt>
                <c:pt idx="1533" formatCode="h:mm:ss">
                  <c:v>0.6953125</c:v>
                </c:pt>
                <c:pt idx="1534" formatCode="h:mm:ss">
                  <c:v>0.69548611111111114</c:v>
                </c:pt>
                <c:pt idx="1535" formatCode="h:mm:ss">
                  <c:v>0.69565972222222228</c:v>
                </c:pt>
                <c:pt idx="1536" formatCode="h:mm:ss">
                  <c:v>0.6958333333333333</c:v>
                </c:pt>
                <c:pt idx="1537" formatCode="h:mm:ss">
                  <c:v>0.69600694444444444</c:v>
                </c:pt>
                <c:pt idx="1538" formatCode="h:mm:ss">
                  <c:v>0.69618055555555558</c:v>
                </c:pt>
                <c:pt idx="1539" formatCode="h:mm:ss">
                  <c:v>0.69635416666666672</c:v>
                </c:pt>
                <c:pt idx="1540" formatCode="h:mm:ss">
                  <c:v>0.69652777777777775</c:v>
                </c:pt>
                <c:pt idx="1541" formatCode="h:mm:ss">
                  <c:v>0.69670138888888888</c:v>
                </c:pt>
                <c:pt idx="1542" formatCode="h:mm:ss">
                  <c:v>0.69687500000000002</c:v>
                </c:pt>
              </c:numCache>
            </c:numRef>
          </c:xVal>
          <c:yVal>
            <c:numRef>
              <c:f>'Monitor 2'!$D$10:$D$1552</c:f>
              <c:numCache>
                <c:formatCode>General</c:formatCode>
                <c:ptCount val="1543"/>
                <c:pt idx="0">
                  <c:v>0</c:v>
                </c:pt>
                <c:pt idx="1">
                  <c:v>0.1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0.1</c:v>
                </c:pt>
                <c:pt idx="38">
                  <c:v>0.1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0.1</c:v>
                </c:pt>
                <c:pt idx="49">
                  <c:v>0.1</c:v>
                </c:pt>
                <c:pt idx="50">
                  <c:v>0.1</c:v>
                </c:pt>
                <c:pt idx="51">
                  <c:v>0.1</c:v>
                </c:pt>
                <c:pt idx="52">
                  <c:v>0.1</c:v>
                </c:pt>
                <c:pt idx="53">
                  <c:v>0.1</c:v>
                </c:pt>
                <c:pt idx="54">
                  <c:v>0.1</c:v>
                </c:pt>
                <c:pt idx="55">
                  <c:v>0</c:v>
                </c:pt>
                <c:pt idx="56">
                  <c:v>0.1</c:v>
                </c:pt>
                <c:pt idx="57">
                  <c:v>0.1</c:v>
                </c:pt>
                <c:pt idx="58">
                  <c:v>0</c:v>
                </c:pt>
                <c:pt idx="59">
                  <c:v>0.1</c:v>
                </c:pt>
                <c:pt idx="60">
                  <c:v>0.1</c:v>
                </c:pt>
                <c:pt idx="61">
                  <c:v>0.1</c:v>
                </c:pt>
                <c:pt idx="62">
                  <c:v>0.1</c:v>
                </c:pt>
                <c:pt idx="63">
                  <c:v>0.1</c:v>
                </c:pt>
                <c:pt idx="64">
                  <c:v>0</c:v>
                </c:pt>
                <c:pt idx="65">
                  <c:v>0.1</c:v>
                </c:pt>
                <c:pt idx="66">
                  <c:v>0.1</c:v>
                </c:pt>
                <c:pt idx="67">
                  <c:v>0</c:v>
                </c:pt>
                <c:pt idx="68">
                  <c:v>0.1</c:v>
                </c:pt>
                <c:pt idx="69">
                  <c:v>0.1</c:v>
                </c:pt>
                <c:pt idx="70">
                  <c:v>0.1</c:v>
                </c:pt>
                <c:pt idx="71">
                  <c:v>0.1</c:v>
                </c:pt>
                <c:pt idx="72">
                  <c:v>0.1</c:v>
                </c:pt>
                <c:pt idx="73">
                  <c:v>0.1</c:v>
                </c:pt>
                <c:pt idx="74">
                  <c:v>0</c:v>
                </c:pt>
                <c:pt idx="75">
                  <c:v>0.1</c:v>
                </c:pt>
                <c:pt idx="76">
                  <c:v>0.1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0.1</c:v>
                </c:pt>
                <c:pt idx="83">
                  <c:v>0.1</c:v>
                </c:pt>
                <c:pt idx="84">
                  <c:v>0.1</c:v>
                </c:pt>
                <c:pt idx="85">
                  <c:v>0.1</c:v>
                </c:pt>
                <c:pt idx="86">
                  <c:v>0.1</c:v>
                </c:pt>
                <c:pt idx="87">
                  <c:v>0.1</c:v>
                </c:pt>
                <c:pt idx="88">
                  <c:v>0</c:v>
                </c:pt>
                <c:pt idx="89">
                  <c:v>0.1</c:v>
                </c:pt>
                <c:pt idx="90">
                  <c:v>0.1</c:v>
                </c:pt>
                <c:pt idx="91">
                  <c:v>0</c:v>
                </c:pt>
                <c:pt idx="92">
                  <c:v>0</c:v>
                </c:pt>
                <c:pt idx="93">
                  <c:v>0.1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0.1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0.1</c:v>
                </c:pt>
                <c:pt idx="105">
                  <c:v>0</c:v>
                </c:pt>
                <c:pt idx="106">
                  <c:v>0.1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0.1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0.1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0.1</c:v>
                </c:pt>
                <c:pt idx="125">
                  <c:v>0.1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0.1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0.1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0.1</c:v>
                </c:pt>
                <c:pt idx="178">
                  <c:v>0.1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0.6</c:v>
                </c:pt>
                <c:pt idx="633">
                  <c:v>0.6</c:v>
                </c:pt>
                <c:pt idx="634">
                  <c:v>0.3</c:v>
                </c:pt>
                <c:pt idx="635">
                  <c:v>0.2</c:v>
                </c:pt>
                <c:pt idx="636">
                  <c:v>0</c:v>
                </c:pt>
                <c:pt idx="637">
                  <c:v>1.1000000000000001</c:v>
                </c:pt>
                <c:pt idx="638">
                  <c:v>1</c:v>
                </c:pt>
                <c:pt idx="639">
                  <c:v>0.8</c:v>
                </c:pt>
                <c:pt idx="640">
                  <c:v>0.9</c:v>
                </c:pt>
                <c:pt idx="641">
                  <c:v>0.8</c:v>
                </c:pt>
                <c:pt idx="642">
                  <c:v>0.6</c:v>
                </c:pt>
                <c:pt idx="643">
                  <c:v>0.6</c:v>
                </c:pt>
                <c:pt idx="644">
                  <c:v>0.7</c:v>
                </c:pt>
                <c:pt idx="645">
                  <c:v>0.5</c:v>
                </c:pt>
                <c:pt idx="646">
                  <c:v>0.3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0.3</c:v>
                </c:pt>
                <c:pt idx="1365">
                  <c:v>0.2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0.6</c:v>
                </c:pt>
                <c:pt idx="1375">
                  <c:v>0.9</c:v>
                </c:pt>
                <c:pt idx="1376">
                  <c:v>0.9</c:v>
                </c:pt>
                <c:pt idx="1377">
                  <c:v>0.8</c:v>
                </c:pt>
                <c:pt idx="1378">
                  <c:v>0.6</c:v>
                </c:pt>
                <c:pt idx="1379">
                  <c:v>0.6</c:v>
                </c:pt>
                <c:pt idx="1380">
                  <c:v>0.6</c:v>
                </c:pt>
                <c:pt idx="1381">
                  <c:v>0.5</c:v>
                </c:pt>
                <c:pt idx="1382">
                  <c:v>0.4</c:v>
                </c:pt>
                <c:pt idx="1383">
                  <c:v>0.3</c:v>
                </c:pt>
                <c:pt idx="1384">
                  <c:v>0.1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0</c:v>
                </c:pt>
                <c:pt idx="1398">
                  <c:v>0</c:v>
                </c:pt>
                <c:pt idx="1399">
                  <c:v>0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0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0</c:v>
                </c:pt>
                <c:pt idx="1409">
                  <c:v>0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0</c:v>
                </c:pt>
                <c:pt idx="1414">
                  <c:v>0</c:v>
                </c:pt>
                <c:pt idx="1415">
                  <c:v>0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0</c:v>
                </c:pt>
                <c:pt idx="1426">
                  <c:v>0</c:v>
                </c:pt>
                <c:pt idx="1427">
                  <c:v>0</c:v>
                </c:pt>
                <c:pt idx="1428">
                  <c:v>0</c:v>
                </c:pt>
                <c:pt idx="1429">
                  <c:v>0</c:v>
                </c:pt>
                <c:pt idx="1430">
                  <c:v>0</c:v>
                </c:pt>
                <c:pt idx="1431">
                  <c:v>0</c:v>
                </c:pt>
                <c:pt idx="1432">
                  <c:v>0</c:v>
                </c:pt>
                <c:pt idx="1433">
                  <c:v>0</c:v>
                </c:pt>
                <c:pt idx="1434">
                  <c:v>0</c:v>
                </c:pt>
                <c:pt idx="1435">
                  <c:v>0</c:v>
                </c:pt>
                <c:pt idx="1436">
                  <c:v>0</c:v>
                </c:pt>
                <c:pt idx="1437">
                  <c:v>0</c:v>
                </c:pt>
                <c:pt idx="1438">
                  <c:v>0</c:v>
                </c:pt>
                <c:pt idx="1439">
                  <c:v>0</c:v>
                </c:pt>
                <c:pt idx="1440">
                  <c:v>0</c:v>
                </c:pt>
                <c:pt idx="1441">
                  <c:v>0</c:v>
                </c:pt>
                <c:pt idx="1442">
                  <c:v>0</c:v>
                </c:pt>
                <c:pt idx="1443">
                  <c:v>0</c:v>
                </c:pt>
                <c:pt idx="1444">
                  <c:v>0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0</c:v>
                </c:pt>
                <c:pt idx="1450">
                  <c:v>0</c:v>
                </c:pt>
                <c:pt idx="1451">
                  <c:v>0</c:v>
                </c:pt>
                <c:pt idx="1452">
                  <c:v>0</c:v>
                </c:pt>
                <c:pt idx="1453">
                  <c:v>0</c:v>
                </c:pt>
                <c:pt idx="1454">
                  <c:v>0</c:v>
                </c:pt>
                <c:pt idx="1455">
                  <c:v>0</c:v>
                </c:pt>
                <c:pt idx="1456">
                  <c:v>0</c:v>
                </c:pt>
                <c:pt idx="1457">
                  <c:v>0</c:v>
                </c:pt>
                <c:pt idx="1458">
                  <c:v>0</c:v>
                </c:pt>
                <c:pt idx="1459">
                  <c:v>0</c:v>
                </c:pt>
                <c:pt idx="1460">
                  <c:v>0</c:v>
                </c:pt>
                <c:pt idx="1461">
                  <c:v>0</c:v>
                </c:pt>
                <c:pt idx="1462">
                  <c:v>0</c:v>
                </c:pt>
                <c:pt idx="1463">
                  <c:v>0</c:v>
                </c:pt>
                <c:pt idx="1464">
                  <c:v>0</c:v>
                </c:pt>
                <c:pt idx="1465">
                  <c:v>0</c:v>
                </c:pt>
                <c:pt idx="1466">
                  <c:v>0</c:v>
                </c:pt>
                <c:pt idx="1467">
                  <c:v>0</c:v>
                </c:pt>
                <c:pt idx="1468">
                  <c:v>0</c:v>
                </c:pt>
                <c:pt idx="1469">
                  <c:v>0</c:v>
                </c:pt>
                <c:pt idx="1470">
                  <c:v>0</c:v>
                </c:pt>
                <c:pt idx="1471">
                  <c:v>0</c:v>
                </c:pt>
                <c:pt idx="1472">
                  <c:v>0</c:v>
                </c:pt>
                <c:pt idx="1473">
                  <c:v>0</c:v>
                </c:pt>
                <c:pt idx="1474">
                  <c:v>0</c:v>
                </c:pt>
                <c:pt idx="1475">
                  <c:v>0</c:v>
                </c:pt>
                <c:pt idx="1476">
                  <c:v>0</c:v>
                </c:pt>
                <c:pt idx="1477">
                  <c:v>0</c:v>
                </c:pt>
                <c:pt idx="1478">
                  <c:v>0</c:v>
                </c:pt>
                <c:pt idx="1479">
                  <c:v>0</c:v>
                </c:pt>
                <c:pt idx="1480">
                  <c:v>0</c:v>
                </c:pt>
                <c:pt idx="1481">
                  <c:v>0</c:v>
                </c:pt>
                <c:pt idx="1482">
                  <c:v>0</c:v>
                </c:pt>
                <c:pt idx="1483">
                  <c:v>0</c:v>
                </c:pt>
                <c:pt idx="1484">
                  <c:v>0</c:v>
                </c:pt>
                <c:pt idx="1485">
                  <c:v>0</c:v>
                </c:pt>
                <c:pt idx="1486">
                  <c:v>0</c:v>
                </c:pt>
                <c:pt idx="1487">
                  <c:v>0</c:v>
                </c:pt>
                <c:pt idx="1488">
                  <c:v>0</c:v>
                </c:pt>
                <c:pt idx="1489">
                  <c:v>0</c:v>
                </c:pt>
                <c:pt idx="1490">
                  <c:v>0</c:v>
                </c:pt>
                <c:pt idx="1491">
                  <c:v>0</c:v>
                </c:pt>
                <c:pt idx="1492">
                  <c:v>0</c:v>
                </c:pt>
                <c:pt idx="1493">
                  <c:v>0</c:v>
                </c:pt>
                <c:pt idx="1494">
                  <c:v>0</c:v>
                </c:pt>
                <c:pt idx="1495">
                  <c:v>0.3</c:v>
                </c:pt>
                <c:pt idx="1496">
                  <c:v>0.4</c:v>
                </c:pt>
                <c:pt idx="1497">
                  <c:v>0.4</c:v>
                </c:pt>
                <c:pt idx="1498">
                  <c:v>0.2</c:v>
                </c:pt>
                <c:pt idx="1499">
                  <c:v>0</c:v>
                </c:pt>
                <c:pt idx="1500">
                  <c:v>0</c:v>
                </c:pt>
                <c:pt idx="1501">
                  <c:v>0</c:v>
                </c:pt>
                <c:pt idx="1502">
                  <c:v>0</c:v>
                </c:pt>
                <c:pt idx="1503">
                  <c:v>0</c:v>
                </c:pt>
                <c:pt idx="1504">
                  <c:v>0</c:v>
                </c:pt>
                <c:pt idx="1505">
                  <c:v>0</c:v>
                </c:pt>
                <c:pt idx="1506">
                  <c:v>0</c:v>
                </c:pt>
                <c:pt idx="1507">
                  <c:v>0</c:v>
                </c:pt>
                <c:pt idx="1508">
                  <c:v>0</c:v>
                </c:pt>
                <c:pt idx="1509">
                  <c:v>0</c:v>
                </c:pt>
                <c:pt idx="1510">
                  <c:v>0</c:v>
                </c:pt>
                <c:pt idx="1511">
                  <c:v>0</c:v>
                </c:pt>
                <c:pt idx="1512">
                  <c:v>0</c:v>
                </c:pt>
                <c:pt idx="1513">
                  <c:v>0</c:v>
                </c:pt>
                <c:pt idx="1514">
                  <c:v>0</c:v>
                </c:pt>
                <c:pt idx="1515">
                  <c:v>0</c:v>
                </c:pt>
                <c:pt idx="1516">
                  <c:v>0</c:v>
                </c:pt>
                <c:pt idx="1517">
                  <c:v>0</c:v>
                </c:pt>
                <c:pt idx="1518">
                  <c:v>0</c:v>
                </c:pt>
                <c:pt idx="1519">
                  <c:v>0</c:v>
                </c:pt>
                <c:pt idx="1520">
                  <c:v>0</c:v>
                </c:pt>
                <c:pt idx="1521">
                  <c:v>0</c:v>
                </c:pt>
                <c:pt idx="1522">
                  <c:v>0</c:v>
                </c:pt>
                <c:pt idx="1523">
                  <c:v>0</c:v>
                </c:pt>
                <c:pt idx="1524">
                  <c:v>0</c:v>
                </c:pt>
                <c:pt idx="1525">
                  <c:v>0</c:v>
                </c:pt>
                <c:pt idx="1526">
                  <c:v>0</c:v>
                </c:pt>
                <c:pt idx="1527">
                  <c:v>0</c:v>
                </c:pt>
                <c:pt idx="1528">
                  <c:v>0</c:v>
                </c:pt>
                <c:pt idx="1529">
                  <c:v>0</c:v>
                </c:pt>
                <c:pt idx="1530">
                  <c:v>0</c:v>
                </c:pt>
                <c:pt idx="1531">
                  <c:v>0</c:v>
                </c:pt>
                <c:pt idx="1532">
                  <c:v>0.1</c:v>
                </c:pt>
                <c:pt idx="1533">
                  <c:v>0</c:v>
                </c:pt>
                <c:pt idx="1534">
                  <c:v>0</c:v>
                </c:pt>
                <c:pt idx="1535">
                  <c:v>0</c:v>
                </c:pt>
                <c:pt idx="1536">
                  <c:v>0</c:v>
                </c:pt>
                <c:pt idx="1537">
                  <c:v>0</c:v>
                </c:pt>
                <c:pt idx="1538">
                  <c:v>0</c:v>
                </c:pt>
                <c:pt idx="1539">
                  <c:v>0</c:v>
                </c:pt>
                <c:pt idx="1540">
                  <c:v>0</c:v>
                </c:pt>
                <c:pt idx="1541">
                  <c:v>0</c:v>
                </c:pt>
                <c:pt idx="154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EEF-438C-B70E-6C6FA6B9BD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9580864"/>
        <c:axId val="419581944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'Monitor 2'!$B$9</c15:sqref>
                        </c15:formulaRef>
                      </c:ext>
                    </c:extLst>
                    <c:strCache>
                      <c:ptCount val="1"/>
                      <c:pt idx="0">
                        <c:v>Combustible Reading (%LEL)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'Monitor 2'!$A$10:$A$1552</c15:sqref>
                        </c15:formulaRef>
                      </c:ext>
                    </c:extLst>
                    <c:numCache>
                      <c:formatCode>h:mm;@</c:formatCode>
                      <c:ptCount val="1543"/>
                      <c:pt idx="0">
                        <c:v>0.42621527777777779</c:v>
                      </c:pt>
                      <c:pt idx="1">
                        <c:v>0.42638888888888887</c:v>
                      </c:pt>
                      <c:pt idx="2">
                        <c:v>0.42951388888888886</c:v>
                      </c:pt>
                      <c:pt idx="3">
                        <c:v>0.4296875</c:v>
                      </c:pt>
                      <c:pt idx="4">
                        <c:v>0.42986111111111114</c:v>
                      </c:pt>
                      <c:pt idx="5">
                        <c:v>0.43003472222222222</c:v>
                      </c:pt>
                      <c:pt idx="6">
                        <c:v>0.43020833333333336</c:v>
                      </c:pt>
                      <c:pt idx="7">
                        <c:v>0.43038194444444444</c:v>
                      </c:pt>
                      <c:pt idx="8">
                        <c:v>0.43055555555555558</c:v>
                      </c:pt>
                      <c:pt idx="9">
                        <c:v>0.43072916666666666</c:v>
                      </c:pt>
                      <c:pt idx="10">
                        <c:v>0.4309027777777778</c:v>
                      </c:pt>
                      <c:pt idx="11">
                        <c:v>0.43107638888888888</c:v>
                      </c:pt>
                      <c:pt idx="12">
                        <c:v>0.43125000000000002</c:v>
                      </c:pt>
                      <c:pt idx="13">
                        <c:v>0.4314236111111111</c:v>
                      </c:pt>
                      <c:pt idx="14">
                        <c:v>0.43159722222222224</c:v>
                      </c:pt>
                      <c:pt idx="15">
                        <c:v>0.43177083333333333</c:v>
                      </c:pt>
                      <c:pt idx="16">
                        <c:v>0.43194444444444446</c:v>
                      </c:pt>
                      <c:pt idx="17">
                        <c:v>0.43211805555555555</c:v>
                      </c:pt>
                      <c:pt idx="18">
                        <c:v>0.43229166666666669</c:v>
                      </c:pt>
                      <c:pt idx="19">
                        <c:v>0.43246527777777777</c:v>
                      </c:pt>
                      <c:pt idx="20">
                        <c:v>0.43263888888888891</c:v>
                      </c:pt>
                      <c:pt idx="21">
                        <c:v>0.43281249999999999</c:v>
                      </c:pt>
                      <c:pt idx="22">
                        <c:v>0.43298611111111113</c:v>
                      </c:pt>
                      <c:pt idx="23">
                        <c:v>0.43315972222222221</c:v>
                      </c:pt>
                      <c:pt idx="24">
                        <c:v>0.43333333333333335</c:v>
                      </c:pt>
                      <c:pt idx="25">
                        <c:v>0.43350694444444443</c:v>
                      </c:pt>
                      <c:pt idx="26">
                        <c:v>0.43368055555555557</c:v>
                      </c:pt>
                      <c:pt idx="27">
                        <c:v>0.43385416666666665</c:v>
                      </c:pt>
                      <c:pt idx="28">
                        <c:v>0.43402777777777779</c:v>
                      </c:pt>
                      <c:pt idx="29">
                        <c:v>0.43420138888888887</c:v>
                      </c:pt>
                      <c:pt idx="30">
                        <c:v>0.43437500000000001</c:v>
                      </c:pt>
                      <c:pt idx="31">
                        <c:v>0.43454861111111109</c:v>
                      </c:pt>
                      <c:pt idx="32">
                        <c:v>0.43472222222222223</c:v>
                      </c:pt>
                      <c:pt idx="33">
                        <c:v>0.43489583333333331</c:v>
                      </c:pt>
                      <c:pt idx="34">
                        <c:v>0.43506944444444445</c:v>
                      </c:pt>
                      <c:pt idx="35">
                        <c:v>0.43524305555555554</c:v>
                      </c:pt>
                      <c:pt idx="36">
                        <c:v>0.43541666666666667</c:v>
                      </c:pt>
                      <c:pt idx="37">
                        <c:v>0.43559027777777776</c:v>
                      </c:pt>
                      <c:pt idx="38">
                        <c:v>0.4357638888888889</c:v>
                      </c:pt>
                      <c:pt idx="39">
                        <c:v>0.43593749999999998</c:v>
                      </c:pt>
                      <c:pt idx="40">
                        <c:v>0.43611111111111112</c:v>
                      </c:pt>
                      <c:pt idx="41">
                        <c:v>0.4362847222222222</c:v>
                      </c:pt>
                      <c:pt idx="42">
                        <c:v>0.43645833333333334</c:v>
                      </c:pt>
                      <c:pt idx="43">
                        <c:v>0.43663194444444442</c:v>
                      </c:pt>
                      <c:pt idx="44">
                        <c:v>0.43680555555555556</c:v>
                      </c:pt>
                      <c:pt idx="45">
                        <c:v>0.43697916666666664</c:v>
                      </c:pt>
                      <c:pt idx="46">
                        <c:v>0.43715277777777778</c:v>
                      </c:pt>
                      <c:pt idx="47">
                        <c:v>0.43732638888888886</c:v>
                      </c:pt>
                      <c:pt idx="48">
                        <c:v>0.4375</c:v>
                      </c:pt>
                      <c:pt idx="49">
                        <c:v>0.43767361111111114</c:v>
                      </c:pt>
                      <c:pt idx="50">
                        <c:v>0.43784722222222222</c:v>
                      </c:pt>
                      <c:pt idx="51">
                        <c:v>0.43802083333333336</c:v>
                      </c:pt>
                      <c:pt idx="52">
                        <c:v>0.43819444444444444</c:v>
                      </c:pt>
                      <c:pt idx="53">
                        <c:v>0.43836805555555558</c:v>
                      </c:pt>
                      <c:pt idx="54">
                        <c:v>0.43854166666666666</c:v>
                      </c:pt>
                      <c:pt idx="55">
                        <c:v>0.4387152777777778</c:v>
                      </c:pt>
                      <c:pt idx="56">
                        <c:v>0.43888888888888888</c:v>
                      </c:pt>
                      <c:pt idx="57">
                        <c:v>0.43906250000000002</c:v>
                      </c:pt>
                      <c:pt idx="58">
                        <c:v>0.4392361111111111</c:v>
                      </c:pt>
                      <c:pt idx="59">
                        <c:v>0.43940972222222224</c:v>
                      </c:pt>
                      <c:pt idx="60">
                        <c:v>0.43958333333333333</c:v>
                      </c:pt>
                      <c:pt idx="61">
                        <c:v>0.43975694444444446</c:v>
                      </c:pt>
                      <c:pt idx="62">
                        <c:v>0.43993055555555555</c:v>
                      </c:pt>
                      <c:pt idx="63">
                        <c:v>0.44010416666666669</c:v>
                      </c:pt>
                      <c:pt idx="64">
                        <c:v>0.44027777777777777</c:v>
                      </c:pt>
                      <c:pt idx="65">
                        <c:v>0.44045138888888891</c:v>
                      </c:pt>
                      <c:pt idx="66">
                        <c:v>0.44062499999999999</c:v>
                      </c:pt>
                      <c:pt idx="67">
                        <c:v>0.44079861111111113</c:v>
                      </c:pt>
                      <c:pt idx="68">
                        <c:v>0.44097222222222221</c:v>
                      </c:pt>
                      <c:pt idx="69">
                        <c:v>0.44114583333333335</c:v>
                      </c:pt>
                      <c:pt idx="70">
                        <c:v>0.44131944444444443</c:v>
                      </c:pt>
                      <c:pt idx="71">
                        <c:v>0.44149305555555557</c:v>
                      </c:pt>
                      <c:pt idx="72">
                        <c:v>0.44166666666666665</c:v>
                      </c:pt>
                      <c:pt idx="73">
                        <c:v>0.44184027777777779</c:v>
                      </c:pt>
                      <c:pt idx="74">
                        <c:v>0.44201388888888887</c:v>
                      </c:pt>
                      <c:pt idx="75">
                        <c:v>0.44218750000000001</c:v>
                      </c:pt>
                      <c:pt idx="76">
                        <c:v>0.44236111111111109</c:v>
                      </c:pt>
                      <c:pt idx="77">
                        <c:v>0.44253472222222223</c:v>
                      </c:pt>
                      <c:pt idx="78">
                        <c:v>0.44270833333333331</c:v>
                      </c:pt>
                      <c:pt idx="79">
                        <c:v>0.44288194444444445</c:v>
                      </c:pt>
                      <c:pt idx="80">
                        <c:v>0.44305555555555554</c:v>
                      </c:pt>
                      <c:pt idx="81">
                        <c:v>0.44322916666666667</c:v>
                      </c:pt>
                      <c:pt idx="82">
                        <c:v>0.44340277777777776</c:v>
                      </c:pt>
                      <c:pt idx="83">
                        <c:v>0.4435763888888889</c:v>
                      </c:pt>
                      <c:pt idx="84">
                        <c:v>0.44374999999999998</c:v>
                      </c:pt>
                      <c:pt idx="85">
                        <c:v>0.44392361111111112</c:v>
                      </c:pt>
                      <c:pt idx="86">
                        <c:v>0.4440972222222222</c:v>
                      </c:pt>
                      <c:pt idx="87">
                        <c:v>0.44427083333333334</c:v>
                      </c:pt>
                      <c:pt idx="88">
                        <c:v>0.44444444444444442</c:v>
                      </c:pt>
                      <c:pt idx="89">
                        <c:v>0.44461805555555556</c:v>
                      </c:pt>
                      <c:pt idx="90">
                        <c:v>0.44479166666666664</c:v>
                      </c:pt>
                      <c:pt idx="91">
                        <c:v>0.44496527777777778</c:v>
                      </c:pt>
                      <c:pt idx="92">
                        <c:v>0.44513888888888886</c:v>
                      </c:pt>
                      <c:pt idx="93">
                        <c:v>0.4453125</c:v>
                      </c:pt>
                      <c:pt idx="94">
                        <c:v>0.44548611111111114</c:v>
                      </c:pt>
                      <c:pt idx="95">
                        <c:v>0.44565972222222222</c:v>
                      </c:pt>
                      <c:pt idx="96">
                        <c:v>0.44583333333333336</c:v>
                      </c:pt>
                      <c:pt idx="97">
                        <c:v>0.44600694444444444</c:v>
                      </c:pt>
                      <c:pt idx="98">
                        <c:v>0.44618055555555558</c:v>
                      </c:pt>
                      <c:pt idx="99">
                        <c:v>0.44635416666666666</c:v>
                      </c:pt>
                      <c:pt idx="100">
                        <c:v>0.4465277777777778</c:v>
                      </c:pt>
                      <c:pt idx="101">
                        <c:v>0.44670138888888888</c:v>
                      </c:pt>
                      <c:pt idx="102">
                        <c:v>0.44687500000000002</c:v>
                      </c:pt>
                      <c:pt idx="103">
                        <c:v>0.4470486111111111</c:v>
                      </c:pt>
                      <c:pt idx="104">
                        <c:v>0.44722222222222224</c:v>
                      </c:pt>
                      <c:pt idx="105">
                        <c:v>0.44739583333333333</c:v>
                      </c:pt>
                      <c:pt idx="106">
                        <c:v>0.44756944444444446</c:v>
                      </c:pt>
                      <c:pt idx="107">
                        <c:v>0.44774305555555555</c:v>
                      </c:pt>
                      <c:pt idx="108">
                        <c:v>0.44791666666666669</c:v>
                      </c:pt>
                      <c:pt idx="109">
                        <c:v>0.44809027777777777</c:v>
                      </c:pt>
                      <c:pt idx="110">
                        <c:v>0.44826388888888891</c:v>
                      </c:pt>
                      <c:pt idx="111">
                        <c:v>0.44843749999999999</c:v>
                      </c:pt>
                      <c:pt idx="112">
                        <c:v>0.44861111111111113</c:v>
                      </c:pt>
                      <c:pt idx="113">
                        <c:v>0.44878472222222221</c:v>
                      </c:pt>
                      <c:pt idx="114">
                        <c:v>0.44895833333333335</c:v>
                      </c:pt>
                      <c:pt idx="115">
                        <c:v>0.44913194444444443</c:v>
                      </c:pt>
                      <c:pt idx="116">
                        <c:v>0.44930555555555557</c:v>
                      </c:pt>
                      <c:pt idx="117">
                        <c:v>0.44947916666666665</c:v>
                      </c:pt>
                      <c:pt idx="118">
                        <c:v>0.44965277777777779</c:v>
                      </c:pt>
                      <c:pt idx="119">
                        <c:v>0.44982638888888887</c:v>
                      </c:pt>
                      <c:pt idx="120">
                        <c:v>0.45</c:v>
                      </c:pt>
                      <c:pt idx="121">
                        <c:v>0.45017361111111109</c:v>
                      </c:pt>
                      <c:pt idx="122">
                        <c:v>0.45034722222222223</c:v>
                      </c:pt>
                      <c:pt idx="123">
                        <c:v>0.45052083333333331</c:v>
                      </c:pt>
                      <c:pt idx="124">
                        <c:v>0.45069444444444445</c:v>
                      </c:pt>
                      <c:pt idx="125">
                        <c:v>0.45086805555555554</c:v>
                      </c:pt>
                      <c:pt idx="126">
                        <c:v>0.45104166666666667</c:v>
                      </c:pt>
                      <c:pt idx="127">
                        <c:v>0.45121527777777776</c:v>
                      </c:pt>
                      <c:pt idx="128">
                        <c:v>0.4513888888888889</c:v>
                      </c:pt>
                      <c:pt idx="129">
                        <c:v>0.45156249999999998</c:v>
                      </c:pt>
                      <c:pt idx="130">
                        <c:v>0.45173611111111112</c:v>
                      </c:pt>
                      <c:pt idx="131">
                        <c:v>0.4519097222222222</c:v>
                      </c:pt>
                      <c:pt idx="132">
                        <c:v>0.45208333333333334</c:v>
                      </c:pt>
                      <c:pt idx="133">
                        <c:v>0.45225694444444442</c:v>
                      </c:pt>
                      <c:pt idx="134">
                        <c:v>0.45243055555555556</c:v>
                      </c:pt>
                      <c:pt idx="135">
                        <c:v>0.45260416666666664</c:v>
                      </c:pt>
                      <c:pt idx="136">
                        <c:v>0.45277777777777778</c:v>
                      </c:pt>
                      <c:pt idx="137">
                        <c:v>0.45295138888888886</c:v>
                      </c:pt>
                      <c:pt idx="138">
                        <c:v>0.453125</c:v>
                      </c:pt>
                      <c:pt idx="139">
                        <c:v>0.45329861111111114</c:v>
                      </c:pt>
                      <c:pt idx="140">
                        <c:v>0.45347222222222222</c:v>
                      </c:pt>
                      <c:pt idx="141">
                        <c:v>0.45364583333333336</c:v>
                      </c:pt>
                      <c:pt idx="142">
                        <c:v>0.45381944444444444</c:v>
                      </c:pt>
                      <c:pt idx="143">
                        <c:v>0.45399305555555558</c:v>
                      </c:pt>
                      <c:pt idx="144">
                        <c:v>0.45416666666666666</c:v>
                      </c:pt>
                      <c:pt idx="145">
                        <c:v>0.4543402777777778</c:v>
                      </c:pt>
                      <c:pt idx="146">
                        <c:v>0.45451388888888888</c:v>
                      </c:pt>
                      <c:pt idx="147">
                        <c:v>0.45468750000000002</c:v>
                      </c:pt>
                      <c:pt idx="148">
                        <c:v>0.4548611111111111</c:v>
                      </c:pt>
                      <c:pt idx="149">
                        <c:v>0.45503472222222224</c:v>
                      </c:pt>
                      <c:pt idx="150">
                        <c:v>0.45520833333333333</c:v>
                      </c:pt>
                      <c:pt idx="151">
                        <c:v>0.45538194444444446</c:v>
                      </c:pt>
                      <c:pt idx="152">
                        <c:v>0.45555555555555555</c:v>
                      </c:pt>
                      <c:pt idx="153">
                        <c:v>0.45572916666666669</c:v>
                      </c:pt>
                      <c:pt idx="154">
                        <c:v>0.45590277777777777</c:v>
                      </c:pt>
                      <c:pt idx="155">
                        <c:v>0.45607638888888891</c:v>
                      </c:pt>
                      <c:pt idx="156">
                        <c:v>0.45624999999999999</c:v>
                      </c:pt>
                      <c:pt idx="157">
                        <c:v>0.45642361111111113</c:v>
                      </c:pt>
                      <c:pt idx="158">
                        <c:v>0.45659722222222221</c:v>
                      </c:pt>
                      <c:pt idx="159">
                        <c:v>0.45677083333333335</c:v>
                      </c:pt>
                      <c:pt idx="160">
                        <c:v>0.45694444444444443</c:v>
                      </c:pt>
                      <c:pt idx="161">
                        <c:v>0.45711805555555557</c:v>
                      </c:pt>
                      <c:pt idx="162">
                        <c:v>0.45729166666666665</c:v>
                      </c:pt>
                      <c:pt idx="163">
                        <c:v>0.45746527777777779</c:v>
                      </c:pt>
                      <c:pt idx="164">
                        <c:v>0.45763888888888887</c:v>
                      </c:pt>
                      <c:pt idx="165">
                        <c:v>0.45781250000000001</c:v>
                      </c:pt>
                      <c:pt idx="166">
                        <c:v>0.45798611111111109</c:v>
                      </c:pt>
                      <c:pt idx="167">
                        <c:v>0.45815972222222223</c:v>
                      </c:pt>
                      <c:pt idx="168" formatCode="h:mm:ss">
                        <c:v>0.45833333333333331</c:v>
                      </c:pt>
                      <c:pt idx="169" formatCode="h:mm:ss">
                        <c:v>0.45850694444444445</c:v>
                      </c:pt>
                      <c:pt idx="170" formatCode="h:mm:ss">
                        <c:v>0.45868055555555554</c:v>
                      </c:pt>
                      <c:pt idx="171" formatCode="h:mm:ss">
                        <c:v>0.45885416666666667</c:v>
                      </c:pt>
                      <c:pt idx="172" formatCode="h:mm:ss">
                        <c:v>0.45902777777777776</c:v>
                      </c:pt>
                      <c:pt idx="173" formatCode="h:mm:ss">
                        <c:v>0.4592013888888889</c:v>
                      </c:pt>
                      <c:pt idx="174" formatCode="h:mm:ss">
                        <c:v>0.45937499999999998</c:v>
                      </c:pt>
                      <c:pt idx="175" formatCode="h:mm:ss">
                        <c:v>0.45954861111111112</c:v>
                      </c:pt>
                      <c:pt idx="176" formatCode="h:mm:ss">
                        <c:v>0.4597222222222222</c:v>
                      </c:pt>
                      <c:pt idx="177" formatCode="h:mm:ss">
                        <c:v>0.45989583333333334</c:v>
                      </c:pt>
                      <c:pt idx="178" formatCode="h:mm:ss">
                        <c:v>0.46006944444444442</c:v>
                      </c:pt>
                      <c:pt idx="179" formatCode="h:mm:ss">
                        <c:v>0.46024305555555556</c:v>
                      </c:pt>
                      <c:pt idx="180" formatCode="h:mm:ss">
                        <c:v>0.46041666666666664</c:v>
                      </c:pt>
                      <c:pt idx="181" formatCode="h:mm:ss">
                        <c:v>0.46059027777777778</c:v>
                      </c:pt>
                      <c:pt idx="182" formatCode="h:mm:ss">
                        <c:v>0.46076388888888886</c:v>
                      </c:pt>
                      <c:pt idx="183" formatCode="h:mm:ss">
                        <c:v>0.4609375</c:v>
                      </c:pt>
                      <c:pt idx="184" formatCode="h:mm:ss">
                        <c:v>0.46111111111111114</c:v>
                      </c:pt>
                      <c:pt idx="185" formatCode="h:mm:ss">
                        <c:v>0.46128472222222222</c:v>
                      </c:pt>
                      <c:pt idx="186" formatCode="h:mm:ss">
                        <c:v>0.46145833333333336</c:v>
                      </c:pt>
                      <c:pt idx="187" formatCode="h:mm:ss">
                        <c:v>0.46163194444444444</c:v>
                      </c:pt>
                      <c:pt idx="188" formatCode="h:mm:ss">
                        <c:v>0.46180555555555558</c:v>
                      </c:pt>
                      <c:pt idx="189" formatCode="h:mm:ss">
                        <c:v>0.46197916666666666</c:v>
                      </c:pt>
                      <c:pt idx="190" formatCode="h:mm:ss">
                        <c:v>0.4621527777777778</c:v>
                      </c:pt>
                      <c:pt idx="191" formatCode="h:mm:ss">
                        <c:v>0.46232638888888888</c:v>
                      </c:pt>
                      <c:pt idx="192" formatCode="h:mm:ss">
                        <c:v>0.46250000000000002</c:v>
                      </c:pt>
                      <c:pt idx="193" formatCode="h:mm:ss">
                        <c:v>0.4626736111111111</c:v>
                      </c:pt>
                      <c:pt idx="194" formatCode="h:mm:ss">
                        <c:v>0.46284722222222224</c:v>
                      </c:pt>
                      <c:pt idx="195" formatCode="h:mm:ss">
                        <c:v>0.46302083333333333</c:v>
                      </c:pt>
                      <c:pt idx="196" formatCode="h:mm:ss">
                        <c:v>0.46319444444444446</c:v>
                      </c:pt>
                      <c:pt idx="197" formatCode="h:mm:ss">
                        <c:v>0.46336805555555555</c:v>
                      </c:pt>
                      <c:pt idx="198" formatCode="h:mm:ss">
                        <c:v>0.46354166666666669</c:v>
                      </c:pt>
                      <c:pt idx="199" formatCode="h:mm:ss">
                        <c:v>0.46371527777777777</c:v>
                      </c:pt>
                      <c:pt idx="200" formatCode="h:mm:ss">
                        <c:v>0.46388888888888891</c:v>
                      </c:pt>
                      <c:pt idx="201" formatCode="h:mm:ss">
                        <c:v>0.46406249999999999</c:v>
                      </c:pt>
                      <c:pt idx="202" formatCode="h:mm:ss">
                        <c:v>0.46423611111111113</c:v>
                      </c:pt>
                      <c:pt idx="203" formatCode="h:mm:ss">
                        <c:v>0.46440972222222221</c:v>
                      </c:pt>
                      <c:pt idx="204" formatCode="h:mm:ss">
                        <c:v>0.46458333333333335</c:v>
                      </c:pt>
                      <c:pt idx="205" formatCode="h:mm:ss">
                        <c:v>0.46475694444444443</c:v>
                      </c:pt>
                      <c:pt idx="206" formatCode="h:mm:ss">
                        <c:v>0.46493055555555557</c:v>
                      </c:pt>
                      <c:pt idx="207" formatCode="h:mm:ss">
                        <c:v>0.46510416666666665</c:v>
                      </c:pt>
                      <c:pt idx="208" formatCode="h:mm:ss">
                        <c:v>0.46527777777777779</c:v>
                      </c:pt>
                      <c:pt idx="209" formatCode="h:mm:ss">
                        <c:v>0.46545138888888887</c:v>
                      </c:pt>
                      <c:pt idx="210" formatCode="h:mm:ss">
                        <c:v>0.46562500000000001</c:v>
                      </c:pt>
                      <c:pt idx="211" formatCode="h:mm:ss">
                        <c:v>0.46579861111111109</c:v>
                      </c:pt>
                      <c:pt idx="212" formatCode="h:mm:ss">
                        <c:v>0.46597222222222223</c:v>
                      </c:pt>
                      <c:pt idx="213" formatCode="h:mm:ss">
                        <c:v>0.46614583333333331</c:v>
                      </c:pt>
                      <c:pt idx="214" formatCode="h:mm:ss">
                        <c:v>0.46631944444444445</c:v>
                      </c:pt>
                      <c:pt idx="215" formatCode="h:mm:ss">
                        <c:v>0.46649305555555554</c:v>
                      </c:pt>
                      <c:pt idx="216" formatCode="h:mm:ss">
                        <c:v>0.46666666666666667</c:v>
                      </c:pt>
                      <c:pt idx="217" formatCode="h:mm:ss">
                        <c:v>0.46684027777777776</c:v>
                      </c:pt>
                      <c:pt idx="218" formatCode="h:mm:ss">
                        <c:v>0.4670138888888889</c:v>
                      </c:pt>
                      <c:pt idx="219" formatCode="h:mm:ss">
                        <c:v>0.46718749999999998</c:v>
                      </c:pt>
                      <c:pt idx="220" formatCode="h:mm:ss">
                        <c:v>0.46736111111111112</c:v>
                      </c:pt>
                      <c:pt idx="221" formatCode="h:mm:ss">
                        <c:v>0.4675347222222222</c:v>
                      </c:pt>
                      <c:pt idx="222" formatCode="h:mm:ss">
                        <c:v>0.46770833333333334</c:v>
                      </c:pt>
                      <c:pt idx="223" formatCode="h:mm:ss">
                        <c:v>0.46788194444444442</c:v>
                      </c:pt>
                      <c:pt idx="224" formatCode="h:mm:ss">
                        <c:v>0.46805555555555556</c:v>
                      </c:pt>
                      <c:pt idx="225" formatCode="h:mm:ss">
                        <c:v>0.46822916666666664</c:v>
                      </c:pt>
                      <c:pt idx="226" formatCode="h:mm:ss">
                        <c:v>0.46840277777777778</c:v>
                      </c:pt>
                      <c:pt idx="227" formatCode="h:mm:ss">
                        <c:v>0.46857638888888886</c:v>
                      </c:pt>
                      <c:pt idx="228" formatCode="h:mm:ss">
                        <c:v>0.46875</c:v>
                      </c:pt>
                      <c:pt idx="229" formatCode="h:mm:ss">
                        <c:v>0.46892361111111114</c:v>
                      </c:pt>
                      <c:pt idx="230" formatCode="h:mm:ss">
                        <c:v>0.46909722222222222</c:v>
                      </c:pt>
                      <c:pt idx="231" formatCode="h:mm:ss">
                        <c:v>0.46927083333333336</c:v>
                      </c:pt>
                      <c:pt idx="232" formatCode="h:mm:ss">
                        <c:v>0.46944444444444444</c:v>
                      </c:pt>
                      <c:pt idx="233" formatCode="h:mm:ss">
                        <c:v>0.46961805555555558</c:v>
                      </c:pt>
                      <c:pt idx="234" formatCode="h:mm:ss">
                        <c:v>0.46979166666666666</c:v>
                      </c:pt>
                      <c:pt idx="235" formatCode="h:mm:ss">
                        <c:v>0.4699652777777778</c:v>
                      </c:pt>
                      <c:pt idx="236" formatCode="h:mm:ss">
                        <c:v>0.47013888888888888</c:v>
                      </c:pt>
                      <c:pt idx="237" formatCode="h:mm:ss">
                        <c:v>0.47031250000000002</c:v>
                      </c:pt>
                      <c:pt idx="238" formatCode="h:mm:ss">
                        <c:v>0.4704861111111111</c:v>
                      </c:pt>
                      <c:pt idx="239" formatCode="h:mm:ss">
                        <c:v>0.47065972222222224</c:v>
                      </c:pt>
                      <c:pt idx="240" formatCode="h:mm:ss">
                        <c:v>0.47083333333333333</c:v>
                      </c:pt>
                      <c:pt idx="241" formatCode="h:mm:ss">
                        <c:v>0.47100694444444446</c:v>
                      </c:pt>
                      <c:pt idx="242" formatCode="h:mm:ss">
                        <c:v>0.47118055555555555</c:v>
                      </c:pt>
                      <c:pt idx="243" formatCode="h:mm:ss">
                        <c:v>0.47135416666666669</c:v>
                      </c:pt>
                      <c:pt idx="244" formatCode="h:mm:ss">
                        <c:v>0.47152777777777777</c:v>
                      </c:pt>
                      <c:pt idx="245" formatCode="h:mm:ss">
                        <c:v>0.47170138888888891</c:v>
                      </c:pt>
                      <c:pt idx="246" formatCode="h:mm:ss">
                        <c:v>0.47187499999999999</c:v>
                      </c:pt>
                      <c:pt idx="247" formatCode="h:mm:ss">
                        <c:v>0.47204861111111113</c:v>
                      </c:pt>
                      <c:pt idx="248" formatCode="h:mm:ss">
                        <c:v>0.47222222222222221</c:v>
                      </c:pt>
                      <c:pt idx="249" formatCode="h:mm:ss">
                        <c:v>0.47239583333333335</c:v>
                      </c:pt>
                      <c:pt idx="250" formatCode="h:mm:ss">
                        <c:v>0.47256944444444443</c:v>
                      </c:pt>
                      <c:pt idx="251" formatCode="h:mm:ss">
                        <c:v>0.47274305555555557</c:v>
                      </c:pt>
                      <c:pt idx="252" formatCode="h:mm:ss">
                        <c:v>0.47291666666666665</c:v>
                      </c:pt>
                      <c:pt idx="253" formatCode="h:mm:ss">
                        <c:v>0.47309027777777779</c:v>
                      </c:pt>
                      <c:pt idx="254" formatCode="h:mm:ss">
                        <c:v>0.47326388888888887</c:v>
                      </c:pt>
                      <c:pt idx="255" formatCode="h:mm:ss">
                        <c:v>0.47343750000000001</c:v>
                      </c:pt>
                      <c:pt idx="256" formatCode="h:mm:ss">
                        <c:v>0.47361111111111109</c:v>
                      </c:pt>
                      <c:pt idx="257" formatCode="h:mm:ss">
                        <c:v>0.47378472222222223</c:v>
                      </c:pt>
                      <c:pt idx="258" formatCode="h:mm:ss">
                        <c:v>0.47395833333333331</c:v>
                      </c:pt>
                      <c:pt idx="259" formatCode="h:mm:ss">
                        <c:v>0.47413194444444445</c:v>
                      </c:pt>
                      <c:pt idx="260" formatCode="h:mm:ss">
                        <c:v>0.47430555555555554</c:v>
                      </c:pt>
                      <c:pt idx="261" formatCode="h:mm:ss">
                        <c:v>0.47447916666666667</c:v>
                      </c:pt>
                      <c:pt idx="262" formatCode="h:mm:ss">
                        <c:v>0.47465277777777776</c:v>
                      </c:pt>
                      <c:pt idx="263" formatCode="h:mm:ss">
                        <c:v>0.4748263888888889</c:v>
                      </c:pt>
                      <c:pt idx="264" formatCode="h:mm:ss">
                        <c:v>0.47499999999999998</c:v>
                      </c:pt>
                      <c:pt idx="265" formatCode="h:mm:ss">
                        <c:v>0.47517361111111112</c:v>
                      </c:pt>
                      <c:pt idx="266" formatCode="h:mm:ss">
                        <c:v>0.4753472222222222</c:v>
                      </c:pt>
                      <c:pt idx="267" formatCode="h:mm:ss">
                        <c:v>0.47552083333333334</c:v>
                      </c:pt>
                      <c:pt idx="268" formatCode="h:mm:ss">
                        <c:v>0.47569444444444442</c:v>
                      </c:pt>
                      <c:pt idx="269" formatCode="h:mm:ss">
                        <c:v>0.47586805555555556</c:v>
                      </c:pt>
                      <c:pt idx="270" formatCode="h:mm:ss">
                        <c:v>0.47604166666666664</c:v>
                      </c:pt>
                      <c:pt idx="271" formatCode="h:mm:ss">
                        <c:v>0.47621527777777778</c:v>
                      </c:pt>
                      <c:pt idx="272" formatCode="h:mm:ss">
                        <c:v>0.47638888888888886</c:v>
                      </c:pt>
                      <c:pt idx="273" formatCode="h:mm:ss">
                        <c:v>0.4765625</c:v>
                      </c:pt>
                      <c:pt idx="274" formatCode="h:mm:ss">
                        <c:v>0.47673611111111114</c:v>
                      </c:pt>
                      <c:pt idx="275" formatCode="h:mm:ss">
                        <c:v>0.47690972222222222</c:v>
                      </c:pt>
                      <c:pt idx="276" formatCode="h:mm:ss">
                        <c:v>0.47708333333333336</c:v>
                      </c:pt>
                      <c:pt idx="277" formatCode="h:mm:ss">
                        <c:v>0.47725694444444444</c:v>
                      </c:pt>
                      <c:pt idx="278" formatCode="h:mm:ss">
                        <c:v>0.47743055555555558</c:v>
                      </c:pt>
                      <c:pt idx="279" formatCode="h:mm:ss">
                        <c:v>0.47760416666666666</c:v>
                      </c:pt>
                      <c:pt idx="280" formatCode="h:mm:ss">
                        <c:v>0.4777777777777778</c:v>
                      </c:pt>
                      <c:pt idx="281" formatCode="h:mm:ss">
                        <c:v>0.47795138888888888</c:v>
                      </c:pt>
                      <c:pt idx="282" formatCode="h:mm:ss">
                        <c:v>0.47812500000000002</c:v>
                      </c:pt>
                      <c:pt idx="283" formatCode="h:mm:ss">
                        <c:v>0.4782986111111111</c:v>
                      </c:pt>
                      <c:pt idx="284" formatCode="h:mm:ss">
                        <c:v>0.47847222222222224</c:v>
                      </c:pt>
                      <c:pt idx="285" formatCode="h:mm:ss">
                        <c:v>0.47864583333333333</c:v>
                      </c:pt>
                      <c:pt idx="286" formatCode="h:mm:ss">
                        <c:v>0.47881944444444446</c:v>
                      </c:pt>
                      <c:pt idx="287" formatCode="h:mm:ss">
                        <c:v>0.47899305555555555</c:v>
                      </c:pt>
                      <c:pt idx="288" formatCode="h:mm:ss">
                        <c:v>0.47916666666666669</c:v>
                      </c:pt>
                      <c:pt idx="289" formatCode="h:mm:ss">
                        <c:v>0.47934027777777777</c:v>
                      </c:pt>
                      <c:pt idx="290" formatCode="h:mm:ss">
                        <c:v>0.47951388888888891</c:v>
                      </c:pt>
                      <c:pt idx="291" formatCode="h:mm:ss">
                        <c:v>0.47968749999999999</c:v>
                      </c:pt>
                      <c:pt idx="292" formatCode="h:mm:ss">
                        <c:v>0.47986111111111113</c:v>
                      </c:pt>
                      <c:pt idx="293" formatCode="h:mm:ss">
                        <c:v>0.48003472222222221</c:v>
                      </c:pt>
                      <c:pt idx="294" formatCode="h:mm:ss">
                        <c:v>0.48020833333333335</c:v>
                      </c:pt>
                      <c:pt idx="295" formatCode="h:mm:ss">
                        <c:v>0.48038194444444443</c:v>
                      </c:pt>
                      <c:pt idx="296" formatCode="h:mm:ss">
                        <c:v>0.48055555555555557</c:v>
                      </c:pt>
                      <c:pt idx="297" formatCode="h:mm:ss">
                        <c:v>0.48072916666666665</c:v>
                      </c:pt>
                      <c:pt idx="298" formatCode="h:mm:ss">
                        <c:v>0.48090277777777779</c:v>
                      </c:pt>
                      <c:pt idx="299" formatCode="h:mm:ss">
                        <c:v>0.48107638888888887</c:v>
                      </c:pt>
                      <c:pt idx="300" formatCode="h:mm:ss">
                        <c:v>0.48125000000000001</c:v>
                      </c:pt>
                      <c:pt idx="301" formatCode="h:mm:ss">
                        <c:v>0.48142361111111109</c:v>
                      </c:pt>
                      <c:pt idx="302" formatCode="h:mm:ss">
                        <c:v>0.48159722222222223</c:v>
                      </c:pt>
                      <c:pt idx="303" formatCode="h:mm:ss">
                        <c:v>0.48177083333333331</c:v>
                      </c:pt>
                      <c:pt idx="304" formatCode="h:mm:ss">
                        <c:v>0.48194444444444445</c:v>
                      </c:pt>
                      <c:pt idx="305" formatCode="h:mm:ss">
                        <c:v>0.48211805555555554</c:v>
                      </c:pt>
                      <c:pt idx="306" formatCode="h:mm:ss">
                        <c:v>0.48229166666666667</c:v>
                      </c:pt>
                      <c:pt idx="307" formatCode="h:mm:ss">
                        <c:v>0.48246527777777776</c:v>
                      </c:pt>
                      <c:pt idx="308" formatCode="h:mm:ss">
                        <c:v>0.4826388888888889</c:v>
                      </c:pt>
                      <c:pt idx="309" formatCode="h:mm:ss">
                        <c:v>0.48281249999999998</c:v>
                      </c:pt>
                      <c:pt idx="310" formatCode="h:mm:ss">
                        <c:v>0.48298611111111112</c:v>
                      </c:pt>
                      <c:pt idx="311" formatCode="h:mm:ss">
                        <c:v>0.4831597222222222</c:v>
                      </c:pt>
                      <c:pt idx="312" formatCode="h:mm:ss">
                        <c:v>0.48333333333333334</c:v>
                      </c:pt>
                      <c:pt idx="313" formatCode="h:mm:ss">
                        <c:v>0.48350694444444442</c:v>
                      </c:pt>
                      <c:pt idx="314" formatCode="h:mm:ss">
                        <c:v>0.48368055555555556</c:v>
                      </c:pt>
                      <c:pt idx="315" formatCode="h:mm:ss">
                        <c:v>0.48385416666666664</c:v>
                      </c:pt>
                      <c:pt idx="316" formatCode="h:mm:ss">
                        <c:v>0.48402777777777778</c:v>
                      </c:pt>
                      <c:pt idx="317" formatCode="h:mm:ss">
                        <c:v>0.48420138888888886</c:v>
                      </c:pt>
                      <c:pt idx="318" formatCode="h:mm:ss">
                        <c:v>0.484375</c:v>
                      </c:pt>
                      <c:pt idx="319" formatCode="h:mm:ss">
                        <c:v>0.48454861111111114</c:v>
                      </c:pt>
                      <c:pt idx="320" formatCode="h:mm:ss">
                        <c:v>0.48472222222222222</c:v>
                      </c:pt>
                      <c:pt idx="321" formatCode="h:mm:ss">
                        <c:v>0.48489583333333336</c:v>
                      </c:pt>
                      <c:pt idx="322" formatCode="h:mm:ss">
                        <c:v>0.48506944444444444</c:v>
                      </c:pt>
                      <c:pt idx="323" formatCode="h:mm:ss">
                        <c:v>0.48524305555555558</c:v>
                      </c:pt>
                      <c:pt idx="324" formatCode="h:mm:ss">
                        <c:v>0.48541666666666666</c:v>
                      </c:pt>
                      <c:pt idx="325" formatCode="h:mm:ss">
                        <c:v>0.4855902777777778</c:v>
                      </c:pt>
                      <c:pt idx="326" formatCode="h:mm:ss">
                        <c:v>0.48576388888888888</c:v>
                      </c:pt>
                      <c:pt idx="327" formatCode="h:mm:ss">
                        <c:v>0.48593750000000002</c:v>
                      </c:pt>
                      <c:pt idx="328" formatCode="h:mm:ss">
                        <c:v>0.4861111111111111</c:v>
                      </c:pt>
                      <c:pt idx="329" formatCode="h:mm:ss">
                        <c:v>0.48628472222222224</c:v>
                      </c:pt>
                      <c:pt idx="330" formatCode="h:mm:ss">
                        <c:v>0.48645833333333333</c:v>
                      </c:pt>
                      <c:pt idx="331" formatCode="h:mm:ss">
                        <c:v>0.48663194444444446</c:v>
                      </c:pt>
                      <c:pt idx="332" formatCode="h:mm:ss">
                        <c:v>0.48680555555555555</c:v>
                      </c:pt>
                      <c:pt idx="333" formatCode="h:mm:ss">
                        <c:v>0.48697916666666669</c:v>
                      </c:pt>
                      <c:pt idx="334" formatCode="h:mm:ss">
                        <c:v>0.48715277777777777</c:v>
                      </c:pt>
                      <c:pt idx="335" formatCode="h:mm:ss">
                        <c:v>0.48732638888888891</c:v>
                      </c:pt>
                      <c:pt idx="336" formatCode="h:mm:ss">
                        <c:v>0.48749999999999999</c:v>
                      </c:pt>
                      <c:pt idx="337" formatCode="h:mm:ss">
                        <c:v>0.48767361111111113</c:v>
                      </c:pt>
                      <c:pt idx="338" formatCode="h:mm:ss">
                        <c:v>0.48784722222222221</c:v>
                      </c:pt>
                      <c:pt idx="339" formatCode="h:mm:ss">
                        <c:v>0.48802083333333335</c:v>
                      </c:pt>
                      <c:pt idx="340" formatCode="h:mm:ss">
                        <c:v>0.48819444444444443</c:v>
                      </c:pt>
                      <c:pt idx="341" formatCode="h:mm:ss">
                        <c:v>0.48836805555555557</c:v>
                      </c:pt>
                      <c:pt idx="342" formatCode="h:mm:ss">
                        <c:v>0.48854166666666665</c:v>
                      </c:pt>
                      <c:pt idx="343" formatCode="h:mm:ss">
                        <c:v>0.48871527777777779</c:v>
                      </c:pt>
                      <c:pt idx="344" formatCode="h:mm:ss">
                        <c:v>0.48888888888888887</c:v>
                      </c:pt>
                      <c:pt idx="345" formatCode="h:mm:ss">
                        <c:v>0.48906250000000001</c:v>
                      </c:pt>
                      <c:pt idx="346" formatCode="h:mm:ss">
                        <c:v>0.48923611111111109</c:v>
                      </c:pt>
                      <c:pt idx="347" formatCode="h:mm:ss">
                        <c:v>0.48940972222222223</c:v>
                      </c:pt>
                      <c:pt idx="348" formatCode="h:mm:ss">
                        <c:v>0.48958333333333331</c:v>
                      </c:pt>
                      <c:pt idx="349" formatCode="h:mm:ss">
                        <c:v>0.48975694444444445</c:v>
                      </c:pt>
                      <c:pt idx="350" formatCode="h:mm:ss">
                        <c:v>0.48993055555555554</c:v>
                      </c:pt>
                      <c:pt idx="351" formatCode="h:mm:ss">
                        <c:v>0.49010416666666667</c:v>
                      </c:pt>
                      <c:pt idx="352" formatCode="h:mm:ss">
                        <c:v>0.49027777777777776</c:v>
                      </c:pt>
                      <c:pt idx="353" formatCode="h:mm:ss">
                        <c:v>0.4904513888888889</c:v>
                      </c:pt>
                      <c:pt idx="354" formatCode="h:mm:ss">
                        <c:v>0.49062499999999998</c:v>
                      </c:pt>
                      <c:pt idx="355" formatCode="h:mm:ss">
                        <c:v>0.49079861111111112</c:v>
                      </c:pt>
                      <c:pt idx="356" formatCode="h:mm:ss">
                        <c:v>0.4909722222222222</c:v>
                      </c:pt>
                      <c:pt idx="357" formatCode="h:mm:ss">
                        <c:v>0.49114583333333334</c:v>
                      </c:pt>
                      <c:pt idx="358" formatCode="h:mm:ss">
                        <c:v>0.49131944444444442</c:v>
                      </c:pt>
                      <c:pt idx="359" formatCode="h:mm:ss">
                        <c:v>0.49149305555555556</c:v>
                      </c:pt>
                      <c:pt idx="360" formatCode="h:mm:ss">
                        <c:v>0.49166666666666664</c:v>
                      </c:pt>
                      <c:pt idx="361" formatCode="h:mm:ss">
                        <c:v>0.49184027777777778</c:v>
                      </c:pt>
                      <c:pt idx="362" formatCode="h:mm:ss">
                        <c:v>0.49201388888888886</c:v>
                      </c:pt>
                      <c:pt idx="363" formatCode="h:mm:ss">
                        <c:v>0.4921875</c:v>
                      </c:pt>
                      <c:pt idx="364" formatCode="h:mm:ss">
                        <c:v>0.49236111111111114</c:v>
                      </c:pt>
                      <c:pt idx="365" formatCode="h:mm:ss">
                        <c:v>0.49253472222222222</c:v>
                      </c:pt>
                      <c:pt idx="366" formatCode="h:mm:ss">
                        <c:v>0.49270833333333336</c:v>
                      </c:pt>
                      <c:pt idx="367" formatCode="h:mm:ss">
                        <c:v>0.49288194444444444</c:v>
                      </c:pt>
                      <c:pt idx="368" formatCode="h:mm:ss">
                        <c:v>0.49305555555555558</c:v>
                      </c:pt>
                      <c:pt idx="369" formatCode="h:mm:ss">
                        <c:v>0.49322916666666666</c:v>
                      </c:pt>
                      <c:pt idx="370" formatCode="h:mm:ss">
                        <c:v>0.4934027777777778</c:v>
                      </c:pt>
                      <c:pt idx="371" formatCode="h:mm:ss">
                        <c:v>0.49357638888888888</c:v>
                      </c:pt>
                      <c:pt idx="372" formatCode="h:mm:ss">
                        <c:v>0.49375000000000002</c:v>
                      </c:pt>
                      <c:pt idx="373" formatCode="h:mm:ss">
                        <c:v>0.4939236111111111</c:v>
                      </c:pt>
                      <c:pt idx="374" formatCode="h:mm:ss">
                        <c:v>0.49409722222222224</c:v>
                      </c:pt>
                      <c:pt idx="375" formatCode="h:mm:ss">
                        <c:v>0.49427083333333333</c:v>
                      </c:pt>
                      <c:pt idx="376" formatCode="h:mm:ss">
                        <c:v>0.49444444444444446</c:v>
                      </c:pt>
                      <c:pt idx="377" formatCode="h:mm:ss">
                        <c:v>0.49461805555555555</c:v>
                      </c:pt>
                      <c:pt idx="378" formatCode="h:mm:ss">
                        <c:v>0.49479166666666669</c:v>
                      </c:pt>
                      <c:pt idx="379" formatCode="h:mm:ss">
                        <c:v>0.49496527777777777</c:v>
                      </c:pt>
                      <c:pt idx="380" formatCode="h:mm:ss">
                        <c:v>0.49513888888888891</c:v>
                      </c:pt>
                      <c:pt idx="381" formatCode="h:mm:ss">
                        <c:v>0.49531249999999999</c:v>
                      </c:pt>
                      <c:pt idx="382" formatCode="h:mm:ss">
                        <c:v>0.49548611111111113</c:v>
                      </c:pt>
                      <c:pt idx="383" formatCode="h:mm:ss">
                        <c:v>0.49565972222222221</c:v>
                      </c:pt>
                      <c:pt idx="384" formatCode="h:mm:ss">
                        <c:v>0.49583333333333335</c:v>
                      </c:pt>
                      <c:pt idx="385" formatCode="h:mm:ss">
                        <c:v>0.49600694444444443</c:v>
                      </c:pt>
                      <c:pt idx="386" formatCode="h:mm:ss">
                        <c:v>0.49618055555555557</c:v>
                      </c:pt>
                      <c:pt idx="387" formatCode="h:mm:ss">
                        <c:v>0.49635416666666665</c:v>
                      </c:pt>
                      <c:pt idx="388" formatCode="h:mm:ss">
                        <c:v>0.49652777777777779</c:v>
                      </c:pt>
                      <c:pt idx="389" formatCode="h:mm:ss">
                        <c:v>0.49670138888888887</c:v>
                      </c:pt>
                      <c:pt idx="390" formatCode="h:mm:ss">
                        <c:v>0.49687500000000001</c:v>
                      </c:pt>
                      <c:pt idx="391" formatCode="h:mm:ss">
                        <c:v>0.49704861111111109</c:v>
                      </c:pt>
                      <c:pt idx="392" formatCode="h:mm:ss">
                        <c:v>0.49722222222222223</c:v>
                      </c:pt>
                      <c:pt idx="393" formatCode="h:mm:ss">
                        <c:v>0.49739583333333331</c:v>
                      </c:pt>
                      <c:pt idx="394" formatCode="h:mm:ss">
                        <c:v>0.49756944444444445</c:v>
                      </c:pt>
                      <c:pt idx="395" formatCode="h:mm:ss">
                        <c:v>0.49774305555555554</c:v>
                      </c:pt>
                      <c:pt idx="396" formatCode="h:mm:ss">
                        <c:v>0.49791666666666667</c:v>
                      </c:pt>
                      <c:pt idx="397" formatCode="h:mm:ss">
                        <c:v>0.49809027777777776</c:v>
                      </c:pt>
                      <c:pt idx="398" formatCode="h:mm:ss">
                        <c:v>0.4982638888888889</c:v>
                      </c:pt>
                      <c:pt idx="399" formatCode="h:mm:ss">
                        <c:v>0.49843749999999998</c:v>
                      </c:pt>
                      <c:pt idx="400" formatCode="h:mm:ss">
                        <c:v>0.49861111111111112</c:v>
                      </c:pt>
                      <c:pt idx="401" formatCode="h:mm:ss">
                        <c:v>0.4987847222222222</c:v>
                      </c:pt>
                      <c:pt idx="402" formatCode="h:mm:ss">
                        <c:v>0.49895833333333334</c:v>
                      </c:pt>
                      <c:pt idx="403" formatCode="h:mm:ss">
                        <c:v>0.49913194444444442</c:v>
                      </c:pt>
                      <c:pt idx="404" formatCode="h:mm:ss">
                        <c:v>0.49930555555555556</c:v>
                      </c:pt>
                      <c:pt idx="405" formatCode="h:mm:ss">
                        <c:v>0.49947916666666664</c:v>
                      </c:pt>
                      <c:pt idx="406" formatCode="h:mm:ss">
                        <c:v>0.49965277777777778</c:v>
                      </c:pt>
                      <c:pt idx="407" formatCode="h:mm:ss">
                        <c:v>0.49982638888888886</c:v>
                      </c:pt>
                      <c:pt idx="408" formatCode="h:mm:ss">
                        <c:v>0.5</c:v>
                      </c:pt>
                      <c:pt idx="409" formatCode="h:mm:ss">
                        <c:v>0.50017361111111114</c:v>
                      </c:pt>
                      <c:pt idx="410" formatCode="h:mm:ss">
                        <c:v>0.50034722222222228</c:v>
                      </c:pt>
                      <c:pt idx="411" formatCode="h:mm:ss">
                        <c:v>0.5005208333333333</c:v>
                      </c:pt>
                      <c:pt idx="412" formatCode="h:mm:ss">
                        <c:v>0.50069444444444444</c:v>
                      </c:pt>
                      <c:pt idx="413" formatCode="h:mm:ss">
                        <c:v>0.50086805555555558</c:v>
                      </c:pt>
                      <c:pt idx="414" formatCode="h:mm:ss">
                        <c:v>0.50104166666666672</c:v>
                      </c:pt>
                      <c:pt idx="415" formatCode="h:mm:ss">
                        <c:v>0.50121527777777775</c:v>
                      </c:pt>
                      <c:pt idx="416" formatCode="h:mm:ss">
                        <c:v>0.50138888888888888</c:v>
                      </c:pt>
                      <c:pt idx="417" formatCode="h:mm:ss">
                        <c:v>0.50156250000000002</c:v>
                      </c:pt>
                      <c:pt idx="418" formatCode="h:mm:ss">
                        <c:v>0.50173611111111116</c:v>
                      </c:pt>
                      <c:pt idx="419" formatCode="h:mm:ss">
                        <c:v>0.50190972222222219</c:v>
                      </c:pt>
                      <c:pt idx="420" formatCode="h:mm:ss">
                        <c:v>0.50208333333333333</c:v>
                      </c:pt>
                      <c:pt idx="421" formatCode="h:mm:ss">
                        <c:v>0.50225694444444446</c:v>
                      </c:pt>
                      <c:pt idx="422" formatCode="h:mm:ss">
                        <c:v>0.5024305555555556</c:v>
                      </c:pt>
                      <c:pt idx="423" formatCode="h:mm:ss">
                        <c:v>0.50260416666666663</c:v>
                      </c:pt>
                      <c:pt idx="424" formatCode="h:mm:ss">
                        <c:v>0.50277777777777777</c:v>
                      </c:pt>
                      <c:pt idx="425" formatCode="h:mm:ss">
                        <c:v>0.50295138888888891</c:v>
                      </c:pt>
                      <c:pt idx="426" formatCode="h:mm:ss">
                        <c:v>0.50312500000000004</c:v>
                      </c:pt>
                      <c:pt idx="427" formatCode="h:mm:ss">
                        <c:v>0.50329861111111107</c:v>
                      </c:pt>
                      <c:pt idx="428" formatCode="h:mm:ss">
                        <c:v>0.50347222222222221</c:v>
                      </c:pt>
                      <c:pt idx="429" formatCode="h:mm:ss">
                        <c:v>0.50364583333333335</c:v>
                      </c:pt>
                      <c:pt idx="430" formatCode="h:mm:ss">
                        <c:v>0.50381944444444449</c:v>
                      </c:pt>
                      <c:pt idx="431" formatCode="h:mm:ss">
                        <c:v>0.50399305555555551</c:v>
                      </c:pt>
                      <c:pt idx="432" formatCode="h:mm:ss">
                        <c:v>0.50416666666666665</c:v>
                      </c:pt>
                      <c:pt idx="433" formatCode="h:mm:ss">
                        <c:v>0.50434027777777779</c:v>
                      </c:pt>
                      <c:pt idx="434" formatCode="h:mm:ss">
                        <c:v>0.50451388888888893</c:v>
                      </c:pt>
                      <c:pt idx="435" formatCode="h:mm:ss">
                        <c:v>0.50468749999999996</c:v>
                      </c:pt>
                      <c:pt idx="436" formatCode="h:mm:ss">
                        <c:v>0.50486111111111109</c:v>
                      </c:pt>
                      <c:pt idx="437" formatCode="h:mm:ss">
                        <c:v>0.50503472222222223</c:v>
                      </c:pt>
                      <c:pt idx="438" formatCode="h:mm:ss">
                        <c:v>0.50520833333333337</c:v>
                      </c:pt>
                      <c:pt idx="439" formatCode="h:mm:ss">
                        <c:v>0.5053819444444444</c:v>
                      </c:pt>
                      <c:pt idx="440" formatCode="h:mm:ss">
                        <c:v>0.50555555555555554</c:v>
                      </c:pt>
                      <c:pt idx="441" formatCode="h:mm:ss">
                        <c:v>0.50572916666666667</c:v>
                      </c:pt>
                      <c:pt idx="442" formatCode="h:mm:ss">
                        <c:v>0.50590277777777781</c:v>
                      </c:pt>
                      <c:pt idx="443" formatCode="h:mm:ss">
                        <c:v>0.50607638888888884</c:v>
                      </c:pt>
                      <c:pt idx="444" formatCode="h:mm:ss">
                        <c:v>0.50624999999999998</c:v>
                      </c:pt>
                      <c:pt idx="445" formatCode="h:mm:ss">
                        <c:v>0.50642361111111112</c:v>
                      </c:pt>
                      <c:pt idx="446" formatCode="h:mm:ss">
                        <c:v>0.50659722222222225</c:v>
                      </c:pt>
                      <c:pt idx="447" formatCode="h:mm:ss">
                        <c:v>0.50677083333333328</c:v>
                      </c:pt>
                      <c:pt idx="448" formatCode="h:mm:ss">
                        <c:v>0.50694444444444442</c:v>
                      </c:pt>
                      <c:pt idx="449" formatCode="h:mm:ss">
                        <c:v>0.50711805555555556</c:v>
                      </c:pt>
                      <c:pt idx="450" formatCode="h:mm:ss">
                        <c:v>0.5072916666666667</c:v>
                      </c:pt>
                      <c:pt idx="451" formatCode="h:mm:ss">
                        <c:v>0.50746527777777772</c:v>
                      </c:pt>
                      <c:pt idx="452" formatCode="h:mm:ss">
                        <c:v>0.50763888888888886</c:v>
                      </c:pt>
                      <c:pt idx="453" formatCode="h:mm:ss">
                        <c:v>0.5078125</c:v>
                      </c:pt>
                      <c:pt idx="454" formatCode="h:mm:ss">
                        <c:v>0.50798611111111114</c:v>
                      </c:pt>
                      <c:pt idx="455" formatCode="h:mm:ss">
                        <c:v>0.50815972222222228</c:v>
                      </c:pt>
                      <c:pt idx="456" formatCode="h:mm:ss">
                        <c:v>0.5083333333333333</c:v>
                      </c:pt>
                      <c:pt idx="457" formatCode="h:mm:ss">
                        <c:v>0.50850694444444444</c:v>
                      </c:pt>
                      <c:pt idx="458" formatCode="h:mm:ss">
                        <c:v>0.50868055555555558</c:v>
                      </c:pt>
                      <c:pt idx="459" formatCode="h:mm:ss">
                        <c:v>0.50885416666666672</c:v>
                      </c:pt>
                      <c:pt idx="460" formatCode="h:mm:ss">
                        <c:v>0.50902777777777775</c:v>
                      </c:pt>
                      <c:pt idx="461" formatCode="h:mm:ss">
                        <c:v>0.50920138888888888</c:v>
                      </c:pt>
                      <c:pt idx="462" formatCode="h:mm:ss">
                        <c:v>0.50937500000000002</c:v>
                      </c:pt>
                      <c:pt idx="463" formatCode="h:mm:ss">
                        <c:v>0.50954861111111116</c:v>
                      </c:pt>
                      <c:pt idx="464" formatCode="h:mm:ss">
                        <c:v>0.50972222222222219</c:v>
                      </c:pt>
                      <c:pt idx="465" formatCode="h:mm:ss">
                        <c:v>0.50989583333333333</c:v>
                      </c:pt>
                      <c:pt idx="466" formatCode="h:mm:ss">
                        <c:v>0.51006944444444446</c:v>
                      </c:pt>
                      <c:pt idx="467" formatCode="h:mm:ss">
                        <c:v>0.5102430555555556</c:v>
                      </c:pt>
                      <c:pt idx="468" formatCode="h:mm:ss">
                        <c:v>0.51041666666666663</c:v>
                      </c:pt>
                      <c:pt idx="469" formatCode="h:mm:ss">
                        <c:v>0.51059027777777777</c:v>
                      </c:pt>
                      <c:pt idx="470" formatCode="h:mm:ss">
                        <c:v>0.51076388888888891</c:v>
                      </c:pt>
                      <c:pt idx="471" formatCode="h:mm:ss">
                        <c:v>0.51093750000000004</c:v>
                      </c:pt>
                      <c:pt idx="472" formatCode="h:mm:ss">
                        <c:v>0.51111111111111107</c:v>
                      </c:pt>
                      <c:pt idx="473" formatCode="h:mm:ss">
                        <c:v>0.51128472222222221</c:v>
                      </c:pt>
                      <c:pt idx="474" formatCode="h:mm:ss">
                        <c:v>0.51145833333333335</c:v>
                      </c:pt>
                      <c:pt idx="475" formatCode="h:mm:ss">
                        <c:v>0.51163194444444449</c:v>
                      </c:pt>
                      <c:pt idx="476" formatCode="h:mm:ss">
                        <c:v>0.51180555555555551</c:v>
                      </c:pt>
                      <c:pt idx="477" formatCode="h:mm:ss">
                        <c:v>0.51197916666666665</c:v>
                      </c:pt>
                      <c:pt idx="478" formatCode="h:mm:ss">
                        <c:v>0.51215277777777779</c:v>
                      </c:pt>
                      <c:pt idx="479" formatCode="h:mm:ss">
                        <c:v>0.51232638888888893</c:v>
                      </c:pt>
                      <c:pt idx="480" formatCode="h:mm:ss">
                        <c:v>0.51249999999999996</c:v>
                      </c:pt>
                      <c:pt idx="481" formatCode="h:mm:ss">
                        <c:v>0.51267361111111109</c:v>
                      </c:pt>
                      <c:pt idx="482" formatCode="h:mm:ss">
                        <c:v>0.51284722222222223</c:v>
                      </c:pt>
                      <c:pt idx="483" formatCode="h:mm:ss">
                        <c:v>0.51302083333333337</c:v>
                      </c:pt>
                      <c:pt idx="484" formatCode="h:mm:ss">
                        <c:v>0.5131944444444444</c:v>
                      </c:pt>
                      <c:pt idx="485" formatCode="h:mm:ss">
                        <c:v>0.51336805555555554</c:v>
                      </c:pt>
                      <c:pt idx="486" formatCode="h:mm:ss">
                        <c:v>0.51354166666666667</c:v>
                      </c:pt>
                      <c:pt idx="487" formatCode="h:mm:ss">
                        <c:v>0.51371527777777781</c:v>
                      </c:pt>
                      <c:pt idx="488" formatCode="h:mm:ss">
                        <c:v>0.51388888888888884</c:v>
                      </c:pt>
                      <c:pt idx="489" formatCode="h:mm:ss">
                        <c:v>0.51406249999999998</c:v>
                      </c:pt>
                      <c:pt idx="490" formatCode="h:mm:ss">
                        <c:v>0.51423611111111112</c:v>
                      </c:pt>
                      <c:pt idx="491" formatCode="h:mm:ss">
                        <c:v>0.51440972222222225</c:v>
                      </c:pt>
                      <c:pt idx="492" formatCode="h:mm:ss">
                        <c:v>0.51458333333333328</c:v>
                      </c:pt>
                      <c:pt idx="493" formatCode="h:mm:ss">
                        <c:v>0.51475694444444442</c:v>
                      </c:pt>
                      <c:pt idx="494" formatCode="h:mm:ss">
                        <c:v>0.51493055555555556</c:v>
                      </c:pt>
                      <c:pt idx="495" formatCode="h:mm:ss">
                        <c:v>0.5151041666666667</c:v>
                      </c:pt>
                      <c:pt idx="496" formatCode="h:mm:ss">
                        <c:v>0.51527777777777772</c:v>
                      </c:pt>
                      <c:pt idx="497" formatCode="h:mm:ss">
                        <c:v>0.51545138888888886</c:v>
                      </c:pt>
                      <c:pt idx="498" formatCode="h:mm:ss">
                        <c:v>0.515625</c:v>
                      </c:pt>
                      <c:pt idx="499" formatCode="h:mm:ss">
                        <c:v>0.51579861111111114</c:v>
                      </c:pt>
                      <c:pt idx="500" formatCode="h:mm:ss">
                        <c:v>0.51597222222222228</c:v>
                      </c:pt>
                      <c:pt idx="501" formatCode="h:mm:ss">
                        <c:v>0.5161458333333333</c:v>
                      </c:pt>
                      <c:pt idx="502" formatCode="h:mm:ss">
                        <c:v>0.51631944444444444</c:v>
                      </c:pt>
                      <c:pt idx="503" formatCode="h:mm:ss">
                        <c:v>0.51649305555555558</c:v>
                      </c:pt>
                      <c:pt idx="504" formatCode="h:mm:ss">
                        <c:v>0.51666666666666672</c:v>
                      </c:pt>
                      <c:pt idx="505" formatCode="h:mm:ss">
                        <c:v>0.51684027777777775</c:v>
                      </c:pt>
                      <c:pt idx="506" formatCode="h:mm:ss">
                        <c:v>0.51701388888888888</c:v>
                      </c:pt>
                      <c:pt idx="507" formatCode="h:mm:ss">
                        <c:v>0.51718750000000002</c:v>
                      </c:pt>
                      <c:pt idx="508" formatCode="h:mm:ss">
                        <c:v>0.51736111111111116</c:v>
                      </c:pt>
                      <c:pt idx="509" formatCode="h:mm:ss">
                        <c:v>0.51753472222222219</c:v>
                      </c:pt>
                      <c:pt idx="510" formatCode="h:mm:ss">
                        <c:v>0.51770833333333333</c:v>
                      </c:pt>
                      <c:pt idx="511" formatCode="h:mm:ss">
                        <c:v>0.51788194444444446</c:v>
                      </c:pt>
                      <c:pt idx="512" formatCode="h:mm:ss">
                        <c:v>0.5180555555555556</c:v>
                      </c:pt>
                      <c:pt idx="513" formatCode="h:mm:ss">
                        <c:v>0.51822916666666663</c:v>
                      </c:pt>
                      <c:pt idx="514" formatCode="h:mm:ss">
                        <c:v>0.51840277777777777</c:v>
                      </c:pt>
                      <c:pt idx="515" formatCode="h:mm:ss">
                        <c:v>0.51857638888888891</c:v>
                      </c:pt>
                      <c:pt idx="516" formatCode="h:mm:ss">
                        <c:v>0.51875000000000004</c:v>
                      </c:pt>
                      <c:pt idx="517" formatCode="h:mm:ss">
                        <c:v>0.51892361111111107</c:v>
                      </c:pt>
                      <c:pt idx="518" formatCode="h:mm:ss">
                        <c:v>0.51909722222222221</c:v>
                      </c:pt>
                      <c:pt idx="519" formatCode="h:mm:ss">
                        <c:v>0.51927083333333335</c:v>
                      </c:pt>
                      <c:pt idx="520" formatCode="h:mm:ss">
                        <c:v>0.51944444444444449</c:v>
                      </c:pt>
                      <c:pt idx="521" formatCode="h:mm:ss">
                        <c:v>0.51961805555555551</c:v>
                      </c:pt>
                      <c:pt idx="522" formatCode="h:mm:ss">
                        <c:v>0.51979166666666665</c:v>
                      </c:pt>
                      <c:pt idx="523" formatCode="h:mm:ss">
                        <c:v>0.51996527777777779</c:v>
                      </c:pt>
                      <c:pt idx="524" formatCode="h:mm:ss">
                        <c:v>0.52013888888888893</c:v>
                      </c:pt>
                      <c:pt idx="525" formatCode="h:mm:ss">
                        <c:v>0.52031249999999996</c:v>
                      </c:pt>
                      <c:pt idx="526" formatCode="h:mm:ss">
                        <c:v>0.52048611111111109</c:v>
                      </c:pt>
                      <c:pt idx="527" formatCode="h:mm:ss">
                        <c:v>0.52065972222222223</c:v>
                      </c:pt>
                      <c:pt idx="528" formatCode="h:mm:ss">
                        <c:v>0.52083333333333337</c:v>
                      </c:pt>
                      <c:pt idx="529" formatCode="h:mm:ss">
                        <c:v>0.5210069444444444</c:v>
                      </c:pt>
                      <c:pt idx="530" formatCode="h:mm:ss">
                        <c:v>0.52118055555555554</c:v>
                      </c:pt>
                      <c:pt idx="531" formatCode="h:mm:ss">
                        <c:v>0.52135416666666667</c:v>
                      </c:pt>
                      <c:pt idx="532" formatCode="h:mm:ss">
                        <c:v>0.52152777777777781</c:v>
                      </c:pt>
                      <c:pt idx="533" formatCode="h:mm:ss">
                        <c:v>0.52170138888888884</c:v>
                      </c:pt>
                      <c:pt idx="534" formatCode="h:mm:ss">
                        <c:v>0.52187499999999998</c:v>
                      </c:pt>
                      <c:pt idx="535" formatCode="h:mm:ss">
                        <c:v>0.52204861111111112</c:v>
                      </c:pt>
                      <c:pt idx="536" formatCode="h:mm:ss">
                        <c:v>0.52222222222222225</c:v>
                      </c:pt>
                      <c:pt idx="537" formatCode="h:mm:ss">
                        <c:v>0.52239583333333328</c:v>
                      </c:pt>
                      <c:pt idx="538" formatCode="h:mm:ss">
                        <c:v>0.52256944444444442</c:v>
                      </c:pt>
                      <c:pt idx="539" formatCode="h:mm:ss">
                        <c:v>0.52274305555555556</c:v>
                      </c:pt>
                      <c:pt idx="540" formatCode="h:mm:ss">
                        <c:v>0.5229166666666667</c:v>
                      </c:pt>
                      <c:pt idx="541" formatCode="h:mm:ss">
                        <c:v>0.52309027777777772</c:v>
                      </c:pt>
                      <c:pt idx="542" formatCode="h:mm:ss">
                        <c:v>0.52326388888888886</c:v>
                      </c:pt>
                      <c:pt idx="543" formatCode="h:mm:ss">
                        <c:v>0.5234375</c:v>
                      </c:pt>
                      <c:pt idx="544" formatCode="h:mm:ss">
                        <c:v>0.52361111111111114</c:v>
                      </c:pt>
                      <c:pt idx="545" formatCode="h:mm:ss">
                        <c:v>0.52378472222222228</c:v>
                      </c:pt>
                      <c:pt idx="546" formatCode="h:mm:ss">
                        <c:v>0.5239583333333333</c:v>
                      </c:pt>
                      <c:pt idx="547" formatCode="h:mm:ss">
                        <c:v>0.52413194444444444</c:v>
                      </c:pt>
                      <c:pt idx="548" formatCode="h:mm:ss">
                        <c:v>0.52430555555555558</c:v>
                      </c:pt>
                      <c:pt idx="549" formatCode="h:mm:ss">
                        <c:v>0.52447916666666672</c:v>
                      </c:pt>
                      <c:pt idx="550" formatCode="h:mm:ss">
                        <c:v>0.52465277777777775</c:v>
                      </c:pt>
                      <c:pt idx="551" formatCode="h:mm:ss">
                        <c:v>0.52482638888888888</c:v>
                      </c:pt>
                      <c:pt idx="552" formatCode="h:mm:ss">
                        <c:v>0.52500000000000002</c:v>
                      </c:pt>
                      <c:pt idx="553" formatCode="h:mm:ss">
                        <c:v>0.52517361111111116</c:v>
                      </c:pt>
                      <c:pt idx="554" formatCode="h:mm:ss">
                        <c:v>0.52534722222222219</c:v>
                      </c:pt>
                      <c:pt idx="555" formatCode="h:mm:ss">
                        <c:v>0.52552083333333333</c:v>
                      </c:pt>
                      <c:pt idx="556" formatCode="h:mm:ss">
                        <c:v>0.52569444444444446</c:v>
                      </c:pt>
                      <c:pt idx="557" formatCode="h:mm:ss">
                        <c:v>0.5258680555555556</c:v>
                      </c:pt>
                      <c:pt idx="558" formatCode="h:mm:ss">
                        <c:v>0.52604166666666663</c:v>
                      </c:pt>
                      <c:pt idx="559" formatCode="h:mm:ss">
                        <c:v>0.52621527777777777</c:v>
                      </c:pt>
                      <c:pt idx="560" formatCode="h:mm:ss">
                        <c:v>0.52638888888888891</c:v>
                      </c:pt>
                      <c:pt idx="561" formatCode="h:mm:ss">
                        <c:v>0.52656250000000004</c:v>
                      </c:pt>
                      <c:pt idx="562" formatCode="h:mm:ss">
                        <c:v>0.52673611111111107</c:v>
                      </c:pt>
                      <c:pt idx="563" formatCode="h:mm:ss">
                        <c:v>0.52690972222222221</c:v>
                      </c:pt>
                      <c:pt idx="564" formatCode="h:mm:ss">
                        <c:v>0.52708333333333335</c:v>
                      </c:pt>
                      <c:pt idx="565" formatCode="h:mm:ss">
                        <c:v>0.52725694444444449</c:v>
                      </c:pt>
                      <c:pt idx="566" formatCode="h:mm:ss">
                        <c:v>0.52743055555555551</c:v>
                      </c:pt>
                      <c:pt idx="567" formatCode="h:mm:ss">
                        <c:v>0.52760416666666665</c:v>
                      </c:pt>
                      <c:pt idx="568" formatCode="h:mm:ss">
                        <c:v>0.52777777777777779</c:v>
                      </c:pt>
                      <c:pt idx="569" formatCode="h:mm:ss">
                        <c:v>0.52795138888888893</c:v>
                      </c:pt>
                      <c:pt idx="570" formatCode="h:mm:ss">
                        <c:v>0.52812499999999996</c:v>
                      </c:pt>
                      <c:pt idx="571" formatCode="h:mm:ss">
                        <c:v>0.52829861111111109</c:v>
                      </c:pt>
                      <c:pt idx="572" formatCode="h:mm:ss">
                        <c:v>0.52847222222222223</c:v>
                      </c:pt>
                      <c:pt idx="573" formatCode="h:mm:ss">
                        <c:v>0.52864583333333337</c:v>
                      </c:pt>
                      <c:pt idx="574" formatCode="h:mm:ss">
                        <c:v>0.5288194444444444</c:v>
                      </c:pt>
                      <c:pt idx="575" formatCode="h:mm:ss">
                        <c:v>0.52899305555555554</c:v>
                      </c:pt>
                      <c:pt idx="576" formatCode="h:mm:ss">
                        <c:v>0.52916666666666667</c:v>
                      </c:pt>
                      <c:pt idx="577" formatCode="h:mm:ss">
                        <c:v>0.52934027777777781</c:v>
                      </c:pt>
                      <c:pt idx="578" formatCode="h:mm:ss">
                        <c:v>0.52951388888888884</c:v>
                      </c:pt>
                      <c:pt idx="579" formatCode="h:mm:ss">
                        <c:v>0.52968749999999998</c:v>
                      </c:pt>
                      <c:pt idx="580" formatCode="h:mm:ss">
                        <c:v>0.52986111111111112</c:v>
                      </c:pt>
                      <c:pt idx="581" formatCode="h:mm:ss">
                        <c:v>0.53003472222222225</c:v>
                      </c:pt>
                      <c:pt idx="582" formatCode="h:mm:ss">
                        <c:v>0.53020833333333328</c:v>
                      </c:pt>
                      <c:pt idx="583" formatCode="h:mm:ss">
                        <c:v>0.53038194444444442</c:v>
                      </c:pt>
                      <c:pt idx="584" formatCode="h:mm:ss">
                        <c:v>0.53055555555555556</c:v>
                      </c:pt>
                      <c:pt idx="585" formatCode="h:mm:ss">
                        <c:v>0.5307291666666667</c:v>
                      </c:pt>
                      <c:pt idx="586" formatCode="h:mm:ss">
                        <c:v>0.53090277777777772</c:v>
                      </c:pt>
                      <c:pt idx="587" formatCode="h:mm:ss">
                        <c:v>0.53107638888888886</c:v>
                      </c:pt>
                      <c:pt idx="588" formatCode="h:mm:ss">
                        <c:v>0.53125</c:v>
                      </c:pt>
                      <c:pt idx="589" formatCode="h:mm:ss">
                        <c:v>0.53142361111111114</c:v>
                      </c:pt>
                      <c:pt idx="590" formatCode="h:mm:ss">
                        <c:v>0.53159722222222228</c:v>
                      </c:pt>
                      <c:pt idx="591" formatCode="h:mm:ss">
                        <c:v>0.5317708333333333</c:v>
                      </c:pt>
                      <c:pt idx="592" formatCode="h:mm:ss">
                        <c:v>0.53194444444444444</c:v>
                      </c:pt>
                      <c:pt idx="593" formatCode="h:mm:ss">
                        <c:v>0.53211805555555558</c:v>
                      </c:pt>
                      <c:pt idx="594" formatCode="h:mm:ss">
                        <c:v>0.53229166666666672</c:v>
                      </c:pt>
                      <c:pt idx="595" formatCode="h:mm:ss">
                        <c:v>0.53246527777777775</c:v>
                      </c:pt>
                      <c:pt idx="596" formatCode="h:mm:ss">
                        <c:v>0.53263888888888888</c:v>
                      </c:pt>
                      <c:pt idx="597" formatCode="h:mm:ss">
                        <c:v>0.53281250000000002</c:v>
                      </c:pt>
                      <c:pt idx="598" formatCode="h:mm:ss">
                        <c:v>0.53298611111111116</c:v>
                      </c:pt>
                      <c:pt idx="599" formatCode="h:mm:ss">
                        <c:v>0.53315972222222219</c:v>
                      </c:pt>
                      <c:pt idx="600" formatCode="h:mm:ss">
                        <c:v>0.53333333333333333</c:v>
                      </c:pt>
                      <c:pt idx="601" formatCode="h:mm:ss">
                        <c:v>0.53350694444444446</c:v>
                      </c:pt>
                      <c:pt idx="602" formatCode="h:mm:ss">
                        <c:v>0.5336805555555556</c:v>
                      </c:pt>
                      <c:pt idx="603" formatCode="h:mm:ss">
                        <c:v>0.53385416666666663</c:v>
                      </c:pt>
                      <c:pt idx="604" formatCode="h:mm:ss">
                        <c:v>0.53402777777777777</c:v>
                      </c:pt>
                      <c:pt idx="605" formatCode="h:mm:ss">
                        <c:v>0.53420138888888891</c:v>
                      </c:pt>
                      <c:pt idx="606" formatCode="h:mm:ss">
                        <c:v>0.53437500000000004</c:v>
                      </c:pt>
                      <c:pt idx="607" formatCode="h:mm:ss">
                        <c:v>0.53454861111111107</c:v>
                      </c:pt>
                      <c:pt idx="608" formatCode="h:mm:ss">
                        <c:v>0.53472222222222221</c:v>
                      </c:pt>
                      <c:pt idx="609" formatCode="h:mm:ss">
                        <c:v>0.53489583333333335</c:v>
                      </c:pt>
                      <c:pt idx="610" formatCode="h:mm:ss">
                        <c:v>0.53506944444444449</c:v>
                      </c:pt>
                      <c:pt idx="611" formatCode="h:mm:ss">
                        <c:v>0.53524305555555551</c:v>
                      </c:pt>
                      <c:pt idx="612" formatCode="h:mm:ss">
                        <c:v>0.53541666666666665</c:v>
                      </c:pt>
                      <c:pt idx="613" formatCode="h:mm:ss">
                        <c:v>0.53559027777777779</c:v>
                      </c:pt>
                      <c:pt idx="614" formatCode="h:mm:ss">
                        <c:v>0.53576388888888893</c:v>
                      </c:pt>
                      <c:pt idx="615" formatCode="h:mm:ss">
                        <c:v>0.53593749999999996</c:v>
                      </c:pt>
                      <c:pt idx="616" formatCode="h:mm:ss">
                        <c:v>0.53611111111111109</c:v>
                      </c:pt>
                      <c:pt idx="617" formatCode="h:mm:ss">
                        <c:v>0.53628472222222223</c:v>
                      </c:pt>
                      <c:pt idx="618" formatCode="h:mm:ss">
                        <c:v>0.53645833333333337</c:v>
                      </c:pt>
                      <c:pt idx="619" formatCode="h:mm:ss">
                        <c:v>0.5366319444444444</c:v>
                      </c:pt>
                      <c:pt idx="620" formatCode="h:mm:ss">
                        <c:v>0.53680555555555554</c:v>
                      </c:pt>
                      <c:pt idx="621" formatCode="h:mm:ss">
                        <c:v>0.53697916666666667</c:v>
                      </c:pt>
                      <c:pt idx="622" formatCode="h:mm:ss">
                        <c:v>0.53715277777777781</c:v>
                      </c:pt>
                      <c:pt idx="623" formatCode="h:mm:ss">
                        <c:v>0.53732638888888884</c:v>
                      </c:pt>
                      <c:pt idx="624" formatCode="h:mm:ss">
                        <c:v>0.53749999999999998</c:v>
                      </c:pt>
                      <c:pt idx="625" formatCode="h:mm:ss">
                        <c:v>0.53767361111111112</c:v>
                      </c:pt>
                      <c:pt idx="626" formatCode="h:mm:ss">
                        <c:v>0.53784722222222225</c:v>
                      </c:pt>
                      <c:pt idx="627" formatCode="h:mm:ss">
                        <c:v>0.53802083333333328</c:v>
                      </c:pt>
                      <c:pt idx="628" formatCode="h:mm:ss">
                        <c:v>0.53819444444444442</c:v>
                      </c:pt>
                      <c:pt idx="629" formatCode="h:mm:ss">
                        <c:v>0.53836805555555556</c:v>
                      </c:pt>
                      <c:pt idx="630" formatCode="h:mm:ss">
                        <c:v>0.5385416666666667</c:v>
                      </c:pt>
                      <c:pt idx="631" formatCode="h:mm:ss">
                        <c:v>0.53871527777777772</c:v>
                      </c:pt>
                      <c:pt idx="632" formatCode="h:mm:ss">
                        <c:v>0.53888888888888886</c:v>
                      </c:pt>
                      <c:pt idx="633" formatCode="h:mm:ss">
                        <c:v>0.5390625</c:v>
                      </c:pt>
                      <c:pt idx="634" formatCode="h:mm:ss">
                        <c:v>0.53923611111111114</c:v>
                      </c:pt>
                      <c:pt idx="635" formatCode="h:mm:ss">
                        <c:v>0.53940972222222228</c:v>
                      </c:pt>
                      <c:pt idx="636" formatCode="h:mm:ss">
                        <c:v>0.5395833333333333</c:v>
                      </c:pt>
                      <c:pt idx="637" formatCode="h:mm:ss">
                        <c:v>0.53975694444444444</c:v>
                      </c:pt>
                      <c:pt idx="638" formatCode="h:mm:ss">
                        <c:v>0.53993055555555558</c:v>
                      </c:pt>
                      <c:pt idx="639" formatCode="h:mm:ss">
                        <c:v>0.54010416666666672</c:v>
                      </c:pt>
                      <c:pt idx="640" formatCode="h:mm:ss">
                        <c:v>0.54027777777777775</c:v>
                      </c:pt>
                      <c:pt idx="641" formatCode="h:mm:ss">
                        <c:v>0.54045138888888888</c:v>
                      </c:pt>
                      <c:pt idx="642" formatCode="h:mm:ss">
                        <c:v>0.54062500000000002</c:v>
                      </c:pt>
                      <c:pt idx="643" formatCode="h:mm:ss">
                        <c:v>0.54079861111111116</c:v>
                      </c:pt>
                      <c:pt idx="644" formatCode="h:mm:ss">
                        <c:v>0.54097222222222219</c:v>
                      </c:pt>
                      <c:pt idx="645" formatCode="h:mm:ss">
                        <c:v>0.54114583333333333</c:v>
                      </c:pt>
                      <c:pt idx="646" formatCode="h:mm:ss">
                        <c:v>0.54131944444444446</c:v>
                      </c:pt>
                      <c:pt idx="647" formatCode="h:mm:ss">
                        <c:v>0.5414930555555556</c:v>
                      </c:pt>
                      <c:pt idx="648" formatCode="h:mm:ss">
                        <c:v>0.54166666666666663</c:v>
                      </c:pt>
                      <c:pt idx="649" formatCode="h:mm:ss">
                        <c:v>0.54184027777777777</c:v>
                      </c:pt>
                      <c:pt idx="650" formatCode="h:mm:ss">
                        <c:v>0.54201388888888891</c:v>
                      </c:pt>
                      <c:pt idx="651" formatCode="h:mm:ss">
                        <c:v>0.54218750000000004</c:v>
                      </c:pt>
                      <c:pt idx="652" formatCode="h:mm:ss">
                        <c:v>0.54236111111111107</c:v>
                      </c:pt>
                      <c:pt idx="653" formatCode="h:mm:ss">
                        <c:v>0.54253472222222221</c:v>
                      </c:pt>
                      <c:pt idx="654" formatCode="h:mm:ss">
                        <c:v>0.54270833333333335</c:v>
                      </c:pt>
                      <c:pt idx="655" formatCode="h:mm:ss">
                        <c:v>0.54288194444444449</c:v>
                      </c:pt>
                      <c:pt idx="656" formatCode="h:mm:ss">
                        <c:v>0.54305555555555551</c:v>
                      </c:pt>
                      <c:pt idx="657" formatCode="h:mm:ss">
                        <c:v>0.54322916666666665</c:v>
                      </c:pt>
                      <c:pt idx="658" formatCode="h:mm:ss">
                        <c:v>0.54340277777777779</c:v>
                      </c:pt>
                      <c:pt idx="659" formatCode="h:mm:ss">
                        <c:v>0.54357638888888893</c:v>
                      </c:pt>
                      <c:pt idx="660" formatCode="h:mm:ss">
                        <c:v>0.54374999999999996</c:v>
                      </c:pt>
                      <c:pt idx="661" formatCode="h:mm:ss">
                        <c:v>0.54392361111111109</c:v>
                      </c:pt>
                      <c:pt idx="662" formatCode="h:mm:ss">
                        <c:v>0.54409722222222223</c:v>
                      </c:pt>
                      <c:pt idx="663" formatCode="h:mm:ss">
                        <c:v>0.54427083333333337</c:v>
                      </c:pt>
                      <c:pt idx="664" formatCode="h:mm:ss">
                        <c:v>0.5444444444444444</c:v>
                      </c:pt>
                      <c:pt idx="665" formatCode="h:mm:ss">
                        <c:v>0.54461805555555554</c:v>
                      </c:pt>
                      <c:pt idx="666" formatCode="h:mm:ss">
                        <c:v>0.54479166666666667</c:v>
                      </c:pt>
                      <c:pt idx="667" formatCode="h:mm:ss">
                        <c:v>0.54496527777777781</c:v>
                      </c:pt>
                      <c:pt idx="668" formatCode="h:mm:ss">
                        <c:v>0.54513888888888884</c:v>
                      </c:pt>
                      <c:pt idx="669" formatCode="h:mm:ss">
                        <c:v>0.54531249999999998</c:v>
                      </c:pt>
                      <c:pt idx="670" formatCode="h:mm:ss">
                        <c:v>0.54548611111111112</c:v>
                      </c:pt>
                      <c:pt idx="671" formatCode="h:mm:ss">
                        <c:v>0.54565972222222225</c:v>
                      </c:pt>
                      <c:pt idx="672" formatCode="h:mm:ss">
                        <c:v>0.54583333333333328</c:v>
                      </c:pt>
                      <c:pt idx="673" formatCode="h:mm:ss">
                        <c:v>0.54600694444444442</c:v>
                      </c:pt>
                      <c:pt idx="674" formatCode="h:mm:ss">
                        <c:v>0.54618055555555556</c:v>
                      </c:pt>
                      <c:pt idx="675" formatCode="h:mm:ss">
                        <c:v>0.5463541666666667</c:v>
                      </c:pt>
                      <c:pt idx="676" formatCode="h:mm:ss">
                        <c:v>0.54652777777777772</c:v>
                      </c:pt>
                      <c:pt idx="677" formatCode="h:mm:ss">
                        <c:v>0.54670138888888886</c:v>
                      </c:pt>
                      <c:pt idx="678" formatCode="h:mm:ss">
                        <c:v>0.546875</c:v>
                      </c:pt>
                      <c:pt idx="679" formatCode="h:mm:ss">
                        <c:v>0.54704861111111114</c:v>
                      </c:pt>
                      <c:pt idx="680" formatCode="h:mm:ss">
                        <c:v>0.54722222222222228</c:v>
                      </c:pt>
                      <c:pt idx="681" formatCode="h:mm:ss">
                        <c:v>0.5473958333333333</c:v>
                      </c:pt>
                      <c:pt idx="682" formatCode="h:mm:ss">
                        <c:v>0.54756944444444444</c:v>
                      </c:pt>
                      <c:pt idx="683" formatCode="h:mm:ss">
                        <c:v>0.54774305555555558</c:v>
                      </c:pt>
                      <c:pt idx="684" formatCode="h:mm:ss">
                        <c:v>0.54791666666666672</c:v>
                      </c:pt>
                      <c:pt idx="685" formatCode="h:mm:ss">
                        <c:v>0.54809027777777775</c:v>
                      </c:pt>
                      <c:pt idx="686" formatCode="h:mm:ss">
                        <c:v>0.54826388888888888</c:v>
                      </c:pt>
                      <c:pt idx="687" formatCode="h:mm:ss">
                        <c:v>0.54843750000000002</c:v>
                      </c:pt>
                      <c:pt idx="688" formatCode="h:mm:ss">
                        <c:v>0.54861111111111116</c:v>
                      </c:pt>
                      <c:pt idx="689" formatCode="h:mm:ss">
                        <c:v>0.54878472222222219</c:v>
                      </c:pt>
                      <c:pt idx="690" formatCode="h:mm:ss">
                        <c:v>0.54895833333333333</c:v>
                      </c:pt>
                      <c:pt idx="691" formatCode="h:mm:ss">
                        <c:v>0.54913194444444446</c:v>
                      </c:pt>
                      <c:pt idx="692" formatCode="h:mm:ss">
                        <c:v>0.5493055555555556</c:v>
                      </c:pt>
                      <c:pt idx="693" formatCode="h:mm:ss">
                        <c:v>0.54947916666666663</c:v>
                      </c:pt>
                      <c:pt idx="694" formatCode="h:mm:ss">
                        <c:v>0.54965277777777777</c:v>
                      </c:pt>
                      <c:pt idx="695" formatCode="h:mm:ss">
                        <c:v>0.54982638888888891</c:v>
                      </c:pt>
                      <c:pt idx="696" formatCode="h:mm:ss">
                        <c:v>0.55000000000000004</c:v>
                      </c:pt>
                      <c:pt idx="697" formatCode="h:mm:ss">
                        <c:v>0.55017361111111107</c:v>
                      </c:pt>
                      <c:pt idx="698" formatCode="h:mm:ss">
                        <c:v>0.55034722222222221</c:v>
                      </c:pt>
                      <c:pt idx="699" formatCode="h:mm:ss">
                        <c:v>0.55052083333333335</c:v>
                      </c:pt>
                      <c:pt idx="700" formatCode="h:mm:ss">
                        <c:v>0.55069444444444449</c:v>
                      </c:pt>
                      <c:pt idx="701" formatCode="h:mm:ss">
                        <c:v>0.55086805555555551</c:v>
                      </c:pt>
                      <c:pt idx="702" formatCode="h:mm:ss">
                        <c:v>0.55104166666666665</c:v>
                      </c:pt>
                      <c:pt idx="703" formatCode="h:mm:ss">
                        <c:v>0.55121527777777779</c:v>
                      </c:pt>
                      <c:pt idx="704" formatCode="h:mm:ss">
                        <c:v>0.55138888888888893</c:v>
                      </c:pt>
                      <c:pt idx="705" formatCode="h:mm:ss">
                        <c:v>0.55156249999999996</c:v>
                      </c:pt>
                      <c:pt idx="706" formatCode="h:mm:ss">
                        <c:v>0.55173611111111109</c:v>
                      </c:pt>
                      <c:pt idx="707" formatCode="h:mm:ss">
                        <c:v>0.55190972222222223</c:v>
                      </c:pt>
                      <c:pt idx="708" formatCode="h:mm:ss">
                        <c:v>0.55208333333333337</c:v>
                      </c:pt>
                      <c:pt idx="709" formatCode="h:mm:ss">
                        <c:v>0.5522569444444444</c:v>
                      </c:pt>
                      <c:pt idx="710" formatCode="h:mm:ss">
                        <c:v>0.55243055555555554</c:v>
                      </c:pt>
                      <c:pt idx="711" formatCode="h:mm:ss">
                        <c:v>0.55260416666666667</c:v>
                      </c:pt>
                      <c:pt idx="712" formatCode="h:mm:ss">
                        <c:v>0.55277777777777781</c:v>
                      </c:pt>
                      <c:pt idx="713" formatCode="h:mm:ss">
                        <c:v>0.55295138888888884</c:v>
                      </c:pt>
                      <c:pt idx="714" formatCode="h:mm:ss">
                        <c:v>0.55312499999999998</c:v>
                      </c:pt>
                      <c:pt idx="715" formatCode="h:mm:ss">
                        <c:v>0.55329861111111112</c:v>
                      </c:pt>
                      <c:pt idx="716" formatCode="h:mm:ss">
                        <c:v>0.55347222222222225</c:v>
                      </c:pt>
                      <c:pt idx="717" formatCode="h:mm:ss">
                        <c:v>0.55364583333333328</c:v>
                      </c:pt>
                      <c:pt idx="718" formatCode="h:mm:ss">
                        <c:v>0.55381944444444442</c:v>
                      </c:pt>
                      <c:pt idx="719" formatCode="h:mm:ss">
                        <c:v>0.55399305555555556</c:v>
                      </c:pt>
                      <c:pt idx="720" formatCode="h:mm:ss">
                        <c:v>0.5541666666666667</c:v>
                      </c:pt>
                      <c:pt idx="721" formatCode="h:mm:ss">
                        <c:v>0.55434027777777772</c:v>
                      </c:pt>
                      <c:pt idx="722" formatCode="h:mm:ss">
                        <c:v>0.55451388888888886</c:v>
                      </c:pt>
                      <c:pt idx="723" formatCode="h:mm:ss">
                        <c:v>0.5546875</c:v>
                      </c:pt>
                      <c:pt idx="724" formatCode="h:mm:ss">
                        <c:v>0.55486111111111114</c:v>
                      </c:pt>
                      <c:pt idx="725" formatCode="h:mm:ss">
                        <c:v>0.55503472222222228</c:v>
                      </c:pt>
                      <c:pt idx="726" formatCode="h:mm:ss">
                        <c:v>0.5552083333333333</c:v>
                      </c:pt>
                      <c:pt idx="727" formatCode="h:mm:ss">
                        <c:v>0.55538194444444444</c:v>
                      </c:pt>
                      <c:pt idx="728" formatCode="h:mm:ss">
                        <c:v>0.55555555555555558</c:v>
                      </c:pt>
                      <c:pt idx="729" formatCode="h:mm:ss">
                        <c:v>0.55572916666666672</c:v>
                      </c:pt>
                      <c:pt idx="730" formatCode="h:mm:ss">
                        <c:v>0.55590277777777775</c:v>
                      </c:pt>
                      <c:pt idx="731" formatCode="h:mm:ss">
                        <c:v>0.55607638888888888</c:v>
                      </c:pt>
                      <c:pt idx="732" formatCode="h:mm:ss">
                        <c:v>0.55625000000000002</c:v>
                      </c:pt>
                      <c:pt idx="733" formatCode="h:mm:ss">
                        <c:v>0.55642361111111116</c:v>
                      </c:pt>
                      <c:pt idx="734" formatCode="h:mm:ss">
                        <c:v>0.55659722222222219</c:v>
                      </c:pt>
                      <c:pt idx="735" formatCode="h:mm:ss">
                        <c:v>0.55677083333333333</c:v>
                      </c:pt>
                      <c:pt idx="736" formatCode="h:mm:ss">
                        <c:v>0.55694444444444446</c:v>
                      </c:pt>
                      <c:pt idx="737" formatCode="h:mm:ss">
                        <c:v>0.5571180555555556</c:v>
                      </c:pt>
                      <c:pt idx="738" formatCode="h:mm:ss">
                        <c:v>0.55729166666666663</c:v>
                      </c:pt>
                      <c:pt idx="739" formatCode="h:mm:ss">
                        <c:v>0.55746527777777777</c:v>
                      </c:pt>
                      <c:pt idx="740" formatCode="h:mm:ss">
                        <c:v>0.55763888888888891</c:v>
                      </c:pt>
                      <c:pt idx="741" formatCode="h:mm:ss">
                        <c:v>0.55781250000000004</c:v>
                      </c:pt>
                      <c:pt idx="742" formatCode="h:mm:ss">
                        <c:v>0.55798611111111107</c:v>
                      </c:pt>
                      <c:pt idx="743" formatCode="h:mm:ss">
                        <c:v>0.55815972222222221</c:v>
                      </c:pt>
                      <c:pt idx="744" formatCode="h:mm:ss">
                        <c:v>0.55833333333333335</c:v>
                      </c:pt>
                      <c:pt idx="745" formatCode="h:mm:ss">
                        <c:v>0.55850694444444449</c:v>
                      </c:pt>
                      <c:pt idx="746" formatCode="h:mm:ss">
                        <c:v>0.55868055555555551</c:v>
                      </c:pt>
                      <c:pt idx="747" formatCode="h:mm:ss">
                        <c:v>0.55885416666666665</c:v>
                      </c:pt>
                      <c:pt idx="748" formatCode="h:mm:ss">
                        <c:v>0.55902777777777779</c:v>
                      </c:pt>
                      <c:pt idx="749" formatCode="h:mm:ss">
                        <c:v>0.55920138888888893</c:v>
                      </c:pt>
                      <c:pt idx="750" formatCode="h:mm:ss">
                        <c:v>0.55937499999999996</c:v>
                      </c:pt>
                      <c:pt idx="751" formatCode="h:mm:ss">
                        <c:v>0.55954861111111109</c:v>
                      </c:pt>
                      <c:pt idx="752" formatCode="h:mm:ss">
                        <c:v>0.55972222222222223</c:v>
                      </c:pt>
                      <c:pt idx="753" formatCode="h:mm:ss">
                        <c:v>0.55989583333333337</c:v>
                      </c:pt>
                      <c:pt idx="754" formatCode="h:mm:ss">
                        <c:v>0.5600694444444444</c:v>
                      </c:pt>
                      <c:pt idx="755" formatCode="h:mm:ss">
                        <c:v>0.56024305555555554</c:v>
                      </c:pt>
                      <c:pt idx="756" formatCode="h:mm:ss">
                        <c:v>0.56041666666666667</c:v>
                      </c:pt>
                      <c:pt idx="757" formatCode="h:mm:ss">
                        <c:v>0.56059027777777781</c:v>
                      </c:pt>
                      <c:pt idx="758" formatCode="h:mm:ss">
                        <c:v>0.56076388888888884</c:v>
                      </c:pt>
                      <c:pt idx="759" formatCode="h:mm:ss">
                        <c:v>0.56093749999999998</c:v>
                      </c:pt>
                      <c:pt idx="760" formatCode="h:mm:ss">
                        <c:v>0.56111111111111112</c:v>
                      </c:pt>
                      <c:pt idx="761" formatCode="h:mm:ss">
                        <c:v>0.56128472222222225</c:v>
                      </c:pt>
                      <c:pt idx="762" formatCode="h:mm:ss">
                        <c:v>0.56145833333333328</c:v>
                      </c:pt>
                      <c:pt idx="763" formatCode="h:mm:ss">
                        <c:v>0.56163194444444442</c:v>
                      </c:pt>
                      <c:pt idx="764" formatCode="h:mm:ss">
                        <c:v>0.56180555555555556</c:v>
                      </c:pt>
                      <c:pt idx="765" formatCode="h:mm:ss">
                        <c:v>0.5619791666666667</c:v>
                      </c:pt>
                      <c:pt idx="766" formatCode="h:mm:ss">
                        <c:v>0.56215277777777772</c:v>
                      </c:pt>
                      <c:pt idx="767" formatCode="h:mm:ss">
                        <c:v>0.56232638888888886</c:v>
                      </c:pt>
                      <c:pt idx="768" formatCode="h:mm:ss">
                        <c:v>0.5625</c:v>
                      </c:pt>
                      <c:pt idx="769" formatCode="h:mm:ss">
                        <c:v>0.56267361111111114</c:v>
                      </c:pt>
                      <c:pt idx="770" formatCode="h:mm:ss">
                        <c:v>0.56284722222222228</c:v>
                      </c:pt>
                      <c:pt idx="771" formatCode="h:mm:ss">
                        <c:v>0.5630208333333333</c:v>
                      </c:pt>
                      <c:pt idx="772" formatCode="h:mm:ss">
                        <c:v>0.56319444444444444</c:v>
                      </c:pt>
                      <c:pt idx="773" formatCode="h:mm:ss">
                        <c:v>0.56336805555555558</c:v>
                      </c:pt>
                      <c:pt idx="774" formatCode="h:mm:ss">
                        <c:v>0.56354166666666672</c:v>
                      </c:pt>
                      <c:pt idx="775" formatCode="h:mm:ss">
                        <c:v>0.56371527777777775</c:v>
                      </c:pt>
                      <c:pt idx="776" formatCode="h:mm:ss">
                        <c:v>0.56388888888888888</c:v>
                      </c:pt>
                      <c:pt idx="777" formatCode="h:mm:ss">
                        <c:v>0.56406250000000002</c:v>
                      </c:pt>
                      <c:pt idx="778" formatCode="h:mm:ss">
                        <c:v>0.56423611111111116</c:v>
                      </c:pt>
                      <c:pt idx="779" formatCode="h:mm:ss">
                        <c:v>0.56440972222222219</c:v>
                      </c:pt>
                      <c:pt idx="780" formatCode="h:mm:ss">
                        <c:v>0.56458333333333333</c:v>
                      </c:pt>
                      <c:pt idx="781" formatCode="h:mm:ss">
                        <c:v>0.56475694444444446</c:v>
                      </c:pt>
                      <c:pt idx="782" formatCode="h:mm:ss">
                        <c:v>0.5649305555555556</c:v>
                      </c:pt>
                      <c:pt idx="783" formatCode="h:mm:ss">
                        <c:v>0.56510416666666663</c:v>
                      </c:pt>
                      <c:pt idx="784" formatCode="h:mm:ss">
                        <c:v>0.56527777777777777</c:v>
                      </c:pt>
                      <c:pt idx="785" formatCode="h:mm:ss">
                        <c:v>0.56545138888888891</c:v>
                      </c:pt>
                      <c:pt idx="786" formatCode="h:mm:ss">
                        <c:v>0.56562500000000004</c:v>
                      </c:pt>
                      <c:pt idx="787" formatCode="h:mm:ss">
                        <c:v>0.56579861111111107</c:v>
                      </c:pt>
                      <c:pt idx="788" formatCode="h:mm:ss">
                        <c:v>0.56597222222222221</c:v>
                      </c:pt>
                      <c:pt idx="789" formatCode="h:mm:ss">
                        <c:v>0.56614583333333335</c:v>
                      </c:pt>
                      <c:pt idx="790" formatCode="h:mm:ss">
                        <c:v>0.56631944444444449</c:v>
                      </c:pt>
                      <c:pt idx="791" formatCode="h:mm:ss">
                        <c:v>0.56649305555555551</c:v>
                      </c:pt>
                      <c:pt idx="792" formatCode="h:mm:ss">
                        <c:v>0.56666666666666665</c:v>
                      </c:pt>
                      <c:pt idx="793" formatCode="h:mm:ss">
                        <c:v>0.56684027777777779</c:v>
                      </c:pt>
                      <c:pt idx="794" formatCode="h:mm:ss">
                        <c:v>0.56701388888888893</c:v>
                      </c:pt>
                      <c:pt idx="795" formatCode="h:mm:ss">
                        <c:v>0.56718749999999996</c:v>
                      </c:pt>
                      <c:pt idx="796" formatCode="h:mm:ss">
                        <c:v>0.56736111111111109</c:v>
                      </c:pt>
                      <c:pt idx="797" formatCode="h:mm:ss">
                        <c:v>0.56753472222222223</c:v>
                      </c:pt>
                      <c:pt idx="798" formatCode="h:mm:ss">
                        <c:v>0.56770833333333337</c:v>
                      </c:pt>
                      <c:pt idx="799" formatCode="h:mm:ss">
                        <c:v>0.5678819444444444</c:v>
                      </c:pt>
                      <c:pt idx="800" formatCode="h:mm:ss">
                        <c:v>0.56805555555555554</c:v>
                      </c:pt>
                      <c:pt idx="801" formatCode="h:mm:ss">
                        <c:v>0.56822916666666667</c:v>
                      </c:pt>
                      <c:pt idx="802" formatCode="h:mm:ss">
                        <c:v>0.56840277777777781</c:v>
                      </c:pt>
                      <c:pt idx="803" formatCode="h:mm:ss">
                        <c:v>0.56857638888888884</c:v>
                      </c:pt>
                      <c:pt idx="804" formatCode="h:mm:ss">
                        <c:v>0.56874999999999998</c:v>
                      </c:pt>
                      <c:pt idx="805" formatCode="h:mm:ss">
                        <c:v>0.56892361111111112</c:v>
                      </c:pt>
                      <c:pt idx="806" formatCode="h:mm:ss">
                        <c:v>0.56909722222222225</c:v>
                      </c:pt>
                      <c:pt idx="807" formatCode="h:mm:ss">
                        <c:v>0.56927083333333328</c:v>
                      </c:pt>
                      <c:pt idx="808" formatCode="h:mm:ss">
                        <c:v>0.56944444444444442</c:v>
                      </c:pt>
                      <c:pt idx="809" formatCode="h:mm:ss">
                        <c:v>0.56961805555555556</c:v>
                      </c:pt>
                      <c:pt idx="810" formatCode="h:mm:ss">
                        <c:v>0.5697916666666667</c:v>
                      </c:pt>
                      <c:pt idx="811" formatCode="h:mm:ss">
                        <c:v>0.56996527777777772</c:v>
                      </c:pt>
                      <c:pt idx="812" formatCode="h:mm:ss">
                        <c:v>0.57013888888888886</c:v>
                      </c:pt>
                      <c:pt idx="813" formatCode="h:mm:ss">
                        <c:v>0.5703125</c:v>
                      </c:pt>
                      <c:pt idx="814" formatCode="h:mm:ss">
                        <c:v>0.57048611111111114</c:v>
                      </c:pt>
                      <c:pt idx="815" formatCode="h:mm:ss">
                        <c:v>0.57065972222222228</c:v>
                      </c:pt>
                      <c:pt idx="816" formatCode="h:mm:ss">
                        <c:v>0.5708333333333333</c:v>
                      </c:pt>
                      <c:pt idx="817" formatCode="h:mm:ss">
                        <c:v>0.57100694444444444</c:v>
                      </c:pt>
                      <c:pt idx="818" formatCode="h:mm:ss">
                        <c:v>0.57118055555555558</c:v>
                      </c:pt>
                      <c:pt idx="819" formatCode="h:mm:ss">
                        <c:v>0.57135416666666672</c:v>
                      </c:pt>
                      <c:pt idx="820" formatCode="h:mm:ss">
                        <c:v>0.57152777777777775</c:v>
                      </c:pt>
                      <c:pt idx="821" formatCode="h:mm:ss">
                        <c:v>0.57170138888888888</c:v>
                      </c:pt>
                      <c:pt idx="822" formatCode="h:mm:ss">
                        <c:v>0.57187500000000002</c:v>
                      </c:pt>
                      <c:pt idx="823" formatCode="h:mm:ss">
                        <c:v>0.57204861111111116</c:v>
                      </c:pt>
                      <c:pt idx="824" formatCode="h:mm:ss">
                        <c:v>0.57222222222222219</c:v>
                      </c:pt>
                      <c:pt idx="825" formatCode="h:mm:ss">
                        <c:v>0.57239583333333333</c:v>
                      </c:pt>
                      <c:pt idx="826" formatCode="h:mm:ss">
                        <c:v>0.57256944444444446</c:v>
                      </c:pt>
                      <c:pt idx="827" formatCode="h:mm:ss">
                        <c:v>0.5727430555555556</c:v>
                      </c:pt>
                      <c:pt idx="828" formatCode="h:mm:ss">
                        <c:v>0.57291666666666663</c:v>
                      </c:pt>
                      <c:pt idx="829" formatCode="h:mm:ss">
                        <c:v>0.57309027777777777</c:v>
                      </c:pt>
                      <c:pt idx="830" formatCode="h:mm:ss">
                        <c:v>0.57326388888888891</c:v>
                      </c:pt>
                      <c:pt idx="831" formatCode="h:mm:ss">
                        <c:v>0.57343750000000004</c:v>
                      </c:pt>
                      <c:pt idx="832" formatCode="h:mm:ss">
                        <c:v>0.57361111111111107</c:v>
                      </c:pt>
                      <c:pt idx="833" formatCode="h:mm:ss">
                        <c:v>0.57378472222222221</c:v>
                      </c:pt>
                      <c:pt idx="834" formatCode="h:mm:ss">
                        <c:v>0.57395833333333335</c:v>
                      </c:pt>
                      <c:pt idx="835" formatCode="h:mm:ss">
                        <c:v>0.57413194444444449</c:v>
                      </c:pt>
                      <c:pt idx="836" formatCode="h:mm:ss">
                        <c:v>0.57430555555555551</c:v>
                      </c:pt>
                      <c:pt idx="837" formatCode="h:mm:ss">
                        <c:v>0.57447916666666665</c:v>
                      </c:pt>
                      <c:pt idx="838" formatCode="h:mm:ss">
                        <c:v>0.57465277777777779</c:v>
                      </c:pt>
                      <c:pt idx="839" formatCode="h:mm:ss">
                        <c:v>0.57482638888888893</c:v>
                      </c:pt>
                      <c:pt idx="840" formatCode="h:mm:ss">
                        <c:v>0.57499999999999996</c:v>
                      </c:pt>
                      <c:pt idx="841" formatCode="h:mm:ss">
                        <c:v>0.57517361111111109</c:v>
                      </c:pt>
                      <c:pt idx="842" formatCode="h:mm:ss">
                        <c:v>0.57534722222222223</c:v>
                      </c:pt>
                      <c:pt idx="843" formatCode="h:mm:ss">
                        <c:v>0.57552083333333337</c:v>
                      </c:pt>
                      <c:pt idx="844" formatCode="h:mm:ss">
                        <c:v>0.5756944444444444</c:v>
                      </c:pt>
                      <c:pt idx="845" formatCode="h:mm:ss">
                        <c:v>0.57586805555555554</c:v>
                      </c:pt>
                      <c:pt idx="846" formatCode="h:mm:ss">
                        <c:v>0.57604166666666667</c:v>
                      </c:pt>
                      <c:pt idx="847" formatCode="h:mm:ss">
                        <c:v>0.57621527777777781</c:v>
                      </c:pt>
                      <c:pt idx="848" formatCode="h:mm:ss">
                        <c:v>0.57638888888888884</c:v>
                      </c:pt>
                      <c:pt idx="849" formatCode="h:mm:ss">
                        <c:v>0.57656249999999998</c:v>
                      </c:pt>
                      <c:pt idx="850" formatCode="h:mm:ss">
                        <c:v>0.57673611111111112</c:v>
                      </c:pt>
                      <c:pt idx="851" formatCode="h:mm:ss">
                        <c:v>0.57690972222222225</c:v>
                      </c:pt>
                      <c:pt idx="852" formatCode="h:mm:ss">
                        <c:v>0.57708333333333328</c:v>
                      </c:pt>
                      <c:pt idx="853" formatCode="h:mm:ss">
                        <c:v>0.57725694444444442</c:v>
                      </c:pt>
                      <c:pt idx="854" formatCode="h:mm:ss">
                        <c:v>0.57743055555555556</c:v>
                      </c:pt>
                      <c:pt idx="855" formatCode="h:mm:ss">
                        <c:v>0.5776041666666667</c:v>
                      </c:pt>
                      <c:pt idx="856" formatCode="h:mm:ss">
                        <c:v>0.57777777777777772</c:v>
                      </c:pt>
                      <c:pt idx="857" formatCode="h:mm:ss">
                        <c:v>0.57795138888888886</c:v>
                      </c:pt>
                      <c:pt idx="858" formatCode="h:mm:ss">
                        <c:v>0.578125</c:v>
                      </c:pt>
                      <c:pt idx="859" formatCode="h:mm:ss">
                        <c:v>0.57829861111111114</c:v>
                      </c:pt>
                      <c:pt idx="860" formatCode="h:mm:ss">
                        <c:v>0.57847222222222228</c:v>
                      </c:pt>
                      <c:pt idx="861" formatCode="h:mm:ss">
                        <c:v>0.5786458333333333</c:v>
                      </c:pt>
                      <c:pt idx="862" formatCode="h:mm:ss">
                        <c:v>0.57881944444444444</c:v>
                      </c:pt>
                      <c:pt idx="863" formatCode="h:mm:ss">
                        <c:v>0.57899305555555558</c:v>
                      </c:pt>
                      <c:pt idx="864" formatCode="h:mm:ss">
                        <c:v>0.57916666666666672</c:v>
                      </c:pt>
                      <c:pt idx="865" formatCode="h:mm:ss">
                        <c:v>0.57934027777777775</c:v>
                      </c:pt>
                      <c:pt idx="866" formatCode="h:mm:ss">
                        <c:v>0.57951388888888888</c:v>
                      </c:pt>
                      <c:pt idx="867" formatCode="h:mm:ss">
                        <c:v>0.57968750000000002</c:v>
                      </c:pt>
                      <c:pt idx="868" formatCode="h:mm:ss">
                        <c:v>0.57986111111111116</c:v>
                      </c:pt>
                      <c:pt idx="869" formatCode="h:mm:ss">
                        <c:v>0.58003472222222219</c:v>
                      </c:pt>
                      <c:pt idx="870" formatCode="h:mm:ss">
                        <c:v>0.58020833333333333</c:v>
                      </c:pt>
                      <c:pt idx="871" formatCode="h:mm:ss">
                        <c:v>0.58038194444444446</c:v>
                      </c:pt>
                      <c:pt idx="872" formatCode="h:mm:ss">
                        <c:v>0.5805555555555556</c:v>
                      </c:pt>
                      <c:pt idx="873" formatCode="h:mm:ss">
                        <c:v>0.58072916666666663</c:v>
                      </c:pt>
                      <c:pt idx="874" formatCode="h:mm:ss">
                        <c:v>0.58090277777777777</c:v>
                      </c:pt>
                      <c:pt idx="875" formatCode="h:mm:ss">
                        <c:v>0.58107638888888891</c:v>
                      </c:pt>
                      <c:pt idx="876" formatCode="h:mm:ss">
                        <c:v>0.58125000000000004</c:v>
                      </c:pt>
                      <c:pt idx="877" formatCode="h:mm:ss">
                        <c:v>0.58142361111111107</c:v>
                      </c:pt>
                      <c:pt idx="878" formatCode="h:mm:ss">
                        <c:v>0.58159722222222221</c:v>
                      </c:pt>
                      <c:pt idx="879" formatCode="h:mm:ss">
                        <c:v>0.58177083333333335</c:v>
                      </c:pt>
                      <c:pt idx="880" formatCode="h:mm:ss">
                        <c:v>0.58194444444444449</c:v>
                      </c:pt>
                      <c:pt idx="881" formatCode="h:mm:ss">
                        <c:v>0.58211805555555551</c:v>
                      </c:pt>
                      <c:pt idx="882" formatCode="h:mm:ss">
                        <c:v>0.58229166666666665</c:v>
                      </c:pt>
                      <c:pt idx="883" formatCode="h:mm:ss">
                        <c:v>0.58246527777777779</c:v>
                      </c:pt>
                      <c:pt idx="884" formatCode="h:mm:ss">
                        <c:v>0.58263888888888893</c:v>
                      </c:pt>
                      <c:pt idx="885" formatCode="h:mm:ss">
                        <c:v>0.58281249999999996</c:v>
                      </c:pt>
                      <c:pt idx="886" formatCode="h:mm:ss">
                        <c:v>0.58298611111111109</c:v>
                      </c:pt>
                      <c:pt idx="887" formatCode="h:mm:ss">
                        <c:v>0.58315972222222223</c:v>
                      </c:pt>
                      <c:pt idx="888" formatCode="h:mm:ss">
                        <c:v>0.58333333333333337</c:v>
                      </c:pt>
                      <c:pt idx="889" formatCode="h:mm:ss">
                        <c:v>0.5835069444444444</c:v>
                      </c:pt>
                      <c:pt idx="890" formatCode="h:mm:ss">
                        <c:v>0.58368055555555554</c:v>
                      </c:pt>
                      <c:pt idx="891" formatCode="h:mm:ss">
                        <c:v>0.58385416666666667</c:v>
                      </c:pt>
                      <c:pt idx="892" formatCode="h:mm:ss">
                        <c:v>0.58402777777777781</c:v>
                      </c:pt>
                      <c:pt idx="893" formatCode="h:mm:ss">
                        <c:v>0.58420138888888884</c:v>
                      </c:pt>
                      <c:pt idx="894" formatCode="h:mm:ss">
                        <c:v>0.58437499999999998</c:v>
                      </c:pt>
                      <c:pt idx="895" formatCode="h:mm:ss">
                        <c:v>0.58454861111111112</c:v>
                      </c:pt>
                      <c:pt idx="896" formatCode="h:mm:ss">
                        <c:v>0.58472222222222225</c:v>
                      </c:pt>
                      <c:pt idx="897" formatCode="h:mm:ss">
                        <c:v>0.58489583333333328</c:v>
                      </c:pt>
                      <c:pt idx="898" formatCode="h:mm:ss">
                        <c:v>0.58506944444444442</c:v>
                      </c:pt>
                      <c:pt idx="899" formatCode="h:mm:ss">
                        <c:v>0.58524305555555556</c:v>
                      </c:pt>
                      <c:pt idx="900" formatCode="h:mm:ss">
                        <c:v>0.5854166666666667</c:v>
                      </c:pt>
                      <c:pt idx="901" formatCode="h:mm:ss">
                        <c:v>0.58559027777777772</c:v>
                      </c:pt>
                      <c:pt idx="902" formatCode="h:mm:ss">
                        <c:v>0.58576388888888886</c:v>
                      </c:pt>
                      <c:pt idx="903" formatCode="h:mm:ss">
                        <c:v>0.5859375</c:v>
                      </c:pt>
                      <c:pt idx="904" formatCode="h:mm:ss">
                        <c:v>0.58611111111111114</c:v>
                      </c:pt>
                      <c:pt idx="905" formatCode="h:mm:ss">
                        <c:v>0.58628472222222228</c:v>
                      </c:pt>
                      <c:pt idx="906" formatCode="h:mm:ss">
                        <c:v>0.5864583333333333</c:v>
                      </c:pt>
                      <c:pt idx="907" formatCode="h:mm:ss">
                        <c:v>0.58663194444444444</c:v>
                      </c:pt>
                      <c:pt idx="908" formatCode="h:mm:ss">
                        <c:v>0.58680555555555558</c:v>
                      </c:pt>
                      <c:pt idx="909" formatCode="h:mm:ss">
                        <c:v>0.58697916666666672</c:v>
                      </c:pt>
                      <c:pt idx="910" formatCode="h:mm:ss">
                        <c:v>0.58715277777777775</c:v>
                      </c:pt>
                      <c:pt idx="911" formatCode="h:mm:ss">
                        <c:v>0.58732638888888888</c:v>
                      </c:pt>
                      <c:pt idx="912" formatCode="h:mm:ss">
                        <c:v>0.58750000000000002</c:v>
                      </c:pt>
                      <c:pt idx="913" formatCode="h:mm:ss">
                        <c:v>0.58767361111111116</c:v>
                      </c:pt>
                      <c:pt idx="914" formatCode="h:mm:ss">
                        <c:v>0.58784722222222219</c:v>
                      </c:pt>
                      <c:pt idx="915" formatCode="h:mm:ss">
                        <c:v>0.58802083333333333</c:v>
                      </c:pt>
                      <c:pt idx="916" formatCode="h:mm:ss">
                        <c:v>0.58819444444444446</c:v>
                      </c:pt>
                      <c:pt idx="917" formatCode="h:mm:ss">
                        <c:v>0.5883680555555556</c:v>
                      </c:pt>
                      <c:pt idx="918" formatCode="h:mm:ss">
                        <c:v>0.58854166666666663</c:v>
                      </c:pt>
                      <c:pt idx="919" formatCode="h:mm:ss">
                        <c:v>0.58871527777777777</c:v>
                      </c:pt>
                      <c:pt idx="920" formatCode="h:mm:ss">
                        <c:v>0.58888888888888891</c:v>
                      </c:pt>
                      <c:pt idx="921" formatCode="h:mm:ss">
                        <c:v>0.58906250000000004</c:v>
                      </c:pt>
                      <c:pt idx="922" formatCode="h:mm:ss">
                        <c:v>0.58923611111111107</c:v>
                      </c:pt>
                      <c:pt idx="923" formatCode="h:mm:ss">
                        <c:v>0.58940972222222221</c:v>
                      </c:pt>
                      <c:pt idx="924" formatCode="h:mm:ss">
                        <c:v>0.58958333333333335</c:v>
                      </c:pt>
                      <c:pt idx="925" formatCode="h:mm:ss">
                        <c:v>0.58975694444444449</c:v>
                      </c:pt>
                      <c:pt idx="926" formatCode="h:mm:ss">
                        <c:v>0.58993055555555551</c:v>
                      </c:pt>
                      <c:pt idx="927" formatCode="h:mm:ss">
                        <c:v>0.59010416666666665</c:v>
                      </c:pt>
                      <c:pt idx="928" formatCode="h:mm:ss">
                        <c:v>0.59027777777777779</c:v>
                      </c:pt>
                      <c:pt idx="929" formatCode="h:mm:ss">
                        <c:v>0.59045138888888893</c:v>
                      </c:pt>
                      <c:pt idx="930" formatCode="h:mm:ss">
                        <c:v>0.59062499999999996</c:v>
                      </c:pt>
                      <c:pt idx="931" formatCode="h:mm:ss">
                        <c:v>0.59079861111111109</c:v>
                      </c:pt>
                      <c:pt idx="932" formatCode="h:mm:ss">
                        <c:v>0.59097222222222223</c:v>
                      </c:pt>
                      <c:pt idx="933" formatCode="h:mm:ss">
                        <c:v>0.59114583333333337</c:v>
                      </c:pt>
                      <c:pt idx="934" formatCode="h:mm:ss">
                        <c:v>0.5913194444444444</c:v>
                      </c:pt>
                      <c:pt idx="935" formatCode="h:mm:ss">
                        <c:v>0.59149305555555554</c:v>
                      </c:pt>
                      <c:pt idx="936" formatCode="h:mm:ss">
                        <c:v>0.59166666666666667</c:v>
                      </c:pt>
                      <c:pt idx="937" formatCode="h:mm:ss">
                        <c:v>0.59184027777777781</c:v>
                      </c:pt>
                      <c:pt idx="938" formatCode="h:mm:ss">
                        <c:v>0.59201388888888884</c:v>
                      </c:pt>
                      <c:pt idx="939" formatCode="h:mm:ss">
                        <c:v>0.59218749999999998</c:v>
                      </c:pt>
                      <c:pt idx="940" formatCode="h:mm:ss">
                        <c:v>0.59236111111111112</c:v>
                      </c:pt>
                      <c:pt idx="941" formatCode="h:mm:ss">
                        <c:v>0.59253472222222225</c:v>
                      </c:pt>
                      <c:pt idx="942" formatCode="h:mm:ss">
                        <c:v>0.59270833333333328</c:v>
                      </c:pt>
                      <c:pt idx="943" formatCode="h:mm:ss">
                        <c:v>0.59288194444444442</c:v>
                      </c:pt>
                      <c:pt idx="944" formatCode="h:mm:ss">
                        <c:v>0.59305555555555556</c:v>
                      </c:pt>
                      <c:pt idx="945" formatCode="h:mm:ss">
                        <c:v>0.5932291666666667</c:v>
                      </c:pt>
                      <c:pt idx="946" formatCode="h:mm:ss">
                        <c:v>0.59340277777777772</c:v>
                      </c:pt>
                      <c:pt idx="947" formatCode="h:mm:ss">
                        <c:v>0.59357638888888886</c:v>
                      </c:pt>
                      <c:pt idx="948" formatCode="h:mm:ss">
                        <c:v>0.59375</c:v>
                      </c:pt>
                      <c:pt idx="949" formatCode="h:mm:ss">
                        <c:v>0.59392361111111114</c:v>
                      </c:pt>
                      <c:pt idx="950" formatCode="h:mm:ss">
                        <c:v>0.59409722222222228</c:v>
                      </c:pt>
                      <c:pt idx="951" formatCode="h:mm:ss">
                        <c:v>0.5942708333333333</c:v>
                      </c:pt>
                      <c:pt idx="952" formatCode="h:mm:ss">
                        <c:v>0.59444444444444444</c:v>
                      </c:pt>
                      <c:pt idx="953" formatCode="h:mm:ss">
                        <c:v>0.59461805555555558</c:v>
                      </c:pt>
                      <c:pt idx="954" formatCode="h:mm:ss">
                        <c:v>0.59479166666666672</c:v>
                      </c:pt>
                      <c:pt idx="955" formatCode="h:mm:ss">
                        <c:v>0.59496527777777775</c:v>
                      </c:pt>
                      <c:pt idx="956" formatCode="h:mm:ss">
                        <c:v>0.59513888888888888</c:v>
                      </c:pt>
                      <c:pt idx="957" formatCode="h:mm:ss">
                        <c:v>0.59531250000000002</c:v>
                      </c:pt>
                      <c:pt idx="958" formatCode="h:mm:ss">
                        <c:v>0.59548611111111116</c:v>
                      </c:pt>
                      <c:pt idx="959" formatCode="h:mm:ss">
                        <c:v>0.59565972222222219</c:v>
                      </c:pt>
                      <c:pt idx="960" formatCode="h:mm:ss">
                        <c:v>0.59583333333333333</c:v>
                      </c:pt>
                      <c:pt idx="961" formatCode="h:mm:ss">
                        <c:v>0.59600694444444446</c:v>
                      </c:pt>
                      <c:pt idx="962" formatCode="h:mm:ss">
                        <c:v>0.5961805555555556</c:v>
                      </c:pt>
                      <c:pt idx="963" formatCode="h:mm:ss">
                        <c:v>0.59635416666666663</c:v>
                      </c:pt>
                      <c:pt idx="964" formatCode="h:mm:ss">
                        <c:v>0.59652777777777777</c:v>
                      </c:pt>
                      <c:pt idx="965" formatCode="h:mm:ss">
                        <c:v>0.59670138888888891</c:v>
                      </c:pt>
                      <c:pt idx="966" formatCode="h:mm:ss">
                        <c:v>0.59687500000000004</c:v>
                      </c:pt>
                      <c:pt idx="967" formatCode="h:mm:ss">
                        <c:v>0.59704861111111107</c:v>
                      </c:pt>
                      <c:pt idx="968" formatCode="h:mm:ss">
                        <c:v>0.59722222222222221</c:v>
                      </c:pt>
                      <c:pt idx="969" formatCode="h:mm:ss">
                        <c:v>0.59739583333333335</c:v>
                      </c:pt>
                      <c:pt idx="970" formatCode="h:mm:ss">
                        <c:v>0.59756944444444449</c:v>
                      </c:pt>
                      <c:pt idx="971" formatCode="h:mm:ss">
                        <c:v>0.59774305555555551</c:v>
                      </c:pt>
                      <c:pt idx="972" formatCode="h:mm:ss">
                        <c:v>0.59791666666666665</c:v>
                      </c:pt>
                      <c:pt idx="973" formatCode="h:mm:ss">
                        <c:v>0.59809027777777779</c:v>
                      </c:pt>
                      <c:pt idx="974" formatCode="h:mm:ss">
                        <c:v>0.59826388888888893</c:v>
                      </c:pt>
                      <c:pt idx="975" formatCode="h:mm:ss">
                        <c:v>0.59843749999999996</c:v>
                      </c:pt>
                      <c:pt idx="976" formatCode="h:mm:ss">
                        <c:v>0.59861111111111109</c:v>
                      </c:pt>
                      <c:pt idx="977" formatCode="h:mm:ss">
                        <c:v>0.59878472222222223</c:v>
                      </c:pt>
                      <c:pt idx="978" formatCode="h:mm:ss">
                        <c:v>0.59895833333333337</c:v>
                      </c:pt>
                      <c:pt idx="979" formatCode="h:mm:ss">
                        <c:v>0.5991319444444444</c:v>
                      </c:pt>
                      <c:pt idx="980" formatCode="h:mm:ss">
                        <c:v>0.59930555555555554</c:v>
                      </c:pt>
                      <c:pt idx="981" formatCode="h:mm:ss">
                        <c:v>0.59947916666666667</c:v>
                      </c:pt>
                      <c:pt idx="982" formatCode="h:mm:ss">
                        <c:v>0.59965277777777781</c:v>
                      </c:pt>
                      <c:pt idx="983" formatCode="h:mm:ss">
                        <c:v>0.59982638888888884</c:v>
                      </c:pt>
                      <c:pt idx="984" formatCode="h:mm:ss">
                        <c:v>0.6</c:v>
                      </c:pt>
                      <c:pt idx="985" formatCode="h:mm:ss">
                        <c:v>0.60017361111111112</c:v>
                      </c:pt>
                      <c:pt idx="986" formatCode="h:mm:ss">
                        <c:v>0.60034722222222225</c:v>
                      </c:pt>
                      <c:pt idx="987" formatCode="h:mm:ss">
                        <c:v>0.60052083333333328</c:v>
                      </c:pt>
                      <c:pt idx="988" formatCode="h:mm:ss">
                        <c:v>0.60069444444444442</c:v>
                      </c:pt>
                      <c:pt idx="989" formatCode="h:mm:ss">
                        <c:v>0.60086805555555556</c:v>
                      </c:pt>
                      <c:pt idx="990" formatCode="h:mm:ss">
                        <c:v>0.6010416666666667</c:v>
                      </c:pt>
                      <c:pt idx="991" formatCode="h:mm:ss">
                        <c:v>0.60121527777777772</c:v>
                      </c:pt>
                      <c:pt idx="992" formatCode="h:mm:ss">
                        <c:v>0.60138888888888886</c:v>
                      </c:pt>
                      <c:pt idx="993" formatCode="h:mm:ss">
                        <c:v>0.6015625</c:v>
                      </c:pt>
                      <c:pt idx="994" formatCode="h:mm:ss">
                        <c:v>0.60173611111111114</c:v>
                      </c:pt>
                      <c:pt idx="995" formatCode="h:mm:ss">
                        <c:v>0.60190972222222228</c:v>
                      </c:pt>
                      <c:pt idx="996" formatCode="h:mm:ss">
                        <c:v>0.6020833333333333</c:v>
                      </c:pt>
                      <c:pt idx="997" formatCode="h:mm:ss">
                        <c:v>0.60225694444444444</c:v>
                      </c:pt>
                      <c:pt idx="998" formatCode="h:mm:ss">
                        <c:v>0.60243055555555558</c:v>
                      </c:pt>
                      <c:pt idx="999" formatCode="h:mm:ss">
                        <c:v>0.60260416666666672</c:v>
                      </c:pt>
                      <c:pt idx="1000" formatCode="h:mm:ss">
                        <c:v>0.60277777777777775</c:v>
                      </c:pt>
                      <c:pt idx="1001" formatCode="h:mm:ss">
                        <c:v>0.60295138888888888</c:v>
                      </c:pt>
                      <c:pt idx="1002" formatCode="h:mm:ss">
                        <c:v>0.60312500000000002</c:v>
                      </c:pt>
                      <c:pt idx="1003" formatCode="h:mm:ss">
                        <c:v>0.60329861111111116</c:v>
                      </c:pt>
                      <c:pt idx="1004" formatCode="h:mm:ss">
                        <c:v>0.60347222222222219</c:v>
                      </c:pt>
                      <c:pt idx="1005" formatCode="h:mm:ss">
                        <c:v>0.60364583333333333</c:v>
                      </c:pt>
                      <c:pt idx="1006" formatCode="h:mm:ss">
                        <c:v>0.60381944444444446</c:v>
                      </c:pt>
                      <c:pt idx="1007" formatCode="h:mm:ss">
                        <c:v>0.6039930555555556</c:v>
                      </c:pt>
                      <c:pt idx="1008" formatCode="h:mm:ss">
                        <c:v>0.60416666666666663</c:v>
                      </c:pt>
                      <c:pt idx="1009" formatCode="h:mm:ss">
                        <c:v>0.60434027777777777</c:v>
                      </c:pt>
                      <c:pt idx="1010" formatCode="h:mm:ss">
                        <c:v>0.60451388888888891</c:v>
                      </c:pt>
                      <c:pt idx="1011" formatCode="h:mm:ss">
                        <c:v>0.60468750000000004</c:v>
                      </c:pt>
                      <c:pt idx="1012" formatCode="h:mm:ss">
                        <c:v>0.60486111111111107</c:v>
                      </c:pt>
                      <c:pt idx="1013" formatCode="h:mm:ss">
                        <c:v>0.60503472222222221</c:v>
                      </c:pt>
                      <c:pt idx="1014" formatCode="h:mm:ss">
                        <c:v>0.60520833333333335</c:v>
                      </c:pt>
                      <c:pt idx="1015" formatCode="h:mm:ss">
                        <c:v>0.60538194444444449</c:v>
                      </c:pt>
                      <c:pt idx="1016" formatCode="h:mm:ss">
                        <c:v>0.60555555555555551</c:v>
                      </c:pt>
                      <c:pt idx="1017" formatCode="h:mm:ss">
                        <c:v>0.60572916666666665</c:v>
                      </c:pt>
                      <c:pt idx="1018" formatCode="h:mm:ss">
                        <c:v>0.60590277777777779</c:v>
                      </c:pt>
                      <c:pt idx="1019" formatCode="h:mm:ss">
                        <c:v>0.60607638888888893</c:v>
                      </c:pt>
                      <c:pt idx="1020" formatCode="h:mm:ss">
                        <c:v>0.60624999999999996</c:v>
                      </c:pt>
                      <c:pt idx="1021" formatCode="h:mm:ss">
                        <c:v>0.60642361111111109</c:v>
                      </c:pt>
                      <c:pt idx="1022" formatCode="h:mm:ss">
                        <c:v>0.60659722222222223</c:v>
                      </c:pt>
                      <c:pt idx="1023" formatCode="h:mm:ss">
                        <c:v>0.60677083333333337</c:v>
                      </c:pt>
                      <c:pt idx="1024" formatCode="h:mm:ss">
                        <c:v>0.6069444444444444</c:v>
                      </c:pt>
                      <c:pt idx="1025" formatCode="h:mm:ss">
                        <c:v>0.60711805555555554</c:v>
                      </c:pt>
                      <c:pt idx="1026" formatCode="h:mm:ss">
                        <c:v>0.60729166666666667</c:v>
                      </c:pt>
                      <c:pt idx="1027" formatCode="h:mm:ss">
                        <c:v>0.60746527777777781</c:v>
                      </c:pt>
                      <c:pt idx="1028" formatCode="h:mm:ss">
                        <c:v>0.60763888888888884</c:v>
                      </c:pt>
                      <c:pt idx="1029" formatCode="h:mm:ss">
                        <c:v>0.60781249999999998</c:v>
                      </c:pt>
                      <c:pt idx="1030" formatCode="h:mm:ss">
                        <c:v>0.60798611111111112</c:v>
                      </c:pt>
                      <c:pt idx="1031" formatCode="h:mm:ss">
                        <c:v>0.60815972222222225</c:v>
                      </c:pt>
                      <c:pt idx="1032" formatCode="h:mm:ss">
                        <c:v>0.60833333333333328</c:v>
                      </c:pt>
                      <c:pt idx="1033" formatCode="h:mm:ss">
                        <c:v>0.60850694444444442</c:v>
                      </c:pt>
                      <c:pt idx="1034" formatCode="h:mm:ss">
                        <c:v>0.60868055555555556</c:v>
                      </c:pt>
                      <c:pt idx="1035" formatCode="h:mm:ss">
                        <c:v>0.6088541666666667</c:v>
                      </c:pt>
                      <c:pt idx="1036" formatCode="h:mm:ss">
                        <c:v>0.60902777777777772</c:v>
                      </c:pt>
                      <c:pt idx="1037" formatCode="h:mm:ss">
                        <c:v>0.60920138888888886</c:v>
                      </c:pt>
                      <c:pt idx="1038" formatCode="h:mm:ss">
                        <c:v>0.609375</c:v>
                      </c:pt>
                      <c:pt idx="1039" formatCode="h:mm:ss">
                        <c:v>0.60954861111111114</c:v>
                      </c:pt>
                      <c:pt idx="1040" formatCode="h:mm:ss">
                        <c:v>0.60972222222222228</c:v>
                      </c:pt>
                      <c:pt idx="1041" formatCode="h:mm:ss">
                        <c:v>0.6098958333333333</c:v>
                      </c:pt>
                      <c:pt idx="1042" formatCode="h:mm:ss">
                        <c:v>0.61006944444444444</c:v>
                      </c:pt>
                      <c:pt idx="1043" formatCode="h:mm:ss">
                        <c:v>0.61024305555555558</c:v>
                      </c:pt>
                      <c:pt idx="1044" formatCode="h:mm:ss">
                        <c:v>0.61041666666666672</c:v>
                      </c:pt>
                      <c:pt idx="1045" formatCode="h:mm:ss">
                        <c:v>0.61059027777777775</c:v>
                      </c:pt>
                      <c:pt idx="1046" formatCode="h:mm:ss">
                        <c:v>0.61076388888888888</c:v>
                      </c:pt>
                      <c:pt idx="1047" formatCode="h:mm:ss">
                        <c:v>0.61093750000000002</c:v>
                      </c:pt>
                      <c:pt idx="1048" formatCode="h:mm:ss">
                        <c:v>0.61111111111111116</c:v>
                      </c:pt>
                      <c:pt idx="1049" formatCode="h:mm:ss">
                        <c:v>0.61128472222222219</c:v>
                      </c:pt>
                      <c:pt idx="1050" formatCode="h:mm:ss">
                        <c:v>0.61145833333333333</c:v>
                      </c:pt>
                      <c:pt idx="1051" formatCode="h:mm:ss">
                        <c:v>0.61163194444444446</c:v>
                      </c:pt>
                      <c:pt idx="1052" formatCode="h:mm:ss">
                        <c:v>0.6118055555555556</c:v>
                      </c:pt>
                      <c:pt idx="1053" formatCode="h:mm:ss">
                        <c:v>0.61197916666666663</c:v>
                      </c:pt>
                      <c:pt idx="1054" formatCode="h:mm:ss">
                        <c:v>0.61215277777777777</c:v>
                      </c:pt>
                      <c:pt idx="1055" formatCode="h:mm:ss">
                        <c:v>0.61232638888888891</c:v>
                      </c:pt>
                      <c:pt idx="1056" formatCode="h:mm:ss">
                        <c:v>0.61250000000000004</c:v>
                      </c:pt>
                      <c:pt idx="1057" formatCode="h:mm:ss">
                        <c:v>0.61267361111111107</c:v>
                      </c:pt>
                      <c:pt idx="1058" formatCode="h:mm:ss">
                        <c:v>0.61284722222222221</c:v>
                      </c:pt>
                      <c:pt idx="1059" formatCode="h:mm:ss">
                        <c:v>0.61302083333333335</c:v>
                      </c:pt>
                      <c:pt idx="1060" formatCode="h:mm:ss">
                        <c:v>0.61319444444444449</c:v>
                      </c:pt>
                      <c:pt idx="1061" formatCode="h:mm:ss">
                        <c:v>0.61336805555555551</c:v>
                      </c:pt>
                      <c:pt idx="1062" formatCode="h:mm:ss">
                        <c:v>0.61354166666666665</c:v>
                      </c:pt>
                      <c:pt idx="1063" formatCode="h:mm:ss">
                        <c:v>0.61371527777777779</c:v>
                      </c:pt>
                      <c:pt idx="1064" formatCode="h:mm:ss">
                        <c:v>0.61388888888888893</c:v>
                      </c:pt>
                      <c:pt idx="1065" formatCode="h:mm:ss">
                        <c:v>0.61406249999999996</c:v>
                      </c:pt>
                      <c:pt idx="1066" formatCode="h:mm:ss">
                        <c:v>0.61423611111111109</c:v>
                      </c:pt>
                      <c:pt idx="1067" formatCode="h:mm:ss">
                        <c:v>0.61440972222222223</c:v>
                      </c:pt>
                      <c:pt idx="1068" formatCode="h:mm:ss">
                        <c:v>0.61458333333333337</c:v>
                      </c:pt>
                      <c:pt idx="1069" formatCode="h:mm:ss">
                        <c:v>0.6147569444444444</c:v>
                      </c:pt>
                      <c:pt idx="1070" formatCode="h:mm:ss">
                        <c:v>0.61493055555555554</c:v>
                      </c:pt>
                      <c:pt idx="1071" formatCode="h:mm:ss">
                        <c:v>0.61510416666666667</c:v>
                      </c:pt>
                      <c:pt idx="1072" formatCode="h:mm:ss">
                        <c:v>0.61527777777777781</c:v>
                      </c:pt>
                      <c:pt idx="1073" formatCode="h:mm:ss">
                        <c:v>0.61545138888888884</c:v>
                      </c:pt>
                      <c:pt idx="1074" formatCode="h:mm:ss">
                        <c:v>0.61562499999999998</c:v>
                      </c:pt>
                      <c:pt idx="1075" formatCode="h:mm:ss">
                        <c:v>0.61579861111111112</c:v>
                      </c:pt>
                      <c:pt idx="1076" formatCode="h:mm:ss">
                        <c:v>0.61597222222222225</c:v>
                      </c:pt>
                      <c:pt idx="1077" formatCode="h:mm:ss">
                        <c:v>0.61614583333333328</c:v>
                      </c:pt>
                      <c:pt idx="1078" formatCode="h:mm:ss">
                        <c:v>0.61631944444444442</c:v>
                      </c:pt>
                      <c:pt idx="1079" formatCode="h:mm:ss">
                        <c:v>0.61649305555555556</c:v>
                      </c:pt>
                      <c:pt idx="1080" formatCode="h:mm:ss">
                        <c:v>0.6166666666666667</c:v>
                      </c:pt>
                      <c:pt idx="1081" formatCode="h:mm:ss">
                        <c:v>0.61684027777777772</c:v>
                      </c:pt>
                      <c:pt idx="1082" formatCode="h:mm:ss">
                        <c:v>0.61701388888888886</c:v>
                      </c:pt>
                      <c:pt idx="1083" formatCode="h:mm:ss">
                        <c:v>0.6171875</c:v>
                      </c:pt>
                      <c:pt idx="1084" formatCode="h:mm:ss">
                        <c:v>0.61736111111111114</c:v>
                      </c:pt>
                      <c:pt idx="1085" formatCode="h:mm:ss">
                        <c:v>0.61753472222222228</c:v>
                      </c:pt>
                      <c:pt idx="1086" formatCode="h:mm:ss">
                        <c:v>0.6177083333333333</c:v>
                      </c:pt>
                      <c:pt idx="1087" formatCode="h:mm:ss">
                        <c:v>0.61788194444444444</c:v>
                      </c:pt>
                      <c:pt idx="1088" formatCode="h:mm:ss">
                        <c:v>0.61805555555555558</c:v>
                      </c:pt>
                      <c:pt idx="1089" formatCode="h:mm:ss">
                        <c:v>0.61822916666666672</c:v>
                      </c:pt>
                      <c:pt idx="1090" formatCode="h:mm:ss">
                        <c:v>0.61840277777777775</c:v>
                      </c:pt>
                      <c:pt idx="1091" formatCode="h:mm:ss">
                        <c:v>0.61857638888888888</c:v>
                      </c:pt>
                      <c:pt idx="1092" formatCode="h:mm:ss">
                        <c:v>0.61875000000000002</c:v>
                      </c:pt>
                      <c:pt idx="1093" formatCode="h:mm:ss">
                        <c:v>0.61892361111111116</c:v>
                      </c:pt>
                      <c:pt idx="1094" formatCode="h:mm:ss">
                        <c:v>0.61909722222222219</c:v>
                      </c:pt>
                      <c:pt idx="1095" formatCode="h:mm:ss">
                        <c:v>0.61927083333333333</c:v>
                      </c:pt>
                      <c:pt idx="1096" formatCode="h:mm:ss">
                        <c:v>0.61944444444444446</c:v>
                      </c:pt>
                      <c:pt idx="1097" formatCode="h:mm:ss">
                        <c:v>0.6196180555555556</c:v>
                      </c:pt>
                      <c:pt idx="1098" formatCode="h:mm:ss">
                        <c:v>0.61979166666666663</c:v>
                      </c:pt>
                      <c:pt idx="1099" formatCode="h:mm:ss">
                        <c:v>0.61996527777777777</c:v>
                      </c:pt>
                      <c:pt idx="1100" formatCode="h:mm:ss">
                        <c:v>0.62013888888888891</c:v>
                      </c:pt>
                      <c:pt idx="1101" formatCode="h:mm:ss">
                        <c:v>0.62031250000000004</c:v>
                      </c:pt>
                      <c:pt idx="1102" formatCode="h:mm:ss">
                        <c:v>0.62048611111111107</c:v>
                      </c:pt>
                      <c:pt idx="1103" formatCode="h:mm:ss">
                        <c:v>0.62065972222222221</c:v>
                      </c:pt>
                      <c:pt idx="1104" formatCode="h:mm:ss">
                        <c:v>0.62083333333333335</c:v>
                      </c:pt>
                      <c:pt idx="1105" formatCode="h:mm:ss">
                        <c:v>0.62100694444444449</c:v>
                      </c:pt>
                      <c:pt idx="1106" formatCode="h:mm:ss">
                        <c:v>0.62118055555555551</c:v>
                      </c:pt>
                      <c:pt idx="1107" formatCode="h:mm:ss">
                        <c:v>0.62135416666666665</c:v>
                      </c:pt>
                      <c:pt idx="1108" formatCode="h:mm:ss">
                        <c:v>0.62152777777777779</c:v>
                      </c:pt>
                      <c:pt idx="1109" formatCode="h:mm:ss">
                        <c:v>0.62170138888888893</c:v>
                      </c:pt>
                      <c:pt idx="1110" formatCode="h:mm:ss">
                        <c:v>0.62187499999999996</c:v>
                      </c:pt>
                      <c:pt idx="1111" formatCode="h:mm:ss">
                        <c:v>0.62204861111111109</c:v>
                      </c:pt>
                      <c:pt idx="1112" formatCode="h:mm:ss">
                        <c:v>0.62222222222222223</c:v>
                      </c:pt>
                      <c:pt idx="1113" formatCode="h:mm:ss">
                        <c:v>0.62239583333333337</c:v>
                      </c:pt>
                      <c:pt idx="1114" formatCode="h:mm:ss">
                        <c:v>0.6225694444444444</c:v>
                      </c:pt>
                      <c:pt idx="1115" formatCode="h:mm:ss">
                        <c:v>0.62274305555555554</c:v>
                      </c:pt>
                      <c:pt idx="1116" formatCode="h:mm:ss">
                        <c:v>0.62291666666666667</c:v>
                      </c:pt>
                      <c:pt idx="1117" formatCode="h:mm:ss">
                        <c:v>0.62309027777777781</c:v>
                      </c:pt>
                      <c:pt idx="1118" formatCode="h:mm:ss">
                        <c:v>0.62326388888888884</c:v>
                      </c:pt>
                      <c:pt idx="1119" formatCode="h:mm:ss">
                        <c:v>0.62343749999999998</c:v>
                      </c:pt>
                      <c:pt idx="1120" formatCode="h:mm:ss">
                        <c:v>0.62361111111111112</c:v>
                      </c:pt>
                      <c:pt idx="1121" formatCode="h:mm:ss">
                        <c:v>0.62378472222222225</c:v>
                      </c:pt>
                      <c:pt idx="1122" formatCode="h:mm:ss">
                        <c:v>0.62395833333333328</c:v>
                      </c:pt>
                      <c:pt idx="1123" formatCode="h:mm:ss">
                        <c:v>0.62413194444444442</c:v>
                      </c:pt>
                      <c:pt idx="1124" formatCode="h:mm:ss">
                        <c:v>0.62430555555555556</c:v>
                      </c:pt>
                      <c:pt idx="1125" formatCode="h:mm:ss">
                        <c:v>0.6244791666666667</c:v>
                      </c:pt>
                      <c:pt idx="1126" formatCode="h:mm:ss">
                        <c:v>0.62465277777777772</c:v>
                      </c:pt>
                      <c:pt idx="1127" formatCode="h:mm:ss">
                        <c:v>0.62482638888888886</c:v>
                      </c:pt>
                      <c:pt idx="1128" formatCode="h:mm:ss">
                        <c:v>0.625</c:v>
                      </c:pt>
                      <c:pt idx="1129" formatCode="h:mm:ss">
                        <c:v>0.62517361111111114</c:v>
                      </c:pt>
                      <c:pt idx="1130" formatCode="h:mm:ss">
                        <c:v>0.62534722222222228</c:v>
                      </c:pt>
                      <c:pt idx="1131" formatCode="h:mm:ss">
                        <c:v>0.6255208333333333</c:v>
                      </c:pt>
                      <c:pt idx="1132" formatCode="h:mm:ss">
                        <c:v>0.62569444444444444</c:v>
                      </c:pt>
                      <c:pt idx="1133" formatCode="h:mm:ss">
                        <c:v>0.62586805555555558</c:v>
                      </c:pt>
                      <c:pt idx="1134" formatCode="h:mm:ss">
                        <c:v>0.62604166666666672</c:v>
                      </c:pt>
                      <c:pt idx="1135" formatCode="h:mm:ss">
                        <c:v>0.62621527777777775</c:v>
                      </c:pt>
                      <c:pt idx="1136" formatCode="h:mm:ss">
                        <c:v>0.62638888888888888</c:v>
                      </c:pt>
                      <c:pt idx="1137" formatCode="h:mm:ss">
                        <c:v>0.62656250000000002</c:v>
                      </c:pt>
                      <c:pt idx="1138" formatCode="h:mm:ss">
                        <c:v>0.62673611111111116</c:v>
                      </c:pt>
                      <c:pt idx="1139" formatCode="h:mm:ss">
                        <c:v>0.62690972222222219</c:v>
                      </c:pt>
                      <c:pt idx="1140" formatCode="h:mm:ss">
                        <c:v>0.62708333333333333</c:v>
                      </c:pt>
                      <c:pt idx="1141" formatCode="h:mm:ss">
                        <c:v>0.62725694444444446</c:v>
                      </c:pt>
                      <c:pt idx="1142" formatCode="h:mm:ss">
                        <c:v>0.6274305555555556</c:v>
                      </c:pt>
                      <c:pt idx="1143" formatCode="h:mm:ss">
                        <c:v>0.62760416666666663</c:v>
                      </c:pt>
                      <c:pt idx="1144" formatCode="h:mm:ss">
                        <c:v>0.62777777777777777</c:v>
                      </c:pt>
                      <c:pt idx="1145" formatCode="h:mm:ss">
                        <c:v>0.62795138888888891</c:v>
                      </c:pt>
                      <c:pt idx="1146" formatCode="h:mm:ss">
                        <c:v>0.62812500000000004</c:v>
                      </c:pt>
                      <c:pt idx="1147" formatCode="h:mm:ss">
                        <c:v>0.62829861111111107</c:v>
                      </c:pt>
                      <c:pt idx="1148" formatCode="h:mm:ss">
                        <c:v>0.62847222222222221</c:v>
                      </c:pt>
                      <c:pt idx="1149" formatCode="h:mm:ss">
                        <c:v>0.62864583333333335</c:v>
                      </c:pt>
                      <c:pt idx="1150" formatCode="h:mm:ss">
                        <c:v>0.62881944444444449</c:v>
                      </c:pt>
                      <c:pt idx="1151" formatCode="h:mm:ss">
                        <c:v>0.62899305555555551</c:v>
                      </c:pt>
                      <c:pt idx="1152" formatCode="h:mm:ss">
                        <c:v>0.62916666666666665</c:v>
                      </c:pt>
                      <c:pt idx="1153" formatCode="h:mm:ss">
                        <c:v>0.62934027777777779</c:v>
                      </c:pt>
                      <c:pt idx="1154" formatCode="h:mm:ss">
                        <c:v>0.62951388888888893</c:v>
                      </c:pt>
                      <c:pt idx="1155" formatCode="h:mm:ss">
                        <c:v>0.62968749999999996</c:v>
                      </c:pt>
                      <c:pt idx="1156" formatCode="h:mm:ss">
                        <c:v>0.62986111111111109</c:v>
                      </c:pt>
                      <c:pt idx="1157" formatCode="h:mm:ss">
                        <c:v>0.63003472222222223</c:v>
                      </c:pt>
                      <c:pt idx="1158" formatCode="h:mm:ss">
                        <c:v>0.63020833333333337</c:v>
                      </c:pt>
                      <c:pt idx="1159" formatCode="h:mm:ss">
                        <c:v>0.6303819444444444</c:v>
                      </c:pt>
                      <c:pt idx="1160" formatCode="h:mm:ss">
                        <c:v>0.63055555555555554</c:v>
                      </c:pt>
                      <c:pt idx="1161" formatCode="h:mm:ss">
                        <c:v>0.63072916666666667</c:v>
                      </c:pt>
                      <c:pt idx="1162" formatCode="h:mm:ss">
                        <c:v>0.63090277777777781</c:v>
                      </c:pt>
                      <c:pt idx="1163" formatCode="h:mm:ss">
                        <c:v>0.63107638888888884</c:v>
                      </c:pt>
                      <c:pt idx="1164" formatCode="h:mm:ss">
                        <c:v>0.63124999999999998</c:v>
                      </c:pt>
                      <c:pt idx="1165" formatCode="h:mm:ss">
                        <c:v>0.63142361111111112</c:v>
                      </c:pt>
                      <c:pt idx="1166" formatCode="h:mm:ss">
                        <c:v>0.63159722222222225</c:v>
                      </c:pt>
                      <c:pt idx="1167" formatCode="h:mm:ss">
                        <c:v>0.63177083333333328</c:v>
                      </c:pt>
                      <c:pt idx="1168" formatCode="h:mm:ss">
                        <c:v>0.63194444444444442</c:v>
                      </c:pt>
                      <c:pt idx="1169" formatCode="h:mm:ss">
                        <c:v>0.63211805555555556</c:v>
                      </c:pt>
                      <c:pt idx="1170" formatCode="h:mm:ss">
                        <c:v>0.6322916666666667</c:v>
                      </c:pt>
                      <c:pt idx="1171" formatCode="h:mm:ss">
                        <c:v>0.63246527777777772</c:v>
                      </c:pt>
                      <c:pt idx="1172" formatCode="h:mm:ss">
                        <c:v>0.63263888888888886</c:v>
                      </c:pt>
                      <c:pt idx="1173" formatCode="h:mm:ss">
                        <c:v>0.6328125</c:v>
                      </c:pt>
                      <c:pt idx="1174" formatCode="h:mm:ss">
                        <c:v>0.63298611111111114</c:v>
                      </c:pt>
                      <c:pt idx="1175" formatCode="h:mm:ss">
                        <c:v>0.63315972222222228</c:v>
                      </c:pt>
                      <c:pt idx="1176" formatCode="h:mm:ss">
                        <c:v>0.6333333333333333</c:v>
                      </c:pt>
                      <c:pt idx="1177" formatCode="h:mm:ss">
                        <c:v>0.63350694444444444</c:v>
                      </c:pt>
                      <c:pt idx="1178" formatCode="h:mm:ss">
                        <c:v>0.63368055555555558</c:v>
                      </c:pt>
                      <c:pt idx="1179" formatCode="h:mm:ss">
                        <c:v>0.63385416666666672</c:v>
                      </c:pt>
                      <c:pt idx="1180" formatCode="h:mm:ss">
                        <c:v>0.63402777777777775</c:v>
                      </c:pt>
                      <c:pt idx="1181" formatCode="h:mm:ss">
                        <c:v>0.63420138888888888</c:v>
                      </c:pt>
                      <c:pt idx="1182" formatCode="h:mm:ss">
                        <c:v>0.63437500000000002</c:v>
                      </c:pt>
                      <c:pt idx="1183" formatCode="h:mm:ss">
                        <c:v>0.63454861111111116</c:v>
                      </c:pt>
                      <c:pt idx="1184" formatCode="h:mm:ss">
                        <c:v>0.63472222222222219</c:v>
                      </c:pt>
                      <c:pt idx="1185" formatCode="h:mm:ss">
                        <c:v>0.63489583333333333</c:v>
                      </c:pt>
                      <c:pt idx="1186" formatCode="h:mm:ss">
                        <c:v>0.63506944444444446</c:v>
                      </c:pt>
                      <c:pt idx="1187" formatCode="h:mm:ss">
                        <c:v>0.6352430555555556</c:v>
                      </c:pt>
                      <c:pt idx="1188" formatCode="h:mm:ss">
                        <c:v>0.63541666666666663</c:v>
                      </c:pt>
                      <c:pt idx="1189" formatCode="h:mm:ss">
                        <c:v>0.63559027777777777</c:v>
                      </c:pt>
                      <c:pt idx="1190" formatCode="h:mm:ss">
                        <c:v>0.63576388888888891</c:v>
                      </c:pt>
                      <c:pt idx="1191" formatCode="h:mm:ss">
                        <c:v>0.63593750000000004</c:v>
                      </c:pt>
                      <c:pt idx="1192" formatCode="h:mm:ss">
                        <c:v>0.63611111111111107</c:v>
                      </c:pt>
                      <c:pt idx="1193" formatCode="h:mm:ss">
                        <c:v>0.63628472222222221</c:v>
                      </c:pt>
                      <c:pt idx="1194" formatCode="h:mm:ss">
                        <c:v>0.63645833333333335</c:v>
                      </c:pt>
                      <c:pt idx="1195" formatCode="h:mm:ss">
                        <c:v>0.63663194444444449</c:v>
                      </c:pt>
                      <c:pt idx="1196" formatCode="h:mm:ss">
                        <c:v>0.63680555555555551</c:v>
                      </c:pt>
                      <c:pt idx="1197" formatCode="h:mm:ss">
                        <c:v>0.63697916666666665</c:v>
                      </c:pt>
                      <c:pt idx="1198" formatCode="h:mm:ss">
                        <c:v>0.63715277777777779</c:v>
                      </c:pt>
                      <c:pt idx="1199" formatCode="h:mm:ss">
                        <c:v>0.63732638888888893</c:v>
                      </c:pt>
                      <c:pt idx="1200" formatCode="h:mm:ss">
                        <c:v>0.63749999999999996</c:v>
                      </c:pt>
                      <c:pt idx="1201" formatCode="h:mm:ss">
                        <c:v>0.63767361111111109</c:v>
                      </c:pt>
                      <c:pt idx="1202" formatCode="h:mm:ss">
                        <c:v>0.63784722222222223</c:v>
                      </c:pt>
                      <c:pt idx="1203" formatCode="h:mm:ss">
                        <c:v>0.63802083333333337</c:v>
                      </c:pt>
                      <c:pt idx="1204" formatCode="h:mm:ss">
                        <c:v>0.6381944444444444</c:v>
                      </c:pt>
                      <c:pt idx="1205" formatCode="h:mm:ss">
                        <c:v>0.63836805555555554</c:v>
                      </c:pt>
                      <c:pt idx="1206" formatCode="h:mm:ss">
                        <c:v>0.63854166666666667</c:v>
                      </c:pt>
                      <c:pt idx="1207" formatCode="h:mm:ss">
                        <c:v>0.63871527777777781</c:v>
                      </c:pt>
                      <c:pt idx="1208" formatCode="h:mm:ss">
                        <c:v>0.63888888888888884</c:v>
                      </c:pt>
                      <c:pt idx="1209" formatCode="h:mm:ss">
                        <c:v>0.63906249999999998</c:v>
                      </c:pt>
                      <c:pt idx="1210" formatCode="h:mm:ss">
                        <c:v>0.63923611111111112</c:v>
                      </c:pt>
                      <c:pt idx="1211" formatCode="h:mm:ss">
                        <c:v>0.63940972222222225</c:v>
                      </c:pt>
                      <c:pt idx="1212" formatCode="h:mm:ss">
                        <c:v>0.63958333333333328</c:v>
                      </c:pt>
                      <c:pt idx="1213" formatCode="h:mm:ss">
                        <c:v>0.63975694444444442</c:v>
                      </c:pt>
                      <c:pt idx="1214" formatCode="h:mm:ss">
                        <c:v>0.63993055555555556</c:v>
                      </c:pt>
                      <c:pt idx="1215" formatCode="h:mm:ss">
                        <c:v>0.6401041666666667</c:v>
                      </c:pt>
                      <c:pt idx="1216" formatCode="h:mm:ss">
                        <c:v>0.64027777777777772</c:v>
                      </c:pt>
                      <c:pt idx="1217" formatCode="h:mm:ss">
                        <c:v>0.64045138888888886</c:v>
                      </c:pt>
                      <c:pt idx="1218" formatCode="h:mm:ss">
                        <c:v>0.640625</c:v>
                      </c:pt>
                      <c:pt idx="1219" formatCode="h:mm:ss">
                        <c:v>0.64079861111111114</c:v>
                      </c:pt>
                      <c:pt idx="1220" formatCode="h:mm:ss">
                        <c:v>0.64097222222222228</c:v>
                      </c:pt>
                      <c:pt idx="1221" formatCode="h:mm:ss">
                        <c:v>0.6411458333333333</c:v>
                      </c:pt>
                      <c:pt idx="1222" formatCode="h:mm:ss">
                        <c:v>0.64131944444444444</c:v>
                      </c:pt>
                      <c:pt idx="1223" formatCode="h:mm:ss">
                        <c:v>0.64149305555555558</c:v>
                      </c:pt>
                      <c:pt idx="1224" formatCode="h:mm:ss">
                        <c:v>0.64166666666666672</c:v>
                      </c:pt>
                      <c:pt idx="1225" formatCode="h:mm:ss">
                        <c:v>0.64184027777777775</c:v>
                      </c:pt>
                      <c:pt idx="1226" formatCode="h:mm:ss">
                        <c:v>0.64201388888888888</c:v>
                      </c:pt>
                      <c:pt idx="1227" formatCode="h:mm:ss">
                        <c:v>0.64218750000000002</c:v>
                      </c:pt>
                      <c:pt idx="1228" formatCode="h:mm:ss">
                        <c:v>0.64236111111111116</c:v>
                      </c:pt>
                      <c:pt idx="1229" formatCode="h:mm:ss">
                        <c:v>0.64253472222222219</c:v>
                      </c:pt>
                      <c:pt idx="1230" formatCode="h:mm:ss">
                        <c:v>0.64270833333333333</c:v>
                      </c:pt>
                      <c:pt idx="1231" formatCode="h:mm:ss">
                        <c:v>0.64288194444444446</c:v>
                      </c:pt>
                      <c:pt idx="1232" formatCode="h:mm:ss">
                        <c:v>0.6430555555555556</c:v>
                      </c:pt>
                      <c:pt idx="1233" formatCode="h:mm:ss">
                        <c:v>0.64322916666666663</c:v>
                      </c:pt>
                      <c:pt idx="1234" formatCode="h:mm:ss">
                        <c:v>0.64340277777777777</c:v>
                      </c:pt>
                      <c:pt idx="1235" formatCode="h:mm:ss">
                        <c:v>0.64357638888888891</c:v>
                      </c:pt>
                      <c:pt idx="1236" formatCode="h:mm:ss">
                        <c:v>0.64375000000000004</c:v>
                      </c:pt>
                      <c:pt idx="1237" formatCode="h:mm:ss">
                        <c:v>0.64392361111111107</c:v>
                      </c:pt>
                      <c:pt idx="1238" formatCode="h:mm:ss">
                        <c:v>0.64409722222222221</c:v>
                      </c:pt>
                      <c:pt idx="1239" formatCode="h:mm:ss">
                        <c:v>0.64427083333333335</c:v>
                      </c:pt>
                      <c:pt idx="1240" formatCode="h:mm:ss">
                        <c:v>0.64444444444444449</c:v>
                      </c:pt>
                      <c:pt idx="1241" formatCode="h:mm:ss">
                        <c:v>0.64461805555555551</c:v>
                      </c:pt>
                      <c:pt idx="1242" formatCode="h:mm:ss">
                        <c:v>0.64479166666666665</c:v>
                      </c:pt>
                      <c:pt idx="1243" formatCode="h:mm:ss">
                        <c:v>0.64496527777777779</c:v>
                      </c:pt>
                      <c:pt idx="1244" formatCode="h:mm:ss">
                        <c:v>0.64513888888888893</c:v>
                      </c:pt>
                      <c:pt idx="1245" formatCode="h:mm:ss">
                        <c:v>0.64531249999999996</c:v>
                      </c:pt>
                      <c:pt idx="1246" formatCode="h:mm:ss">
                        <c:v>0.64548611111111109</c:v>
                      </c:pt>
                      <c:pt idx="1247" formatCode="h:mm:ss">
                        <c:v>0.64565972222222223</c:v>
                      </c:pt>
                      <c:pt idx="1248" formatCode="h:mm:ss">
                        <c:v>0.64583333333333337</c:v>
                      </c:pt>
                      <c:pt idx="1249" formatCode="h:mm:ss">
                        <c:v>0.6460069444444444</c:v>
                      </c:pt>
                      <c:pt idx="1250" formatCode="h:mm:ss">
                        <c:v>0.64618055555555554</c:v>
                      </c:pt>
                      <c:pt idx="1251" formatCode="h:mm:ss">
                        <c:v>0.64635416666666667</c:v>
                      </c:pt>
                      <c:pt idx="1252" formatCode="h:mm:ss">
                        <c:v>0.64652777777777781</c:v>
                      </c:pt>
                      <c:pt idx="1253" formatCode="h:mm:ss">
                        <c:v>0.64670138888888884</c:v>
                      </c:pt>
                      <c:pt idx="1254" formatCode="h:mm:ss">
                        <c:v>0.64687499999999998</c:v>
                      </c:pt>
                      <c:pt idx="1255" formatCode="h:mm:ss">
                        <c:v>0.64704861111111112</c:v>
                      </c:pt>
                      <c:pt idx="1256" formatCode="h:mm:ss">
                        <c:v>0.64722222222222225</c:v>
                      </c:pt>
                      <c:pt idx="1257" formatCode="h:mm:ss">
                        <c:v>0.64739583333333328</c:v>
                      </c:pt>
                      <c:pt idx="1258" formatCode="h:mm:ss">
                        <c:v>0.64756944444444442</c:v>
                      </c:pt>
                      <c:pt idx="1259" formatCode="h:mm:ss">
                        <c:v>0.64774305555555556</c:v>
                      </c:pt>
                      <c:pt idx="1260" formatCode="h:mm:ss">
                        <c:v>0.6479166666666667</c:v>
                      </c:pt>
                      <c:pt idx="1261" formatCode="h:mm:ss">
                        <c:v>0.64809027777777772</c:v>
                      </c:pt>
                      <c:pt idx="1262" formatCode="h:mm:ss">
                        <c:v>0.64826388888888886</c:v>
                      </c:pt>
                      <c:pt idx="1263" formatCode="h:mm:ss">
                        <c:v>0.6484375</c:v>
                      </c:pt>
                      <c:pt idx="1264" formatCode="h:mm:ss">
                        <c:v>0.64861111111111114</c:v>
                      </c:pt>
                      <c:pt idx="1265" formatCode="h:mm:ss">
                        <c:v>0.64878472222222228</c:v>
                      </c:pt>
                      <c:pt idx="1266" formatCode="h:mm:ss">
                        <c:v>0.6489583333333333</c:v>
                      </c:pt>
                      <c:pt idx="1267" formatCode="h:mm:ss">
                        <c:v>0.64913194444444444</c:v>
                      </c:pt>
                      <c:pt idx="1268" formatCode="h:mm:ss">
                        <c:v>0.64930555555555558</c:v>
                      </c:pt>
                      <c:pt idx="1269" formatCode="h:mm:ss">
                        <c:v>0.64947916666666672</c:v>
                      </c:pt>
                      <c:pt idx="1270" formatCode="h:mm:ss">
                        <c:v>0.64965277777777775</c:v>
                      </c:pt>
                      <c:pt idx="1271" formatCode="h:mm:ss">
                        <c:v>0.64982638888888888</c:v>
                      </c:pt>
                      <c:pt idx="1272" formatCode="h:mm:ss">
                        <c:v>0.65</c:v>
                      </c:pt>
                      <c:pt idx="1273" formatCode="h:mm:ss">
                        <c:v>0.65017361111111116</c:v>
                      </c:pt>
                      <c:pt idx="1274" formatCode="h:mm:ss">
                        <c:v>0.65034722222222219</c:v>
                      </c:pt>
                      <c:pt idx="1275" formatCode="h:mm:ss">
                        <c:v>0.65052083333333333</c:v>
                      </c:pt>
                      <c:pt idx="1276" formatCode="h:mm:ss">
                        <c:v>0.65069444444444446</c:v>
                      </c:pt>
                      <c:pt idx="1277" formatCode="h:mm:ss">
                        <c:v>0.6508680555555556</c:v>
                      </c:pt>
                      <c:pt idx="1278" formatCode="h:mm:ss">
                        <c:v>0.65104166666666663</c:v>
                      </c:pt>
                      <c:pt idx="1279" formatCode="h:mm:ss">
                        <c:v>0.65121527777777777</c:v>
                      </c:pt>
                      <c:pt idx="1280" formatCode="h:mm:ss">
                        <c:v>0.65138888888888891</c:v>
                      </c:pt>
                      <c:pt idx="1281" formatCode="h:mm:ss">
                        <c:v>0.65156250000000004</c:v>
                      </c:pt>
                      <c:pt idx="1282" formatCode="h:mm:ss">
                        <c:v>0.65173611111111107</c:v>
                      </c:pt>
                      <c:pt idx="1283" formatCode="h:mm:ss">
                        <c:v>0.65190972222222221</c:v>
                      </c:pt>
                      <c:pt idx="1284" formatCode="h:mm:ss">
                        <c:v>0.65208333333333335</c:v>
                      </c:pt>
                      <c:pt idx="1285" formatCode="h:mm:ss">
                        <c:v>0.65225694444444449</c:v>
                      </c:pt>
                      <c:pt idx="1286" formatCode="h:mm:ss">
                        <c:v>0.65243055555555551</c:v>
                      </c:pt>
                      <c:pt idx="1287" formatCode="h:mm:ss">
                        <c:v>0.65260416666666665</c:v>
                      </c:pt>
                      <c:pt idx="1288" formatCode="h:mm:ss">
                        <c:v>0.65277777777777779</c:v>
                      </c:pt>
                      <c:pt idx="1289" formatCode="h:mm:ss">
                        <c:v>0.65295138888888893</c:v>
                      </c:pt>
                      <c:pt idx="1290" formatCode="h:mm:ss">
                        <c:v>0.65312499999999996</c:v>
                      </c:pt>
                      <c:pt idx="1291" formatCode="h:mm:ss">
                        <c:v>0.65329861111111109</c:v>
                      </c:pt>
                      <c:pt idx="1292" formatCode="h:mm:ss">
                        <c:v>0.65347222222222223</c:v>
                      </c:pt>
                      <c:pt idx="1293" formatCode="h:mm:ss">
                        <c:v>0.65364583333333337</c:v>
                      </c:pt>
                      <c:pt idx="1294" formatCode="h:mm:ss">
                        <c:v>0.6538194444444444</c:v>
                      </c:pt>
                      <c:pt idx="1295" formatCode="h:mm:ss">
                        <c:v>0.65399305555555554</c:v>
                      </c:pt>
                      <c:pt idx="1296" formatCode="h:mm:ss">
                        <c:v>0.65416666666666667</c:v>
                      </c:pt>
                      <c:pt idx="1297" formatCode="h:mm:ss">
                        <c:v>0.65434027777777781</c:v>
                      </c:pt>
                      <c:pt idx="1298" formatCode="h:mm:ss">
                        <c:v>0.65451388888888884</c:v>
                      </c:pt>
                      <c:pt idx="1299" formatCode="h:mm:ss">
                        <c:v>0.65468749999999998</c:v>
                      </c:pt>
                      <c:pt idx="1300" formatCode="h:mm:ss">
                        <c:v>0.65486111111111112</c:v>
                      </c:pt>
                      <c:pt idx="1301" formatCode="h:mm:ss">
                        <c:v>0.65503472222222225</c:v>
                      </c:pt>
                      <c:pt idx="1302" formatCode="h:mm:ss">
                        <c:v>0.65520833333333328</c:v>
                      </c:pt>
                      <c:pt idx="1303" formatCode="h:mm:ss">
                        <c:v>0.65538194444444442</c:v>
                      </c:pt>
                      <c:pt idx="1304" formatCode="h:mm:ss">
                        <c:v>0.65555555555555556</c:v>
                      </c:pt>
                      <c:pt idx="1305" formatCode="h:mm:ss">
                        <c:v>0.6557291666666667</c:v>
                      </c:pt>
                      <c:pt idx="1306" formatCode="h:mm:ss">
                        <c:v>0.65590277777777772</c:v>
                      </c:pt>
                      <c:pt idx="1307" formatCode="h:mm:ss">
                        <c:v>0.65607638888888886</c:v>
                      </c:pt>
                      <c:pt idx="1308" formatCode="h:mm:ss">
                        <c:v>0.65625</c:v>
                      </c:pt>
                      <c:pt idx="1309" formatCode="h:mm:ss">
                        <c:v>0.65642361111111114</c:v>
                      </c:pt>
                      <c:pt idx="1310" formatCode="h:mm:ss">
                        <c:v>0.65659722222222228</c:v>
                      </c:pt>
                      <c:pt idx="1311" formatCode="h:mm:ss">
                        <c:v>0.6567708333333333</c:v>
                      </c:pt>
                      <c:pt idx="1312" formatCode="h:mm:ss">
                        <c:v>0.65694444444444444</c:v>
                      </c:pt>
                      <c:pt idx="1313" formatCode="h:mm:ss">
                        <c:v>0.65711805555555558</c:v>
                      </c:pt>
                      <c:pt idx="1314" formatCode="h:mm:ss">
                        <c:v>0.65729166666666672</c:v>
                      </c:pt>
                      <c:pt idx="1315" formatCode="h:mm:ss">
                        <c:v>0.65746527777777775</c:v>
                      </c:pt>
                      <c:pt idx="1316" formatCode="h:mm:ss">
                        <c:v>0.65763888888888888</c:v>
                      </c:pt>
                      <c:pt idx="1317" formatCode="h:mm:ss">
                        <c:v>0.65781250000000002</c:v>
                      </c:pt>
                      <c:pt idx="1318" formatCode="h:mm:ss">
                        <c:v>0.65798611111111116</c:v>
                      </c:pt>
                      <c:pt idx="1319" formatCode="h:mm:ss">
                        <c:v>0.65815972222222219</c:v>
                      </c:pt>
                      <c:pt idx="1320" formatCode="h:mm:ss">
                        <c:v>0.65833333333333333</c:v>
                      </c:pt>
                      <c:pt idx="1321" formatCode="h:mm:ss">
                        <c:v>0.65850694444444446</c:v>
                      </c:pt>
                      <c:pt idx="1322" formatCode="h:mm:ss">
                        <c:v>0.6586805555555556</c:v>
                      </c:pt>
                      <c:pt idx="1323" formatCode="h:mm:ss">
                        <c:v>0.65885416666666663</c:v>
                      </c:pt>
                      <c:pt idx="1324" formatCode="h:mm:ss">
                        <c:v>0.65902777777777777</c:v>
                      </c:pt>
                      <c:pt idx="1325" formatCode="h:mm:ss">
                        <c:v>0.65920138888888891</c:v>
                      </c:pt>
                      <c:pt idx="1326" formatCode="h:mm:ss">
                        <c:v>0.65937500000000004</c:v>
                      </c:pt>
                      <c:pt idx="1327" formatCode="h:mm:ss">
                        <c:v>0.65954861111111107</c:v>
                      </c:pt>
                      <c:pt idx="1328" formatCode="h:mm:ss">
                        <c:v>0.65972222222222221</c:v>
                      </c:pt>
                      <c:pt idx="1329" formatCode="h:mm:ss">
                        <c:v>0.65989583333333335</c:v>
                      </c:pt>
                      <c:pt idx="1330" formatCode="h:mm:ss">
                        <c:v>0.66006944444444449</c:v>
                      </c:pt>
                      <c:pt idx="1331" formatCode="h:mm:ss">
                        <c:v>0.66024305555555551</c:v>
                      </c:pt>
                      <c:pt idx="1332" formatCode="h:mm:ss">
                        <c:v>0.66041666666666665</c:v>
                      </c:pt>
                      <c:pt idx="1333" formatCode="h:mm:ss">
                        <c:v>0.66059027777777779</c:v>
                      </c:pt>
                      <c:pt idx="1334" formatCode="h:mm:ss">
                        <c:v>0.66076388888888893</c:v>
                      </c:pt>
                      <c:pt idx="1335" formatCode="h:mm:ss">
                        <c:v>0.66093749999999996</c:v>
                      </c:pt>
                      <c:pt idx="1336" formatCode="h:mm:ss">
                        <c:v>0.66111111111111109</c:v>
                      </c:pt>
                      <c:pt idx="1337" formatCode="h:mm:ss">
                        <c:v>0.66128472222222223</c:v>
                      </c:pt>
                      <c:pt idx="1338" formatCode="h:mm:ss">
                        <c:v>0.66145833333333337</c:v>
                      </c:pt>
                      <c:pt idx="1339" formatCode="h:mm:ss">
                        <c:v>0.6616319444444444</c:v>
                      </c:pt>
                      <c:pt idx="1340" formatCode="h:mm:ss">
                        <c:v>0.66180555555555554</c:v>
                      </c:pt>
                      <c:pt idx="1341" formatCode="h:mm:ss">
                        <c:v>0.66197916666666667</c:v>
                      </c:pt>
                      <c:pt idx="1342" formatCode="h:mm:ss">
                        <c:v>0.66215277777777781</c:v>
                      </c:pt>
                      <c:pt idx="1343" formatCode="h:mm:ss">
                        <c:v>0.66232638888888884</c:v>
                      </c:pt>
                      <c:pt idx="1344" formatCode="h:mm:ss">
                        <c:v>0.66249999999999998</c:v>
                      </c:pt>
                      <c:pt idx="1345" formatCode="h:mm:ss">
                        <c:v>0.66267361111111112</c:v>
                      </c:pt>
                      <c:pt idx="1346" formatCode="h:mm:ss">
                        <c:v>0.66284722222222225</c:v>
                      </c:pt>
                      <c:pt idx="1347" formatCode="h:mm:ss">
                        <c:v>0.66302083333333328</c:v>
                      </c:pt>
                      <c:pt idx="1348" formatCode="h:mm:ss">
                        <c:v>0.66319444444444442</c:v>
                      </c:pt>
                      <c:pt idx="1349" formatCode="h:mm:ss">
                        <c:v>0.66336805555555556</c:v>
                      </c:pt>
                      <c:pt idx="1350" formatCode="h:mm:ss">
                        <c:v>0.6635416666666667</c:v>
                      </c:pt>
                      <c:pt idx="1351" formatCode="h:mm:ss">
                        <c:v>0.66371527777777772</c:v>
                      </c:pt>
                      <c:pt idx="1352" formatCode="h:mm:ss">
                        <c:v>0.66388888888888886</c:v>
                      </c:pt>
                      <c:pt idx="1353" formatCode="h:mm:ss">
                        <c:v>0.6640625</c:v>
                      </c:pt>
                      <c:pt idx="1354" formatCode="h:mm:ss">
                        <c:v>0.66423611111111114</c:v>
                      </c:pt>
                      <c:pt idx="1355" formatCode="h:mm:ss">
                        <c:v>0.66440972222222228</c:v>
                      </c:pt>
                      <c:pt idx="1356" formatCode="h:mm:ss">
                        <c:v>0.6645833333333333</c:v>
                      </c:pt>
                      <c:pt idx="1357" formatCode="h:mm:ss">
                        <c:v>0.66475694444444444</c:v>
                      </c:pt>
                      <c:pt idx="1358" formatCode="h:mm:ss">
                        <c:v>0.66493055555555558</c:v>
                      </c:pt>
                      <c:pt idx="1359" formatCode="h:mm:ss">
                        <c:v>0.66510416666666672</c:v>
                      </c:pt>
                      <c:pt idx="1360" formatCode="h:mm:ss">
                        <c:v>0.66527777777777775</c:v>
                      </c:pt>
                      <c:pt idx="1361" formatCode="h:mm:ss">
                        <c:v>0.66545138888888888</c:v>
                      </c:pt>
                      <c:pt idx="1362" formatCode="h:mm:ss">
                        <c:v>0.66562500000000002</c:v>
                      </c:pt>
                      <c:pt idx="1363" formatCode="h:mm:ss">
                        <c:v>0.66579861111111116</c:v>
                      </c:pt>
                      <c:pt idx="1364" formatCode="h:mm:ss">
                        <c:v>0.66597222222222219</c:v>
                      </c:pt>
                      <c:pt idx="1365" formatCode="h:mm:ss">
                        <c:v>0.66614583333333333</c:v>
                      </c:pt>
                      <c:pt idx="1366" formatCode="h:mm:ss">
                        <c:v>0.66631944444444446</c:v>
                      </c:pt>
                      <c:pt idx="1367" formatCode="h:mm:ss">
                        <c:v>0.6664930555555556</c:v>
                      </c:pt>
                      <c:pt idx="1368" formatCode="h:mm:ss">
                        <c:v>0.66666666666666663</c:v>
                      </c:pt>
                      <c:pt idx="1369" formatCode="h:mm:ss">
                        <c:v>0.66684027777777777</c:v>
                      </c:pt>
                      <c:pt idx="1370" formatCode="h:mm:ss">
                        <c:v>0.66701388888888891</c:v>
                      </c:pt>
                      <c:pt idx="1371" formatCode="h:mm:ss">
                        <c:v>0.66718750000000004</c:v>
                      </c:pt>
                      <c:pt idx="1372" formatCode="h:mm:ss">
                        <c:v>0.66736111111111107</c:v>
                      </c:pt>
                      <c:pt idx="1373" formatCode="h:mm:ss">
                        <c:v>0.66753472222222221</c:v>
                      </c:pt>
                      <c:pt idx="1374" formatCode="h:mm:ss">
                        <c:v>0.66770833333333335</c:v>
                      </c:pt>
                      <c:pt idx="1375" formatCode="h:mm:ss">
                        <c:v>0.66788194444444449</c:v>
                      </c:pt>
                      <c:pt idx="1376" formatCode="h:mm:ss">
                        <c:v>0.66805555555555551</c:v>
                      </c:pt>
                      <c:pt idx="1377" formatCode="h:mm:ss">
                        <c:v>0.66822916666666665</c:v>
                      </c:pt>
                      <c:pt idx="1378" formatCode="h:mm:ss">
                        <c:v>0.66840277777777779</c:v>
                      </c:pt>
                      <c:pt idx="1379" formatCode="h:mm:ss">
                        <c:v>0.66857638888888893</c:v>
                      </c:pt>
                      <c:pt idx="1380" formatCode="h:mm:ss">
                        <c:v>0.66874999999999996</c:v>
                      </c:pt>
                      <c:pt idx="1381" formatCode="h:mm:ss">
                        <c:v>0.66892361111111109</c:v>
                      </c:pt>
                      <c:pt idx="1382" formatCode="h:mm:ss">
                        <c:v>0.66909722222222223</c:v>
                      </c:pt>
                      <c:pt idx="1383" formatCode="h:mm:ss">
                        <c:v>0.66927083333333337</c:v>
                      </c:pt>
                      <c:pt idx="1384" formatCode="h:mm:ss">
                        <c:v>0.6694444444444444</c:v>
                      </c:pt>
                      <c:pt idx="1385" formatCode="h:mm:ss">
                        <c:v>0.66961805555555554</c:v>
                      </c:pt>
                      <c:pt idx="1386" formatCode="h:mm:ss">
                        <c:v>0.66979166666666667</c:v>
                      </c:pt>
                      <c:pt idx="1387" formatCode="h:mm:ss">
                        <c:v>0.66996527777777781</c:v>
                      </c:pt>
                      <c:pt idx="1388" formatCode="h:mm:ss">
                        <c:v>0.67013888888888884</c:v>
                      </c:pt>
                      <c:pt idx="1389" formatCode="h:mm:ss">
                        <c:v>0.67031249999999998</c:v>
                      </c:pt>
                      <c:pt idx="1390" formatCode="h:mm:ss">
                        <c:v>0.67048611111111112</c:v>
                      </c:pt>
                      <c:pt idx="1391" formatCode="h:mm:ss">
                        <c:v>0.67065972222222225</c:v>
                      </c:pt>
                      <c:pt idx="1392" formatCode="h:mm:ss">
                        <c:v>0.67083333333333328</c:v>
                      </c:pt>
                      <c:pt idx="1393" formatCode="h:mm:ss">
                        <c:v>0.67100694444444442</c:v>
                      </c:pt>
                      <c:pt idx="1394" formatCode="h:mm:ss">
                        <c:v>0.67118055555555556</c:v>
                      </c:pt>
                      <c:pt idx="1395" formatCode="h:mm:ss">
                        <c:v>0.6713541666666667</c:v>
                      </c:pt>
                      <c:pt idx="1396" formatCode="h:mm:ss">
                        <c:v>0.67152777777777772</c:v>
                      </c:pt>
                      <c:pt idx="1397" formatCode="h:mm:ss">
                        <c:v>0.67170138888888886</c:v>
                      </c:pt>
                      <c:pt idx="1398" formatCode="h:mm:ss">
                        <c:v>0.671875</c:v>
                      </c:pt>
                      <c:pt idx="1399" formatCode="h:mm:ss">
                        <c:v>0.67204861111111114</c:v>
                      </c:pt>
                      <c:pt idx="1400" formatCode="h:mm:ss">
                        <c:v>0.67222222222222228</c:v>
                      </c:pt>
                      <c:pt idx="1401" formatCode="h:mm:ss">
                        <c:v>0.6723958333333333</c:v>
                      </c:pt>
                      <c:pt idx="1402" formatCode="h:mm:ss">
                        <c:v>0.67256944444444444</c:v>
                      </c:pt>
                      <c:pt idx="1403" formatCode="h:mm:ss">
                        <c:v>0.67274305555555558</c:v>
                      </c:pt>
                      <c:pt idx="1404" formatCode="h:mm:ss">
                        <c:v>0.67291666666666672</c:v>
                      </c:pt>
                      <c:pt idx="1405" formatCode="h:mm:ss">
                        <c:v>0.67309027777777775</c:v>
                      </c:pt>
                      <c:pt idx="1406" formatCode="h:mm:ss">
                        <c:v>0.67326388888888888</c:v>
                      </c:pt>
                      <c:pt idx="1407" formatCode="h:mm:ss">
                        <c:v>0.67343750000000002</c:v>
                      </c:pt>
                      <c:pt idx="1408" formatCode="h:mm:ss">
                        <c:v>0.67361111111111116</c:v>
                      </c:pt>
                      <c:pt idx="1409" formatCode="h:mm:ss">
                        <c:v>0.67378472222222219</c:v>
                      </c:pt>
                      <c:pt idx="1410" formatCode="h:mm:ss">
                        <c:v>0.67395833333333333</c:v>
                      </c:pt>
                      <c:pt idx="1411" formatCode="h:mm:ss">
                        <c:v>0.67413194444444446</c:v>
                      </c:pt>
                      <c:pt idx="1412" formatCode="h:mm:ss">
                        <c:v>0.6743055555555556</c:v>
                      </c:pt>
                      <c:pt idx="1413" formatCode="h:mm:ss">
                        <c:v>0.67447916666666663</c:v>
                      </c:pt>
                      <c:pt idx="1414" formatCode="h:mm:ss">
                        <c:v>0.67465277777777777</c:v>
                      </c:pt>
                      <c:pt idx="1415" formatCode="h:mm:ss">
                        <c:v>0.67482638888888891</c:v>
                      </c:pt>
                      <c:pt idx="1416" formatCode="h:mm:ss">
                        <c:v>0.67500000000000004</c:v>
                      </c:pt>
                      <c:pt idx="1417" formatCode="h:mm:ss">
                        <c:v>0.67517361111111107</c:v>
                      </c:pt>
                      <c:pt idx="1418" formatCode="h:mm:ss">
                        <c:v>0.67534722222222221</c:v>
                      </c:pt>
                      <c:pt idx="1419" formatCode="h:mm:ss">
                        <c:v>0.67552083333333335</c:v>
                      </c:pt>
                      <c:pt idx="1420" formatCode="h:mm:ss">
                        <c:v>0.67569444444444449</c:v>
                      </c:pt>
                      <c:pt idx="1421" formatCode="h:mm:ss">
                        <c:v>0.67586805555555551</c:v>
                      </c:pt>
                      <c:pt idx="1422" formatCode="h:mm:ss">
                        <c:v>0.67604166666666665</c:v>
                      </c:pt>
                      <c:pt idx="1423" formatCode="h:mm:ss">
                        <c:v>0.67621527777777779</c:v>
                      </c:pt>
                      <c:pt idx="1424" formatCode="h:mm:ss">
                        <c:v>0.67638888888888893</c:v>
                      </c:pt>
                      <c:pt idx="1425" formatCode="h:mm:ss">
                        <c:v>0.67656249999999996</c:v>
                      </c:pt>
                      <c:pt idx="1426" formatCode="h:mm:ss">
                        <c:v>0.67673611111111109</c:v>
                      </c:pt>
                      <c:pt idx="1427" formatCode="h:mm:ss">
                        <c:v>0.67690972222222223</c:v>
                      </c:pt>
                      <c:pt idx="1428" formatCode="h:mm:ss">
                        <c:v>0.67708333333333337</c:v>
                      </c:pt>
                      <c:pt idx="1429" formatCode="h:mm:ss">
                        <c:v>0.6772569444444444</c:v>
                      </c:pt>
                      <c:pt idx="1430" formatCode="h:mm:ss">
                        <c:v>0.67743055555555554</c:v>
                      </c:pt>
                      <c:pt idx="1431" formatCode="h:mm:ss">
                        <c:v>0.67760416666666667</c:v>
                      </c:pt>
                      <c:pt idx="1432" formatCode="h:mm:ss">
                        <c:v>0.67777777777777781</c:v>
                      </c:pt>
                      <c:pt idx="1433" formatCode="h:mm:ss">
                        <c:v>0.67795138888888884</c:v>
                      </c:pt>
                      <c:pt idx="1434" formatCode="h:mm:ss">
                        <c:v>0.67812499999999998</c:v>
                      </c:pt>
                      <c:pt idx="1435" formatCode="h:mm:ss">
                        <c:v>0.67829861111111112</c:v>
                      </c:pt>
                      <c:pt idx="1436" formatCode="h:mm:ss">
                        <c:v>0.67847222222222225</c:v>
                      </c:pt>
                      <c:pt idx="1437" formatCode="h:mm:ss">
                        <c:v>0.67864583333333328</c:v>
                      </c:pt>
                      <c:pt idx="1438" formatCode="h:mm:ss">
                        <c:v>0.67881944444444442</c:v>
                      </c:pt>
                      <c:pt idx="1439" formatCode="h:mm:ss">
                        <c:v>0.67899305555555556</c:v>
                      </c:pt>
                      <c:pt idx="1440" formatCode="h:mm:ss">
                        <c:v>0.6791666666666667</c:v>
                      </c:pt>
                      <c:pt idx="1441" formatCode="h:mm:ss">
                        <c:v>0.67934027777777772</c:v>
                      </c:pt>
                      <c:pt idx="1442" formatCode="h:mm:ss">
                        <c:v>0.67951388888888886</c:v>
                      </c:pt>
                      <c:pt idx="1443" formatCode="h:mm:ss">
                        <c:v>0.6796875</c:v>
                      </c:pt>
                      <c:pt idx="1444" formatCode="h:mm:ss">
                        <c:v>0.67986111111111114</c:v>
                      </c:pt>
                      <c:pt idx="1445" formatCode="h:mm:ss">
                        <c:v>0.68003472222222228</c:v>
                      </c:pt>
                      <c:pt idx="1446" formatCode="h:mm:ss">
                        <c:v>0.6802083333333333</c:v>
                      </c:pt>
                      <c:pt idx="1447" formatCode="h:mm:ss">
                        <c:v>0.68038194444444444</c:v>
                      </c:pt>
                      <c:pt idx="1448" formatCode="h:mm:ss">
                        <c:v>0.68055555555555558</c:v>
                      </c:pt>
                      <c:pt idx="1449" formatCode="h:mm:ss">
                        <c:v>0.68072916666666672</c:v>
                      </c:pt>
                      <c:pt idx="1450" formatCode="h:mm:ss">
                        <c:v>0.68090277777777775</c:v>
                      </c:pt>
                      <c:pt idx="1451" formatCode="h:mm:ss">
                        <c:v>0.68107638888888888</c:v>
                      </c:pt>
                      <c:pt idx="1452" formatCode="h:mm:ss">
                        <c:v>0.68125000000000002</c:v>
                      </c:pt>
                      <c:pt idx="1453" formatCode="h:mm:ss">
                        <c:v>0.68142361111111116</c:v>
                      </c:pt>
                      <c:pt idx="1454" formatCode="h:mm:ss">
                        <c:v>0.68159722222222219</c:v>
                      </c:pt>
                      <c:pt idx="1455" formatCode="h:mm:ss">
                        <c:v>0.68177083333333333</c:v>
                      </c:pt>
                      <c:pt idx="1456" formatCode="h:mm:ss">
                        <c:v>0.68194444444444446</c:v>
                      </c:pt>
                      <c:pt idx="1457" formatCode="h:mm:ss">
                        <c:v>0.6821180555555556</c:v>
                      </c:pt>
                      <c:pt idx="1458" formatCode="h:mm:ss">
                        <c:v>0.68229166666666663</c:v>
                      </c:pt>
                      <c:pt idx="1459" formatCode="h:mm:ss">
                        <c:v>0.68246527777777777</c:v>
                      </c:pt>
                      <c:pt idx="1460" formatCode="h:mm:ss">
                        <c:v>0.68263888888888891</c:v>
                      </c:pt>
                      <c:pt idx="1461" formatCode="h:mm:ss">
                        <c:v>0.68281250000000004</c:v>
                      </c:pt>
                      <c:pt idx="1462" formatCode="h:mm:ss">
                        <c:v>0.68298611111111107</c:v>
                      </c:pt>
                      <c:pt idx="1463" formatCode="h:mm:ss">
                        <c:v>0.68315972222222221</c:v>
                      </c:pt>
                      <c:pt idx="1464" formatCode="h:mm:ss">
                        <c:v>0.68333333333333335</c:v>
                      </c:pt>
                      <c:pt idx="1465" formatCode="h:mm:ss">
                        <c:v>0.68350694444444449</c:v>
                      </c:pt>
                      <c:pt idx="1466" formatCode="h:mm:ss">
                        <c:v>0.68368055555555551</c:v>
                      </c:pt>
                      <c:pt idx="1467" formatCode="h:mm:ss">
                        <c:v>0.68385416666666665</c:v>
                      </c:pt>
                      <c:pt idx="1468" formatCode="h:mm:ss">
                        <c:v>0.68402777777777779</c:v>
                      </c:pt>
                      <c:pt idx="1469" formatCode="h:mm:ss">
                        <c:v>0.68420138888888893</c:v>
                      </c:pt>
                      <c:pt idx="1470" formatCode="h:mm:ss">
                        <c:v>0.68437499999999996</c:v>
                      </c:pt>
                      <c:pt idx="1471" formatCode="h:mm:ss">
                        <c:v>0.68454861111111109</c:v>
                      </c:pt>
                      <c:pt idx="1472" formatCode="h:mm:ss">
                        <c:v>0.68472222222222223</c:v>
                      </c:pt>
                      <c:pt idx="1473" formatCode="h:mm:ss">
                        <c:v>0.68489583333333337</c:v>
                      </c:pt>
                      <c:pt idx="1474" formatCode="h:mm:ss">
                        <c:v>0.6850694444444444</c:v>
                      </c:pt>
                      <c:pt idx="1475" formatCode="h:mm:ss">
                        <c:v>0.68524305555555554</c:v>
                      </c:pt>
                      <c:pt idx="1476" formatCode="h:mm:ss">
                        <c:v>0.68541666666666667</c:v>
                      </c:pt>
                      <c:pt idx="1477" formatCode="h:mm:ss">
                        <c:v>0.68559027777777781</c:v>
                      </c:pt>
                      <c:pt idx="1478" formatCode="h:mm:ss">
                        <c:v>0.68576388888888884</c:v>
                      </c:pt>
                      <c:pt idx="1479" formatCode="h:mm:ss">
                        <c:v>0.68593749999999998</c:v>
                      </c:pt>
                      <c:pt idx="1480" formatCode="h:mm:ss">
                        <c:v>0.68611111111111112</c:v>
                      </c:pt>
                      <c:pt idx="1481" formatCode="h:mm:ss">
                        <c:v>0.68628472222222225</c:v>
                      </c:pt>
                      <c:pt idx="1482" formatCode="h:mm:ss">
                        <c:v>0.68645833333333328</c:v>
                      </c:pt>
                      <c:pt idx="1483" formatCode="h:mm:ss">
                        <c:v>0.68663194444444442</c:v>
                      </c:pt>
                      <c:pt idx="1484" formatCode="h:mm:ss">
                        <c:v>0.68680555555555556</c:v>
                      </c:pt>
                      <c:pt idx="1485" formatCode="h:mm:ss">
                        <c:v>0.6869791666666667</c:v>
                      </c:pt>
                      <c:pt idx="1486" formatCode="h:mm:ss">
                        <c:v>0.68715277777777772</c:v>
                      </c:pt>
                      <c:pt idx="1487" formatCode="h:mm:ss">
                        <c:v>0.68732638888888886</c:v>
                      </c:pt>
                      <c:pt idx="1488" formatCode="h:mm:ss">
                        <c:v>0.6875</c:v>
                      </c:pt>
                      <c:pt idx="1489" formatCode="h:mm:ss">
                        <c:v>0.68767361111111114</c:v>
                      </c:pt>
                      <c:pt idx="1490" formatCode="h:mm:ss">
                        <c:v>0.68784722222222228</c:v>
                      </c:pt>
                      <c:pt idx="1491" formatCode="h:mm:ss">
                        <c:v>0.6880208333333333</c:v>
                      </c:pt>
                      <c:pt idx="1492" formatCode="h:mm:ss">
                        <c:v>0.68819444444444444</c:v>
                      </c:pt>
                      <c:pt idx="1493" formatCode="h:mm:ss">
                        <c:v>0.68836805555555558</c:v>
                      </c:pt>
                      <c:pt idx="1494" formatCode="h:mm:ss">
                        <c:v>0.68854166666666672</c:v>
                      </c:pt>
                      <c:pt idx="1495" formatCode="h:mm:ss">
                        <c:v>0.68871527777777775</c:v>
                      </c:pt>
                      <c:pt idx="1496" formatCode="h:mm:ss">
                        <c:v>0.68888888888888888</c:v>
                      </c:pt>
                      <c:pt idx="1497" formatCode="h:mm:ss">
                        <c:v>0.68906250000000002</c:v>
                      </c:pt>
                      <c:pt idx="1498" formatCode="h:mm:ss">
                        <c:v>0.68923611111111116</c:v>
                      </c:pt>
                      <c:pt idx="1499" formatCode="h:mm:ss">
                        <c:v>0.68940972222222219</c:v>
                      </c:pt>
                      <c:pt idx="1500" formatCode="h:mm:ss">
                        <c:v>0.68958333333333333</c:v>
                      </c:pt>
                      <c:pt idx="1501" formatCode="h:mm:ss">
                        <c:v>0.68975694444444446</c:v>
                      </c:pt>
                      <c:pt idx="1502" formatCode="h:mm:ss">
                        <c:v>0.6899305555555556</c:v>
                      </c:pt>
                      <c:pt idx="1503" formatCode="h:mm:ss">
                        <c:v>0.69010416666666663</c:v>
                      </c:pt>
                      <c:pt idx="1504" formatCode="h:mm:ss">
                        <c:v>0.69027777777777777</c:v>
                      </c:pt>
                      <c:pt idx="1505" formatCode="h:mm:ss">
                        <c:v>0.69045138888888891</c:v>
                      </c:pt>
                      <c:pt idx="1506" formatCode="h:mm:ss">
                        <c:v>0.69062500000000004</c:v>
                      </c:pt>
                      <c:pt idx="1507" formatCode="h:mm:ss">
                        <c:v>0.69079861111111107</c:v>
                      </c:pt>
                      <c:pt idx="1508" formatCode="h:mm:ss">
                        <c:v>0.69097222222222221</c:v>
                      </c:pt>
                      <c:pt idx="1509" formatCode="h:mm:ss">
                        <c:v>0.69114583333333335</c:v>
                      </c:pt>
                      <c:pt idx="1510" formatCode="h:mm:ss">
                        <c:v>0.69131944444444449</c:v>
                      </c:pt>
                      <c:pt idx="1511" formatCode="h:mm:ss">
                        <c:v>0.69149305555555551</c:v>
                      </c:pt>
                      <c:pt idx="1512" formatCode="h:mm:ss">
                        <c:v>0.69166666666666665</c:v>
                      </c:pt>
                      <c:pt idx="1513" formatCode="h:mm:ss">
                        <c:v>0.69184027777777779</c:v>
                      </c:pt>
                      <c:pt idx="1514" formatCode="h:mm:ss">
                        <c:v>0.69201388888888893</c:v>
                      </c:pt>
                      <c:pt idx="1515" formatCode="h:mm:ss">
                        <c:v>0.69218749999999996</c:v>
                      </c:pt>
                      <c:pt idx="1516" formatCode="h:mm:ss">
                        <c:v>0.69236111111111109</c:v>
                      </c:pt>
                      <c:pt idx="1517" formatCode="h:mm:ss">
                        <c:v>0.69253472222222223</c:v>
                      </c:pt>
                      <c:pt idx="1518" formatCode="h:mm:ss">
                        <c:v>0.69270833333333337</c:v>
                      </c:pt>
                      <c:pt idx="1519" formatCode="h:mm:ss">
                        <c:v>0.6928819444444444</c:v>
                      </c:pt>
                      <c:pt idx="1520" formatCode="h:mm:ss">
                        <c:v>0.69305555555555554</c:v>
                      </c:pt>
                      <c:pt idx="1521" formatCode="h:mm:ss">
                        <c:v>0.69322916666666667</c:v>
                      </c:pt>
                      <c:pt idx="1522" formatCode="h:mm:ss">
                        <c:v>0.69340277777777781</c:v>
                      </c:pt>
                      <c:pt idx="1523" formatCode="h:mm:ss">
                        <c:v>0.69357638888888884</c:v>
                      </c:pt>
                      <c:pt idx="1524" formatCode="h:mm:ss">
                        <c:v>0.69374999999999998</c:v>
                      </c:pt>
                      <c:pt idx="1525" formatCode="h:mm:ss">
                        <c:v>0.69392361111111112</c:v>
                      </c:pt>
                      <c:pt idx="1526" formatCode="h:mm:ss">
                        <c:v>0.69409722222222225</c:v>
                      </c:pt>
                      <c:pt idx="1527" formatCode="h:mm:ss">
                        <c:v>0.69427083333333328</c:v>
                      </c:pt>
                      <c:pt idx="1528" formatCode="h:mm:ss">
                        <c:v>0.69444444444444442</c:v>
                      </c:pt>
                      <c:pt idx="1529" formatCode="h:mm:ss">
                        <c:v>0.69461805555555556</c:v>
                      </c:pt>
                      <c:pt idx="1530" formatCode="h:mm:ss">
                        <c:v>0.6947916666666667</c:v>
                      </c:pt>
                      <c:pt idx="1531" formatCode="h:mm:ss">
                        <c:v>0.69496527777777772</c:v>
                      </c:pt>
                      <c:pt idx="1532" formatCode="h:mm:ss">
                        <c:v>0.69513888888888886</c:v>
                      </c:pt>
                      <c:pt idx="1533" formatCode="h:mm:ss">
                        <c:v>0.6953125</c:v>
                      </c:pt>
                      <c:pt idx="1534" formatCode="h:mm:ss">
                        <c:v>0.69548611111111114</c:v>
                      </c:pt>
                      <c:pt idx="1535" formatCode="h:mm:ss">
                        <c:v>0.69565972222222228</c:v>
                      </c:pt>
                      <c:pt idx="1536" formatCode="h:mm:ss">
                        <c:v>0.6958333333333333</c:v>
                      </c:pt>
                      <c:pt idx="1537" formatCode="h:mm:ss">
                        <c:v>0.69600694444444444</c:v>
                      </c:pt>
                      <c:pt idx="1538" formatCode="h:mm:ss">
                        <c:v>0.69618055555555558</c:v>
                      </c:pt>
                      <c:pt idx="1539" formatCode="h:mm:ss">
                        <c:v>0.69635416666666672</c:v>
                      </c:pt>
                      <c:pt idx="1540" formatCode="h:mm:ss">
                        <c:v>0.69652777777777775</c:v>
                      </c:pt>
                      <c:pt idx="1541" formatCode="h:mm:ss">
                        <c:v>0.69670138888888888</c:v>
                      </c:pt>
                      <c:pt idx="1542" formatCode="h:mm:ss">
                        <c:v>0.69687500000000002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'Monitor 2'!$B$10:$B$1552</c15:sqref>
                        </c15:formulaRef>
                      </c:ext>
                    </c:extLst>
                    <c:numCache>
                      <c:formatCode>General</c:formatCode>
                      <c:ptCount val="1543"/>
                      <c:pt idx="0">
                        <c:v>5</c:v>
                      </c:pt>
                      <c:pt idx="1">
                        <c:v>5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0</c:v>
                      </c:pt>
                      <c:pt idx="32">
                        <c:v>0</c:v>
                      </c:pt>
                      <c:pt idx="33">
                        <c:v>0</c:v>
                      </c:pt>
                      <c:pt idx="34">
                        <c:v>0</c:v>
                      </c:pt>
                      <c:pt idx="35">
                        <c:v>0</c:v>
                      </c:pt>
                      <c:pt idx="36">
                        <c:v>0</c:v>
                      </c:pt>
                      <c:pt idx="37">
                        <c:v>0</c:v>
                      </c:pt>
                      <c:pt idx="38">
                        <c:v>0</c:v>
                      </c:pt>
                      <c:pt idx="39">
                        <c:v>0</c:v>
                      </c:pt>
                      <c:pt idx="40">
                        <c:v>0</c:v>
                      </c:pt>
                      <c:pt idx="41">
                        <c:v>0</c:v>
                      </c:pt>
                      <c:pt idx="42">
                        <c:v>0</c:v>
                      </c:pt>
                      <c:pt idx="43">
                        <c:v>0</c:v>
                      </c:pt>
                      <c:pt idx="44">
                        <c:v>0</c:v>
                      </c:pt>
                      <c:pt idx="45">
                        <c:v>0</c:v>
                      </c:pt>
                      <c:pt idx="46">
                        <c:v>0</c:v>
                      </c:pt>
                      <c:pt idx="47">
                        <c:v>0</c:v>
                      </c:pt>
                      <c:pt idx="48">
                        <c:v>0</c:v>
                      </c:pt>
                      <c:pt idx="49">
                        <c:v>0</c:v>
                      </c:pt>
                      <c:pt idx="50">
                        <c:v>0</c:v>
                      </c:pt>
                      <c:pt idx="51">
                        <c:v>0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  <c:pt idx="100">
                        <c:v>0</c:v>
                      </c:pt>
                      <c:pt idx="101">
                        <c:v>0</c:v>
                      </c:pt>
                      <c:pt idx="102">
                        <c:v>0</c:v>
                      </c:pt>
                      <c:pt idx="103">
                        <c:v>0</c:v>
                      </c:pt>
                      <c:pt idx="104">
                        <c:v>0</c:v>
                      </c:pt>
                      <c:pt idx="105">
                        <c:v>0</c:v>
                      </c:pt>
                      <c:pt idx="106">
                        <c:v>0</c:v>
                      </c:pt>
                      <c:pt idx="107">
                        <c:v>0</c:v>
                      </c:pt>
                      <c:pt idx="108">
                        <c:v>0</c:v>
                      </c:pt>
                      <c:pt idx="109">
                        <c:v>0</c:v>
                      </c:pt>
                      <c:pt idx="110">
                        <c:v>0</c:v>
                      </c:pt>
                      <c:pt idx="111">
                        <c:v>0</c:v>
                      </c:pt>
                      <c:pt idx="112">
                        <c:v>0</c:v>
                      </c:pt>
                      <c:pt idx="113">
                        <c:v>0</c:v>
                      </c:pt>
                      <c:pt idx="114">
                        <c:v>0</c:v>
                      </c:pt>
                      <c:pt idx="115">
                        <c:v>0</c:v>
                      </c:pt>
                      <c:pt idx="116">
                        <c:v>0</c:v>
                      </c:pt>
                      <c:pt idx="117">
                        <c:v>0</c:v>
                      </c:pt>
                      <c:pt idx="118">
                        <c:v>0</c:v>
                      </c:pt>
                      <c:pt idx="119">
                        <c:v>0</c:v>
                      </c:pt>
                      <c:pt idx="120">
                        <c:v>0</c:v>
                      </c:pt>
                      <c:pt idx="121">
                        <c:v>0</c:v>
                      </c:pt>
                      <c:pt idx="122">
                        <c:v>0</c:v>
                      </c:pt>
                      <c:pt idx="123">
                        <c:v>0</c:v>
                      </c:pt>
                      <c:pt idx="124">
                        <c:v>0</c:v>
                      </c:pt>
                      <c:pt idx="125">
                        <c:v>0</c:v>
                      </c:pt>
                      <c:pt idx="126">
                        <c:v>0</c:v>
                      </c:pt>
                      <c:pt idx="127">
                        <c:v>0</c:v>
                      </c:pt>
                      <c:pt idx="128">
                        <c:v>0</c:v>
                      </c:pt>
                      <c:pt idx="129">
                        <c:v>0</c:v>
                      </c:pt>
                      <c:pt idx="130">
                        <c:v>0</c:v>
                      </c:pt>
                      <c:pt idx="131">
                        <c:v>0</c:v>
                      </c:pt>
                      <c:pt idx="132">
                        <c:v>0</c:v>
                      </c:pt>
                      <c:pt idx="133">
                        <c:v>0</c:v>
                      </c:pt>
                      <c:pt idx="134">
                        <c:v>0</c:v>
                      </c:pt>
                      <c:pt idx="135">
                        <c:v>0</c:v>
                      </c:pt>
                      <c:pt idx="136">
                        <c:v>0</c:v>
                      </c:pt>
                      <c:pt idx="137">
                        <c:v>0</c:v>
                      </c:pt>
                      <c:pt idx="138">
                        <c:v>0</c:v>
                      </c:pt>
                      <c:pt idx="139">
                        <c:v>0</c:v>
                      </c:pt>
                      <c:pt idx="140">
                        <c:v>0</c:v>
                      </c:pt>
                      <c:pt idx="141">
                        <c:v>0</c:v>
                      </c:pt>
                      <c:pt idx="142">
                        <c:v>0</c:v>
                      </c:pt>
                      <c:pt idx="143">
                        <c:v>0</c:v>
                      </c:pt>
                      <c:pt idx="144">
                        <c:v>0</c:v>
                      </c:pt>
                      <c:pt idx="145">
                        <c:v>0</c:v>
                      </c:pt>
                      <c:pt idx="146">
                        <c:v>0</c:v>
                      </c:pt>
                      <c:pt idx="147">
                        <c:v>0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0</c:v>
                      </c:pt>
                      <c:pt idx="151">
                        <c:v>0</c:v>
                      </c:pt>
                      <c:pt idx="152">
                        <c:v>0</c:v>
                      </c:pt>
                      <c:pt idx="153">
                        <c:v>0</c:v>
                      </c:pt>
                      <c:pt idx="154">
                        <c:v>0</c:v>
                      </c:pt>
                      <c:pt idx="155">
                        <c:v>0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0</c:v>
                      </c:pt>
                      <c:pt idx="160">
                        <c:v>0</c:v>
                      </c:pt>
                      <c:pt idx="161">
                        <c:v>0</c:v>
                      </c:pt>
                      <c:pt idx="162">
                        <c:v>0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0</c:v>
                      </c:pt>
                      <c:pt idx="167">
                        <c:v>0</c:v>
                      </c:pt>
                      <c:pt idx="168">
                        <c:v>0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0</c:v>
                      </c:pt>
                      <c:pt idx="172">
                        <c:v>0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0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  <c:pt idx="200">
                        <c:v>0</c:v>
                      </c:pt>
                      <c:pt idx="201">
                        <c:v>0</c:v>
                      </c:pt>
                      <c:pt idx="202">
                        <c:v>0</c:v>
                      </c:pt>
                      <c:pt idx="203">
                        <c:v>0</c:v>
                      </c:pt>
                      <c:pt idx="204">
                        <c:v>0</c:v>
                      </c:pt>
                      <c:pt idx="205">
                        <c:v>0</c:v>
                      </c:pt>
                      <c:pt idx="206">
                        <c:v>0</c:v>
                      </c:pt>
                      <c:pt idx="207">
                        <c:v>0</c:v>
                      </c:pt>
                      <c:pt idx="208">
                        <c:v>0</c:v>
                      </c:pt>
                      <c:pt idx="209">
                        <c:v>0</c:v>
                      </c:pt>
                      <c:pt idx="210">
                        <c:v>0</c:v>
                      </c:pt>
                      <c:pt idx="211">
                        <c:v>0</c:v>
                      </c:pt>
                      <c:pt idx="212">
                        <c:v>0</c:v>
                      </c:pt>
                      <c:pt idx="213">
                        <c:v>0</c:v>
                      </c:pt>
                      <c:pt idx="214">
                        <c:v>0</c:v>
                      </c:pt>
                      <c:pt idx="215">
                        <c:v>0</c:v>
                      </c:pt>
                      <c:pt idx="216">
                        <c:v>0</c:v>
                      </c:pt>
                      <c:pt idx="217">
                        <c:v>0</c:v>
                      </c:pt>
                      <c:pt idx="218">
                        <c:v>0</c:v>
                      </c:pt>
                      <c:pt idx="219">
                        <c:v>0</c:v>
                      </c:pt>
                      <c:pt idx="220">
                        <c:v>0</c:v>
                      </c:pt>
                      <c:pt idx="221">
                        <c:v>0</c:v>
                      </c:pt>
                      <c:pt idx="222">
                        <c:v>0</c:v>
                      </c:pt>
                      <c:pt idx="223">
                        <c:v>0</c:v>
                      </c:pt>
                      <c:pt idx="224">
                        <c:v>0</c:v>
                      </c:pt>
                      <c:pt idx="225">
                        <c:v>0</c:v>
                      </c:pt>
                      <c:pt idx="226">
                        <c:v>0</c:v>
                      </c:pt>
                      <c:pt idx="227">
                        <c:v>0</c:v>
                      </c:pt>
                      <c:pt idx="228">
                        <c:v>0</c:v>
                      </c:pt>
                      <c:pt idx="229">
                        <c:v>0</c:v>
                      </c:pt>
                      <c:pt idx="230">
                        <c:v>0</c:v>
                      </c:pt>
                      <c:pt idx="231">
                        <c:v>0</c:v>
                      </c:pt>
                      <c:pt idx="232">
                        <c:v>0</c:v>
                      </c:pt>
                      <c:pt idx="233">
                        <c:v>0</c:v>
                      </c:pt>
                      <c:pt idx="234">
                        <c:v>0</c:v>
                      </c:pt>
                      <c:pt idx="235">
                        <c:v>0</c:v>
                      </c:pt>
                      <c:pt idx="236">
                        <c:v>0</c:v>
                      </c:pt>
                      <c:pt idx="237">
                        <c:v>0</c:v>
                      </c:pt>
                      <c:pt idx="238">
                        <c:v>0</c:v>
                      </c:pt>
                      <c:pt idx="239">
                        <c:v>0</c:v>
                      </c:pt>
                      <c:pt idx="240">
                        <c:v>0</c:v>
                      </c:pt>
                      <c:pt idx="241">
                        <c:v>0</c:v>
                      </c:pt>
                      <c:pt idx="242">
                        <c:v>0</c:v>
                      </c:pt>
                      <c:pt idx="243">
                        <c:v>0</c:v>
                      </c:pt>
                      <c:pt idx="244">
                        <c:v>0</c:v>
                      </c:pt>
                      <c:pt idx="245">
                        <c:v>0</c:v>
                      </c:pt>
                      <c:pt idx="246">
                        <c:v>0</c:v>
                      </c:pt>
                      <c:pt idx="247">
                        <c:v>0</c:v>
                      </c:pt>
                      <c:pt idx="248">
                        <c:v>0</c:v>
                      </c:pt>
                      <c:pt idx="249">
                        <c:v>0</c:v>
                      </c:pt>
                      <c:pt idx="250">
                        <c:v>0</c:v>
                      </c:pt>
                      <c:pt idx="251">
                        <c:v>0</c:v>
                      </c:pt>
                      <c:pt idx="252">
                        <c:v>0</c:v>
                      </c:pt>
                      <c:pt idx="253">
                        <c:v>0</c:v>
                      </c:pt>
                      <c:pt idx="254">
                        <c:v>0</c:v>
                      </c:pt>
                      <c:pt idx="255">
                        <c:v>0</c:v>
                      </c:pt>
                      <c:pt idx="256">
                        <c:v>0</c:v>
                      </c:pt>
                      <c:pt idx="257">
                        <c:v>0</c:v>
                      </c:pt>
                      <c:pt idx="258">
                        <c:v>0</c:v>
                      </c:pt>
                      <c:pt idx="259">
                        <c:v>0</c:v>
                      </c:pt>
                      <c:pt idx="260">
                        <c:v>0</c:v>
                      </c:pt>
                      <c:pt idx="261">
                        <c:v>0</c:v>
                      </c:pt>
                      <c:pt idx="262">
                        <c:v>0</c:v>
                      </c:pt>
                      <c:pt idx="263">
                        <c:v>0</c:v>
                      </c:pt>
                      <c:pt idx="264">
                        <c:v>0</c:v>
                      </c:pt>
                      <c:pt idx="265">
                        <c:v>0</c:v>
                      </c:pt>
                      <c:pt idx="266">
                        <c:v>0</c:v>
                      </c:pt>
                      <c:pt idx="267">
                        <c:v>0</c:v>
                      </c:pt>
                      <c:pt idx="268">
                        <c:v>0</c:v>
                      </c:pt>
                      <c:pt idx="269">
                        <c:v>0</c:v>
                      </c:pt>
                      <c:pt idx="270">
                        <c:v>0</c:v>
                      </c:pt>
                      <c:pt idx="271">
                        <c:v>0</c:v>
                      </c:pt>
                      <c:pt idx="272">
                        <c:v>0</c:v>
                      </c:pt>
                      <c:pt idx="273">
                        <c:v>0</c:v>
                      </c:pt>
                      <c:pt idx="274">
                        <c:v>0</c:v>
                      </c:pt>
                      <c:pt idx="275">
                        <c:v>0</c:v>
                      </c:pt>
                      <c:pt idx="276">
                        <c:v>0</c:v>
                      </c:pt>
                      <c:pt idx="277">
                        <c:v>0</c:v>
                      </c:pt>
                      <c:pt idx="278">
                        <c:v>0</c:v>
                      </c:pt>
                      <c:pt idx="279">
                        <c:v>0</c:v>
                      </c:pt>
                      <c:pt idx="280">
                        <c:v>0</c:v>
                      </c:pt>
                      <c:pt idx="281">
                        <c:v>0</c:v>
                      </c:pt>
                      <c:pt idx="282">
                        <c:v>0</c:v>
                      </c:pt>
                      <c:pt idx="283">
                        <c:v>0</c:v>
                      </c:pt>
                      <c:pt idx="284">
                        <c:v>0</c:v>
                      </c:pt>
                      <c:pt idx="285">
                        <c:v>0</c:v>
                      </c:pt>
                      <c:pt idx="286">
                        <c:v>0</c:v>
                      </c:pt>
                      <c:pt idx="287">
                        <c:v>0</c:v>
                      </c:pt>
                      <c:pt idx="288">
                        <c:v>0</c:v>
                      </c:pt>
                      <c:pt idx="289">
                        <c:v>0</c:v>
                      </c:pt>
                      <c:pt idx="290">
                        <c:v>0</c:v>
                      </c:pt>
                      <c:pt idx="291">
                        <c:v>0</c:v>
                      </c:pt>
                      <c:pt idx="292">
                        <c:v>0</c:v>
                      </c:pt>
                      <c:pt idx="293">
                        <c:v>0</c:v>
                      </c:pt>
                      <c:pt idx="294">
                        <c:v>0</c:v>
                      </c:pt>
                      <c:pt idx="295">
                        <c:v>0</c:v>
                      </c:pt>
                      <c:pt idx="296">
                        <c:v>0</c:v>
                      </c:pt>
                      <c:pt idx="297">
                        <c:v>0</c:v>
                      </c:pt>
                      <c:pt idx="298">
                        <c:v>0</c:v>
                      </c:pt>
                      <c:pt idx="299">
                        <c:v>0</c:v>
                      </c:pt>
                      <c:pt idx="300">
                        <c:v>0</c:v>
                      </c:pt>
                      <c:pt idx="301">
                        <c:v>0</c:v>
                      </c:pt>
                      <c:pt idx="302">
                        <c:v>0</c:v>
                      </c:pt>
                      <c:pt idx="303">
                        <c:v>0</c:v>
                      </c:pt>
                      <c:pt idx="304">
                        <c:v>0</c:v>
                      </c:pt>
                      <c:pt idx="305">
                        <c:v>0</c:v>
                      </c:pt>
                      <c:pt idx="306">
                        <c:v>0</c:v>
                      </c:pt>
                      <c:pt idx="307">
                        <c:v>0</c:v>
                      </c:pt>
                      <c:pt idx="308">
                        <c:v>0</c:v>
                      </c:pt>
                      <c:pt idx="309">
                        <c:v>0</c:v>
                      </c:pt>
                      <c:pt idx="310">
                        <c:v>0</c:v>
                      </c:pt>
                      <c:pt idx="311">
                        <c:v>0</c:v>
                      </c:pt>
                      <c:pt idx="312">
                        <c:v>0</c:v>
                      </c:pt>
                      <c:pt idx="313">
                        <c:v>0</c:v>
                      </c:pt>
                      <c:pt idx="314">
                        <c:v>0</c:v>
                      </c:pt>
                      <c:pt idx="315">
                        <c:v>0</c:v>
                      </c:pt>
                      <c:pt idx="316">
                        <c:v>0</c:v>
                      </c:pt>
                      <c:pt idx="317">
                        <c:v>0</c:v>
                      </c:pt>
                      <c:pt idx="318">
                        <c:v>0</c:v>
                      </c:pt>
                      <c:pt idx="319">
                        <c:v>0</c:v>
                      </c:pt>
                      <c:pt idx="320">
                        <c:v>0</c:v>
                      </c:pt>
                      <c:pt idx="321">
                        <c:v>0</c:v>
                      </c:pt>
                      <c:pt idx="322">
                        <c:v>0</c:v>
                      </c:pt>
                      <c:pt idx="323">
                        <c:v>0</c:v>
                      </c:pt>
                      <c:pt idx="324">
                        <c:v>0</c:v>
                      </c:pt>
                      <c:pt idx="325">
                        <c:v>0</c:v>
                      </c:pt>
                      <c:pt idx="326">
                        <c:v>0</c:v>
                      </c:pt>
                      <c:pt idx="327">
                        <c:v>0</c:v>
                      </c:pt>
                      <c:pt idx="328">
                        <c:v>0</c:v>
                      </c:pt>
                      <c:pt idx="329">
                        <c:v>0</c:v>
                      </c:pt>
                      <c:pt idx="330">
                        <c:v>0</c:v>
                      </c:pt>
                      <c:pt idx="331">
                        <c:v>0</c:v>
                      </c:pt>
                      <c:pt idx="332">
                        <c:v>0</c:v>
                      </c:pt>
                      <c:pt idx="333">
                        <c:v>0</c:v>
                      </c:pt>
                      <c:pt idx="334">
                        <c:v>0</c:v>
                      </c:pt>
                      <c:pt idx="335">
                        <c:v>0</c:v>
                      </c:pt>
                      <c:pt idx="336">
                        <c:v>0</c:v>
                      </c:pt>
                      <c:pt idx="337">
                        <c:v>0</c:v>
                      </c:pt>
                      <c:pt idx="338">
                        <c:v>0</c:v>
                      </c:pt>
                      <c:pt idx="339">
                        <c:v>0</c:v>
                      </c:pt>
                      <c:pt idx="340">
                        <c:v>0</c:v>
                      </c:pt>
                      <c:pt idx="341">
                        <c:v>0</c:v>
                      </c:pt>
                      <c:pt idx="342">
                        <c:v>0</c:v>
                      </c:pt>
                      <c:pt idx="343">
                        <c:v>0</c:v>
                      </c:pt>
                      <c:pt idx="344">
                        <c:v>0</c:v>
                      </c:pt>
                      <c:pt idx="345">
                        <c:v>0</c:v>
                      </c:pt>
                      <c:pt idx="346">
                        <c:v>0</c:v>
                      </c:pt>
                      <c:pt idx="347">
                        <c:v>0</c:v>
                      </c:pt>
                      <c:pt idx="348">
                        <c:v>0</c:v>
                      </c:pt>
                      <c:pt idx="349">
                        <c:v>0</c:v>
                      </c:pt>
                      <c:pt idx="350">
                        <c:v>0</c:v>
                      </c:pt>
                      <c:pt idx="351">
                        <c:v>0</c:v>
                      </c:pt>
                      <c:pt idx="352">
                        <c:v>0</c:v>
                      </c:pt>
                      <c:pt idx="353">
                        <c:v>0</c:v>
                      </c:pt>
                      <c:pt idx="354">
                        <c:v>0</c:v>
                      </c:pt>
                      <c:pt idx="355">
                        <c:v>0</c:v>
                      </c:pt>
                      <c:pt idx="356">
                        <c:v>0</c:v>
                      </c:pt>
                      <c:pt idx="357">
                        <c:v>0</c:v>
                      </c:pt>
                      <c:pt idx="358">
                        <c:v>0</c:v>
                      </c:pt>
                      <c:pt idx="359">
                        <c:v>0</c:v>
                      </c:pt>
                      <c:pt idx="360">
                        <c:v>0</c:v>
                      </c:pt>
                      <c:pt idx="361">
                        <c:v>0</c:v>
                      </c:pt>
                      <c:pt idx="362">
                        <c:v>0</c:v>
                      </c:pt>
                      <c:pt idx="363">
                        <c:v>0</c:v>
                      </c:pt>
                      <c:pt idx="364">
                        <c:v>0</c:v>
                      </c:pt>
                      <c:pt idx="365">
                        <c:v>0</c:v>
                      </c:pt>
                      <c:pt idx="366">
                        <c:v>0</c:v>
                      </c:pt>
                      <c:pt idx="367">
                        <c:v>0</c:v>
                      </c:pt>
                      <c:pt idx="368">
                        <c:v>0</c:v>
                      </c:pt>
                      <c:pt idx="369">
                        <c:v>0</c:v>
                      </c:pt>
                      <c:pt idx="370">
                        <c:v>0</c:v>
                      </c:pt>
                      <c:pt idx="371">
                        <c:v>0</c:v>
                      </c:pt>
                      <c:pt idx="372">
                        <c:v>0</c:v>
                      </c:pt>
                      <c:pt idx="373">
                        <c:v>0</c:v>
                      </c:pt>
                      <c:pt idx="374">
                        <c:v>0</c:v>
                      </c:pt>
                      <c:pt idx="375">
                        <c:v>0</c:v>
                      </c:pt>
                      <c:pt idx="376">
                        <c:v>0</c:v>
                      </c:pt>
                      <c:pt idx="377">
                        <c:v>0</c:v>
                      </c:pt>
                      <c:pt idx="378">
                        <c:v>0</c:v>
                      </c:pt>
                      <c:pt idx="379">
                        <c:v>0</c:v>
                      </c:pt>
                      <c:pt idx="380">
                        <c:v>0</c:v>
                      </c:pt>
                      <c:pt idx="381">
                        <c:v>0</c:v>
                      </c:pt>
                      <c:pt idx="382">
                        <c:v>0</c:v>
                      </c:pt>
                      <c:pt idx="383">
                        <c:v>0</c:v>
                      </c:pt>
                      <c:pt idx="384">
                        <c:v>0</c:v>
                      </c:pt>
                      <c:pt idx="385">
                        <c:v>0</c:v>
                      </c:pt>
                      <c:pt idx="386">
                        <c:v>0</c:v>
                      </c:pt>
                      <c:pt idx="387">
                        <c:v>0</c:v>
                      </c:pt>
                      <c:pt idx="388">
                        <c:v>0</c:v>
                      </c:pt>
                      <c:pt idx="389">
                        <c:v>0</c:v>
                      </c:pt>
                      <c:pt idx="390">
                        <c:v>0</c:v>
                      </c:pt>
                      <c:pt idx="391">
                        <c:v>0</c:v>
                      </c:pt>
                      <c:pt idx="392">
                        <c:v>0</c:v>
                      </c:pt>
                      <c:pt idx="393">
                        <c:v>0</c:v>
                      </c:pt>
                      <c:pt idx="394">
                        <c:v>0</c:v>
                      </c:pt>
                      <c:pt idx="395">
                        <c:v>0</c:v>
                      </c:pt>
                      <c:pt idx="396">
                        <c:v>0</c:v>
                      </c:pt>
                      <c:pt idx="397">
                        <c:v>0</c:v>
                      </c:pt>
                      <c:pt idx="398">
                        <c:v>0</c:v>
                      </c:pt>
                      <c:pt idx="399">
                        <c:v>0</c:v>
                      </c:pt>
                      <c:pt idx="400">
                        <c:v>0</c:v>
                      </c:pt>
                      <c:pt idx="401">
                        <c:v>0</c:v>
                      </c:pt>
                      <c:pt idx="402">
                        <c:v>0</c:v>
                      </c:pt>
                      <c:pt idx="403">
                        <c:v>0</c:v>
                      </c:pt>
                      <c:pt idx="404">
                        <c:v>0</c:v>
                      </c:pt>
                      <c:pt idx="405">
                        <c:v>0</c:v>
                      </c:pt>
                      <c:pt idx="406">
                        <c:v>0</c:v>
                      </c:pt>
                      <c:pt idx="407">
                        <c:v>0</c:v>
                      </c:pt>
                      <c:pt idx="408">
                        <c:v>0</c:v>
                      </c:pt>
                      <c:pt idx="409">
                        <c:v>0</c:v>
                      </c:pt>
                      <c:pt idx="410">
                        <c:v>0</c:v>
                      </c:pt>
                      <c:pt idx="411">
                        <c:v>0</c:v>
                      </c:pt>
                      <c:pt idx="412">
                        <c:v>0</c:v>
                      </c:pt>
                      <c:pt idx="413">
                        <c:v>0</c:v>
                      </c:pt>
                      <c:pt idx="414">
                        <c:v>0</c:v>
                      </c:pt>
                      <c:pt idx="415">
                        <c:v>0</c:v>
                      </c:pt>
                      <c:pt idx="416">
                        <c:v>0</c:v>
                      </c:pt>
                      <c:pt idx="417">
                        <c:v>0</c:v>
                      </c:pt>
                      <c:pt idx="418">
                        <c:v>0</c:v>
                      </c:pt>
                      <c:pt idx="419">
                        <c:v>0</c:v>
                      </c:pt>
                      <c:pt idx="420">
                        <c:v>0</c:v>
                      </c:pt>
                      <c:pt idx="421">
                        <c:v>0</c:v>
                      </c:pt>
                      <c:pt idx="422">
                        <c:v>0</c:v>
                      </c:pt>
                      <c:pt idx="423">
                        <c:v>0</c:v>
                      </c:pt>
                      <c:pt idx="424">
                        <c:v>0</c:v>
                      </c:pt>
                      <c:pt idx="425">
                        <c:v>0</c:v>
                      </c:pt>
                      <c:pt idx="426">
                        <c:v>0</c:v>
                      </c:pt>
                      <c:pt idx="427">
                        <c:v>0</c:v>
                      </c:pt>
                      <c:pt idx="428">
                        <c:v>0</c:v>
                      </c:pt>
                      <c:pt idx="429">
                        <c:v>0</c:v>
                      </c:pt>
                      <c:pt idx="430">
                        <c:v>0</c:v>
                      </c:pt>
                      <c:pt idx="431">
                        <c:v>0</c:v>
                      </c:pt>
                      <c:pt idx="432">
                        <c:v>0</c:v>
                      </c:pt>
                      <c:pt idx="433">
                        <c:v>0</c:v>
                      </c:pt>
                      <c:pt idx="434">
                        <c:v>0</c:v>
                      </c:pt>
                      <c:pt idx="435">
                        <c:v>0</c:v>
                      </c:pt>
                      <c:pt idx="436">
                        <c:v>0</c:v>
                      </c:pt>
                      <c:pt idx="437">
                        <c:v>0</c:v>
                      </c:pt>
                      <c:pt idx="438">
                        <c:v>0</c:v>
                      </c:pt>
                      <c:pt idx="439">
                        <c:v>0</c:v>
                      </c:pt>
                      <c:pt idx="440">
                        <c:v>0</c:v>
                      </c:pt>
                      <c:pt idx="441">
                        <c:v>0</c:v>
                      </c:pt>
                      <c:pt idx="442">
                        <c:v>0</c:v>
                      </c:pt>
                      <c:pt idx="443">
                        <c:v>0</c:v>
                      </c:pt>
                      <c:pt idx="444">
                        <c:v>0</c:v>
                      </c:pt>
                      <c:pt idx="445">
                        <c:v>0</c:v>
                      </c:pt>
                      <c:pt idx="446">
                        <c:v>0</c:v>
                      </c:pt>
                      <c:pt idx="447">
                        <c:v>0</c:v>
                      </c:pt>
                      <c:pt idx="448">
                        <c:v>0</c:v>
                      </c:pt>
                      <c:pt idx="449">
                        <c:v>0</c:v>
                      </c:pt>
                      <c:pt idx="450">
                        <c:v>0</c:v>
                      </c:pt>
                      <c:pt idx="451">
                        <c:v>0</c:v>
                      </c:pt>
                      <c:pt idx="452">
                        <c:v>0</c:v>
                      </c:pt>
                      <c:pt idx="453">
                        <c:v>0</c:v>
                      </c:pt>
                      <c:pt idx="454">
                        <c:v>0</c:v>
                      </c:pt>
                      <c:pt idx="455">
                        <c:v>0</c:v>
                      </c:pt>
                      <c:pt idx="456">
                        <c:v>0</c:v>
                      </c:pt>
                      <c:pt idx="457">
                        <c:v>0</c:v>
                      </c:pt>
                      <c:pt idx="458">
                        <c:v>0</c:v>
                      </c:pt>
                      <c:pt idx="459">
                        <c:v>0</c:v>
                      </c:pt>
                      <c:pt idx="460">
                        <c:v>0</c:v>
                      </c:pt>
                      <c:pt idx="461">
                        <c:v>0</c:v>
                      </c:pt>
                      <c:pt idx="462">
                        <c:v>0</c:v>
                      </c:pt>
                      <c:pt idx="463">
                        <c:v>0</c:v>
                      </c:pt>
                      <c:pt idx="464">
                        <c:v>0</c:v>
                      </c:pt>
                      <c:pt idx="465">
                        <c:v>0</c:v>
                      </c:pt>
                      <c:pt idx="466">
                        <c:v>0</c:v>
                      </c:pt>
                      <c:pt idx="467">
                        <c:v>0</c:v>
                      </c:pt>
                      <c:pt idx="468">
                        <c:v>0</c:v>
                      </c:pt>
                      <c:pt idx="469">
                        <c:v>0</c:v>
                      </c:pt>
                      <c:pt idx="470">
                        <c:v>0</c:v>
                      </c:pt>
                      <c:pt idx="471">
                        <c:v>0</c:v>
                      </c:pt>
                      <c:pt idx="472">
                        <c:v>0</c:v>
                      </c:pt>
                      <c:pt idx="473">
                        <c:v>0</c:v>
                      </c:pt>
                      <c:pt idx="474">
                        <c:v>0</c:v>
                      </c:pt>
                      <c:pt idx="475">
                        <c:v>0</c:v>
                      </c:pt>
                      <c:pt idx="476">
                        <c:v>0</c:v>
                      </c:pt>
                      <c:pt idx="477">
                        <c:v>0</c:v>
                      </c:pt>
                      <c:pt idx="478">
                        <c:v>0</c:v>
                      </c:pt>
                      <c:pt idx="479">
                        <c:v>0</c:v>
                      </c:pt>
                      <c:pt idx="480">
                        <c:v>0</c:v>
                      </c:pt>
                      <c:pt idx="481">
                        <c:v>0</c:v>
                      </c:pt>
                      <c:pt idx="482">
                        <c:v>0</c:v>
                      </c:pt>
                      <c:pt idx="483">
                        <c:v>0</c:v>
                      </c:pt>
                      <c:pt idx="484">
                        <c:v>0</c:v>
                      </c:pt>
                      <c:pt idx="485">
                        <c:v>0</c:v>
                      </c:pt>
                      <c:pt idx="486">
                        <c:v>0</c:v>
                      </c:pt>
                      <c:pt idx="487">
                        <c:v>0</c:v>
                      </c:pt>
                      <c:pt idx="488">
                        <c:v>0</c:v>
                      </c:pt>
                      <c:pt idx="489">
                        <c:v>0</c:v>
                      </c:pt>
                      <c:pt idx="490">
                        <c:v>0</c:v>
                      </c:pt>
                      <c:pt idx="491">
                        <c:v>0</c:v>
                      </c:pt>
                      <c:pt idx="492">
                        <c:v>0</c:v>
                      </c:pt>
                      <c:pt idx="493">
                        <c:v>0</c:v>
                      </c:pt>
                      <c:pt idx="494">
                        <c:v>0</c:v>
                      </c:pt>
                      <c:pt idx="495">
                        <c:v>0</c:v>
                      </c:pt>
                      <c:pt idx="496">
                        <c:v>0</c:v>
                      </c:pt>
                      <c:pt idx="497">
                        <c:v>0</c:v>
                      </c:pt>
                      <c:pt idx="498">
                        <c:v>0</c:v>
                      </c:pt>
                      <c:pt idx="499">
                        <c:v>0</c:v>
                      </c:pt>
                      <c:pt idx="500">
                        <c:v>0</c:v>
                      </c:pt>
                      <c:pt idx="501">
                        <c:v>0</c:v>
                      </c:pt>
                      <c:pt idx="502">
                        <c:v>0</c:v>
                      </c:pt>
                      <c:pt idx="503">
                        <c:v>0</c:v>
                      </c:pt>
                      <c:pt idx="504">
                        <c:v>0</c:v>
                      </c:pt>
                      <c:pt idx="505">
                        <c:v>0</c:v>
                      </c:pt>
                      <c:pt idx="506">
                        <c:v>0</c:v>
                      </c:pt>
                      <c:pt idx="507">
                        <c:v>0</c:v>
                      </c:pt>
                      <c:pt idx="508">
                        <c:v>0</c:v>
                      </c:pt>
                      <c:pt idx="509">
                        <c:v>0</c:v>
                      </c:pt>
                      <c:pt idx="510">
                        <c:v>0</c:v>
                      </c:pt>
                      <c:pt idx="511">
                        <c:v>0</c:v>
                      </c:pt>
                      <c:pt idx="512">
                        <c:v>0</c:v>
                      </c:pt>
                      <c:pt idx="513">
                        <c:v>0</c:v>
                      </c:pt>
                      <c:pt idx="514">
                        <c:v>0</c:v>
                      </c:pt>
                      <c:pt idx="515">
                        <c:v>0</c:v>
                      </c:pt>
                      <c:pt idx="516">
                        <c:v>0</c:v>
                      </c:pt>
                      <c:pt idx="517">
                        <c:v>0</c:v>
                      </c:pt>
                      <c:pt idx="518">
                        <c:v>0</c:v>
                      </c:pt>
                      <c:pt idx="519">
                        <c:v>0</c:v>
                      </c:pt>
                      <c:pt idx="520">
                        <c:v>0</c:v>
                      </c:pt>
                      <c:pt idx="521">
                        <c:v>0</c:v>
                      </c:pt>
                      <c:pt idx="522">
                        <c:v>0</c:v>
                      </c:pt>
                      <c:pt idx="523">
                        <c:v>0</c:v>
                      </c:pt>
                      <c:pt idx="524">
                        <c:v>0</c:v>
                      </c:pt>
                      <c:pt idx="525">
                        <c:v>0</c:v>
                      </c:pt>
                      <c:pt idx="526">
                        <c:v>0</c:v>
                      </c:pt>
                      <c:pt idx="527">
                        <c:v>0</c:v>
                      </c:pt>
                      <c:pt idx="528">
                        <c:v>0</c:v>
                      </c:pt>
                      <c:pt idx="529">
                        <c:v>0</c:v>
                      </c:pt>
                      <c:pt idx="530">
                        <c:v>0</c:v>
                      </c:pt>
                      <c:pt idx="531">
                        <c:v>0</c:v>
                      </c:pt>
                      <c:pt idx="532">
                        <c:v>0</c:v>
                      </c:pt>
                      <c:pt idx="533">
                        <c:v>0</c:v>
                      </c:pt>
                      <c:pt idx="534">
                        <c:v>0</c:v>
                      </c:pt>
                      <c:pt idx="535">
                        <c:v>0</c:v>
                      </c:pt>
                      <c:pt idx="536">
                        <c:v>0</c:v>
                      </c:pt>
                      <c:pt idx="537">
                        <c:v>0</c:v>
                      </c:pt>
                      <c:pt idx="538">
                        <c:v>0</c:v>
                      </c:pt>
                      <c:pt idx="539">
                        <c:v>0</c:v>
                      </c:pt>
                      <c:pt idx="540">
                        <c:v>0</c:v>
                      </c:pt>
                      <c:pt idx="541">
                        <c:v>0</c:v>
                      </c:pt>
                      <c:pt idx="542">
                        <c:v>0</c:v>
                      </c:pt>
                      <c:pt idx="543">
                        <c:v>0</c:v>
                      </c:pt>
                      <c:pt idx="544">
                        <c:v>0</c:v>
                      </c:pt>
                      <c:pt idx="545">
                        <c:v>0</c:v>
                      </c:pt>
                      <c:pt idx="546">
                        <c:v>0</c:v>
                      </c:pt>
                      <c:pt idx="547">
                        <c:v>0</c:v>
                      </c:pt>
                      <c:pt idx="548">
                        <c:v>0</c:v>
                      </c:pt>
                      <c:pt idx="549">
                        <c:v>0</c:v>
                      </c:pt>
                      <c:pt idx="550">
                        <c:v>0</c:v>
                      </c:pt>
                      <c:pt idx="551">
                        <c:v>0</c:v>
                      </c:pt>
                      <c:pt idx="552">
                        <c:v>0</c:v>
                      </c:pt>
                      <c:pt idx="553">
                        <c:v>0</c:v>
                      </c:pt>
                      <c:pt idx="554">
                        <c:v>0</c:v>
                      </c:pt>
                      <c:pt idx="555">
                        <c:v>0</c:v>
                      </c:pt>
                      <c:pt idx="556">
                        <c:v>0</c:v>
                      </c:pt>
                      <c:pt idx="557">
                        <c:v>0</c:v>
                      </c:pt>
                      <c:pt idx="558">
                        <c:v>0</c:v>
                      </c:pt>
                      <c:pt idx="559">
                        <c:v>0</c:v>
                      </c:pt>
                      <c:pt idx="560">
                        <c:v>0</c:v>
                      </c:pt>
                      <c:pt idx="561">
                        <c:v>0</c:v>
                      </c:pt>
                      <c:pt idx="562">
                        <c:v>0</c:v>
                      </c:pt>
                      <c:pt idx="563">
                        <c:v>0</c:v>
                      </c:pt>
                      <c:pt idx="564">
                        <c:v>0</c:v>
                      </c:pt>
                      <c:pt idx="565">
                        <c:v>0</c:v>
                      </c:pt>
                      <c:pt idx="566">
                        <c:v>0</c:v>
                      </c:pt>
                      <c:pt idx="567">
                        <c:v>0</c:v>
                      </c:pt>
                      <c:pt idx="568">
                        <c:v>0</c:v>
                      </c:pt>
                      <c:pt idx="569">
                        <c:v>0</c:v>
                      </c:pt>
                      <c:pt idx="570">
                        <c:v>0</c:v>
                      </c:pt>
                      <c:pt idx="571">
                        <c:v>0</c:v>
                      </c:pt>
                      <c:pt idx="572">
                        <c:v>0</c:v>
                      </c:pt>
                      <c:pt idx="573">
                        <c:v>0</c:v>
                      </c:pt>
                      <c:pt idx="574">
                        <c:v>0</c:v>
                      </c:pt>
                      <c:pt idx="575">
                        <c:v>0</c:v>
                      </c:pt>
                      <c:pt idx="576">
                        <c:v>0</c:v>
                      </c:pt>
                      <c:pt idx="577">
                        <c:v>0</c:v>
                      </c:pt>
                      <c:pt idx="578">
                        <c:v>0</c:v>
                      </c:pt>
                      <c:pt idx="579">
                        <c:v>0</c:v>
                      </c:pt>
                      <c:pt idx="580">
                        <c:v>0</c:v>
                      </c:pt>
                      <c:pt idx="581">
                        <c:v>0</c:v>
                      </c:pt>
                      <c:pt idx="582">
                        <c:v>0</c:v>
                      </c:pt>
                      <c:pt idx="583">
                        <c:v>0</c:v>
                      </c:pt>
                      <c:pt idx="584">
                        <c:v>0</c:v>
                      </c:pt>
                      <c:pt idx="585">
                        <c:v>0</c:v>
                      </c:pt>
                      <c:pt idx="586">
                        <c:v>0</c:v>
                      </c:pt>
                      <c:pt idx="587">
                        <c:v>0</c:v>
                      </c:pt>
                      <c:pt idx="588">
                        <c:v>0</c:v>
                      </c:pt>
                      <c:pt idx="589">
                        <c:v>0</c:v>
                      </c:pt>
                      <c:pt idx="590">
                        <c:v>0</c:v>
                      </c:pt>
                      <c:pt idx="591">
                        <c:v>0</c:v>
                      </c:pt>
                      <c:pt idx="592">
                        <c:v>0</c:v>
                      </c:pt>
                      <c:pt idx="593">
                        <c:v>0</c:v>
                      </c:pt>
                      <c:pt idx="594">
                        <c:v>0</c:v>
                      </c:pt>
                      <c:pt idx="595">
                        <c:v>0</c:v>
                      </c:pt>
                      <c:pt idx="596">
                        <c:v>0</c:v>
                      </c:pt>
                      <c:pt idx="597">
                        <c:v>0</c:v>
                      </c:pt>
                      <c:pt idx="598">
                        <c:v>0</c:v>
                      </c:pt>
                      <c:pt idx="599">
                        <c:v>0</c:v>
                      </c:pt>
                      <c:pt idx="600">
                        <c:v>0</c:v>
                      </c:pt>
                      <c:pt idx="601">
                        <c:v>0</c:v>
                      </c:pt>
                      <c:pt idx="602">
                        <c:v>0</c:v>
                      </c:pt>
                      <c:pt idx="603">
                        <c:v>0</c:v>
                      </c:pt>
                      <c:pt idx="604">
                        <c:v>0</c:v>
                      </c:pt>
                      <c:pt idx="605">
                        <c:v>0</c:v>
                      </c:pt>
                      <c:pt idx="606">
                        <c:v>0</c:v>
                      </c:pt>
                      <c:pt idx="607">
                        <c:v>0</c:v>
                      </c:pt>
                      <c:pt idx="608">
                        <c:v>0</c:v>
                      </c:pt>
                      <c:pt idx="609">
                        <c:v>0</c:v>
                      </c:pt>
                      <c:pt idx="610">
                        <c:v>0</c:v>
                      </c:pt>
                      <c:pt idx="611">
                        <c:v>0</c:v>
                      </c:pt>
                      <c:pt idx="612">
                        <c:v>0</c:v>
                      </c:pt>
                      <c:pt idx="613">
                        <c:v>0</c:v>
                      </c:pt>
                      <c:pt idx="614">
                        <c:v>0</c:v>
                      </c:pt>
                      <c:pt idx="615">
                        <c:v>0</c:v>
                      </c:pt>
                      <c:pt idx="616">
                        <c:v>0</c:v>
                      </c:pt>
                      <c:pt idx="617">
                        <c:v>0</c:v>
                      </c:pt>
                      <c:pt idx="618">
                        <c:v>0</c:v>
                      </c:pt>
                      <c:pt idx="619">
                        <c:v>0</c:v>
                      </c:pt>
                      <c:pt idx="620">
                        <c:v>0</c:v>
                      </c:pt>
                      <c:pt idx="621">
                        <c:v>0</c:v>
                      </c:pt>
                      <c:pt idx="622">
                        <c:v>0</c:v>
                      </c:pt>
                      <c:pt idx="623">
                        <c:v>0</c:v>
                      </c:pt>
                      <c:pt idx="624">
                        <c:v>0</c:v>
                      </c:pt>
                      <c:pt idx="625">
                        <c:v>0</c:v>
                      </c:pt>
                      <c:pt idx="626">
                        <c:v>0</c:v>
                      </c:pt>
                      <c:pt idx="627">
                        <c:v>0</c:v>
                      </c:pt>
                      <c:pt idx="628">
                        <c:v>0</c:v>
                      </c:pt>
                      <c:pt idx="629">
                        <c:v>0</c:v>
                      </c:pt>
                      <c:pt idx="630">
                        <c:v>0</c:v>
                      </c:pt>
                      <c:pt idx="631">
                        <c:v>0</c:v>
                      </c:pt>
                      <c:pt idx="632">
                        <c:v>0</c:v>
                      </c:pt>
                      <c:pt idx="633">
                        <c:v>0</c:v>
                      </c:pt>
                      <c:pt idx="634">
                        <c:v>0</c:v>
                      </c:pt>
                      <c:pt idx="635">
                        <c:v>0</c:v>
                      </c:pt>
                      <c:pt idx="636">
                        <c:v>0</c:v>
                      </c:pt>
                      <c:pt idx="637">
                        <c:v>0</c:v>
                      </c:pt>
                      <c:pt idx="638">
                        <c:v>0</c:v>
                      </c:pt>
                      <c:pt idx="639">
                        <c:v>0</c:v>
                      </c:pt>
                      <c:pt idx="640">
                        <c:v>0</c:v>
                      </c:pt>
                      <c:pt idx="641">
                        <c:v>0</c:v>
                      </c:pt>
                      <c:pt idx="642">
                        <c:v>0</c:v>
                      </c:pt>
                      <c:pt idx="643">
                        <c:v>0</c:v>
                      </c:pt>
                      <c:pt idx="644">
                        <c:v>0</c:v>
                      </c:pt>
                      <c:pt idx="645">
                        <c:v>0</c:v>
                      </c:pt>
                      <c:pt idx="646">
                        <c:v>0</c:v>
                      </c:pt>
                      <c:pt idx="647">
                        <c:v>0</c:v>
                      </c:pt>
                      <c:pt idx="648">
                        <c:v>0</c:v>
                      </c:pt>
                      <c:pt idx="649">
                        <c:v>0</c:v>
                      </c:pt>
                      <c:pt idx="650">
                        <c:v>0</c:v>
                      </c:pt>
                      <c:pt idx="651">
                        <c:v>0</c:v>
                      </c:pt>
                      <c:pt idx="652">
                        <c:v>0</c:v>
                      </c:pt>
                      <c:pt idx="653">
                        <c:v>0</c:v>
                      </c:pt>
                      <c:pt idx="654">
                        <c:v>0</c:v>
                      </c:pt>
                      <c:pt idx="655">
                        <c:v>0</c:v>
                      </c:pt>
                      <c:pt idx="656">
                        <c:v>0</c:v>
                      </c:pt>
                      <c:pt idx="657">
                        <c:v>0</c:v>
                      </c:pt>
                      <c:pt idx="658">
                        <c:v>0</c:v>
                      </c:pt>
                      <c:pt idx="659">
                        <c:v>0</c:v>
                      </c:pt>
                      <c:pt idx="660">
                        <c:v>0</c:v>
                      </c:pt>
                      <c:pt idx="661">
                        <c:v>0</c:v>
                      </c:pt>
                      <c:pt idx="662">
                        <c:v>0</c:v>
                      </c:pt>
                      <c:pt idx="663">
                        <c:v>0</c:v>
                      </c:pt>
                      <c:pt idx="664">
                        <c:v>0</c:v>
                      </c:pt>
                      <c:pt idx="665">
                        <c:v>0</c:v>
                      </c:pt>
                      <c:pt idx="666">
                        <c:v>0</c:v>
                      </c:pt>
                      <c:pt idx="667">
                        <c:v>0</c:v>
                      </c:pt>
                      <c:pt idx="668">
                        <c:v>0</c:v>
                      </c:pt>
                      <c:pt idx="669">
                        <c:v>0</c:v>
                      </c:pt>
                      <c:pt idx="670">
                        <c:v>0</c:v>
                      </c:pt>
                      <c:pt idx="671">
                        <c:v>0</c:v>
                      </c:pt>
                      <c:pt idx="672">
                        <c:v>0</c:v>
                      </c:pt>
                      <c:pt idx="673">
                        <c:v>0</c:v>
                      </c:pt>
                      <c:pt idx="674">
                        <c:v>0</c:v>
                      </c:pt>
                      <c:pt idx="675">
                        <c:v>0</c:v>
                      </c:pt>
                      <c:pt idx="676">
                        <c:v>0</c:v>
                      </c:pt>
                      <c:pt idx="677">
                        <c:v>0</c:v>
                      </c:pt>
                      <c:pt idx="678">
                        <c:v>0</c:v>
                      </c:pt>
                      <c:pt idx="679">
                        <c:v>0</c:v>
                      </c:pt>
                      <c:pt idx="680">
                        <c:v>0</c:v>
                      </c:pt>
                      <c:pt idx="681">
                        <c:v>0</c:v>
                      </c:pt>
                      <c:pt idx="682">
                        <c:v>0</c:v>
                      </c:pt>
                      <c:pt idx="683">
                        <c:v>0</c:v>
                      </c:pt>
                      <c:pt idx="684">
                        <c:v>0</c:v>
                      </c:pt>
                      <c:pt idx="685">
                        <c:v>0</c:v>
                      </c:pt>
                      <c:pt idx="686">
                        <c:v>0</c:v>
                      </c:pt>
                      <c:pt idx="687">
                        <c:v>0</c:v>
                      </c:pt>
                      <c:pt idx="688">
                        <c:v>0</c:v>
                      </c:pt>
                      <c:pt idx="689">
                        <c:v>0</c:v>
                      </c:pt>
                      <c:pt idx="690">
                        <c:v>0</c:v>
                      </c:pt>
                      <c:pt idx="691">
                        <c:v>0</c:v>
                      </c:pt>
                      <c:pt idx="692">
                        <c:v>0</c:v>
                      </c:pt>
                      <c:pt idx="693">
                        <c:v>0</c:v>
                      </c:pt>
                      <c:pt idx="694">
                        <c:v>0</c:v>
                      </c:pt>
                      <c:pt idx="695">
                        <c:v>0</c:v>
                      </c:pt>
                      <c:pt idx="696">
                        <c:v>0</c:v>
                      </c:pt>
                      <c:pt idx="697">
                        <c:v>0</c:v>
                      </c:pt>
                      <c:pt idx="698">
                        <c:v>0</c:v>
                      </c:pt>
                      <c:pt idx="699">
                        <c:v>0</c:v>
                      </c:pt>
                      <c:pt idx="700">
                        <c:v>0</c:v>
                      </c:pt>
                      <c:pt idx="701">
                        <c:v>0</c:v>
                      </c:pt>
                      <c:pt idx="702">
                        <c:v>0</c:v>
                      </c:pt>
                      <c:pt idx="703">
                        <c:v>0</c:v>
                      </c:pt>
                      <c:pt idx="704">
                        <c:v>0</c:v>
                      </c:pt>
                      <c:pt idx="705">
                        <c:v>0</c:v>
                      </c:pt>
                      <c:pt idx="706">
                        <c:v>0</c:v>
                      </c:pt>
                      <c:pt idx="707">
                        <c:v>0</c:v>
                      </c:pt>
                      <c:pt idx="708">
                        <c:v>0</c:v>
                      </c:pt>
                      <c:pt idx="709">
                        <c:v>0</c:v>
                      </c:pt>
                      <c:pt idx="710">
                        <c:v>0</c:v>
                      </c:pt>
                      <c:pt idx="711">
                        <c:v>0</c:v>
                      </c:pt>
                      <c:pt idx="712">
                        <c:v>0</c:v>
                      </c:pt>
                      <c:pt idx="713">
                        <c:v>0</c:v>
                      </c:pt>
                      <c:pt idx="714">
                        <c:v>0</c:v>
                      </c:pt>
                      <c:pt idx="715">
                        <c:v>0</c:v>
                      </c:pt>
                      <c:pt idx="716">
                        <c:v>0</c:v>
                      </c:pt>
                      <c:pt idx="717">
                        <c:v>0</c:v>
                      </c:pt>
                      <c:pt idx="718">
                        <c:v>0</c:v>
                      </c:pt>
                      <c:pt idx="719">
                        <c:v>0</c:v>
                      </c:pt>
                      <c:pt idx="720">
                        <c:v>0</c:v>
                      </c:pt>
                      <c:pt idx="721">
                        <c:v>0</c:v>
                      </c:pt>
                      <c:pt idx="722">
                        <c:v>0</c:v>
                      </c:pt>
                      <c:pt idx="723">
                        <c:v>0</c:v>
                      </c:pt>
                      <c:pt idx="724">
                        <c:v>0</c:v>
                      </c:pt>
                      <c:pt idx="725">
                        <c:v>0</c:v>
                      </c:pt>
                      <c:pt idx="726">
                        <c:v>0</c:v>
                      </c:pt>
                      <c:pt idx="727">
                        <c:v>0</c:v>
                      </c:pt>
                      <c:pt idx="728">
                        <c:v>0</c:v>
                      </c:pt>
                      <c:pt idx="729">
                        <c:v>0</c:v>
                      </c:pt>
                      <c:pt idx="730">
                        <c:v>0</c:v>
                      </c:pt>
                      <c:pt idx="731">
                        <c:v>0</c:v>
                      </c:pt>
                      <c:pt idx="732">
                        <c:v>0</c:v>
                      </c:pt>
                      <c:pt idx="733">
                        <c:v>0</c:v>
                      </c:pt>
                      <c:pt idx="734">
                        <c:v>0</c:v>
                      </c:pt>
                      <c:pt idx="735">
                        <c:v>0</c:v>
                      </c:pt>
                      <c:pt idx="736">
                        <c:v>0</c:v>
                      </c:pt>
                      <c:pt idx="737">
                        <c:v>0</c:v>
                      </c:pt>
                      <c:pt idx="738">
                        <c:v>0</c:v>
                      </c:pt>
                      <c:pt idx="739">
                        <c:v>0</c:v>
                      </c:pt>
                      <c:pt idx="740">
                        <c:v>0</c:v>
                      </c:pt>
                      <c:pt idx="741">
                        <c:v>0</c:v>
                      </c:pt>
                      <c:pt idx="742">
                        <c:v>0</c:v>
                      </c:pt>
                      <c:pt idx="743">
                        <c:v>0</c:v>
                      </c:pt>
                      <c:pt idx="744">
                        <c:v>0</c:v>
                      </c:pt>
                      <c:pt idx="745">
                        <c:v>0</c:v>
                      </c:pt>
                      <c:pt idx="746">
                        <c:v>0</c:v>
                      </c:pt>
                      <c:pt idx="747">
                        <c:v>0</c:v>
                      </c:pt>
                      <c:pt idx="748">
                        <c:v>0</c:v>
                      </c:pt>
                      <c:pt idx="749">
                        <c:v>0</c:v>
                      </c:pt>
                      <c:pt idx="750">
                        <c:v>0</c:v>
                      </c:pt>
                      <c:pt idx="751">
                        <c:v>0</c:v>
                      </c:pt>
                      <c:pt idx="752">
                        <c:v>0</c:v>
                      </c:pt>
                      <c:pt idx="753">
                        <c:v>0</c:v>
                      </c:pt>
                      <c:pt idx="754">
                        <c:v>0</c:v>
                      </c:pt>
                      <c:pt idx="755">
                        <c:v>0</c:v>
                      </c:pt>
                      <c:pt idx="756">
                        <c:v>0</c:v>
                      </c:pt>
                      <c:pt idx="757">
                        <c:v>0</c:v>
                      </c:pt>
                      <c:pt idx="758">
                        <c:v>0</c:v>
                      </c:pt>
                      <c:pt idx="759">
                        <c:v>0</c:v>
                      </c:pt>
                      <c:pt idx="760">
                        <c:v>0</c:v>
                      </c:pt>
                      <c:pt idx="761">
                        <c:v>0</c:v>
                      </c:pt>
                      <c:pt idx="762">
                        <c:v>0</c:v>
                      </c:pt>
                      <c:pt idx="763">
                        <c:v>0</c:v>
                      </c:pt>
                      <c:pt idx="764">
                        <c:v>0</c:v>
                      </c:pt>
                      <c:pt idx="765">
                        <c:v>0</c:v>
                      </c:pt>
                      <c:pt idx="766">
                        <c:v>0</c:v>
                      </c:pt>
                      <c:pt idx="767">
                        <c:v>0</c:v>
                      </c:pt>
                      <c:pt idx="768">
                        <c:v>0</c:v>
                      </c:pt>
                      <c:pt idx="769">
                        <c:v>0</c:v>
                      </c:pt>
                      <c:pt idx="770">
                        <c:v>0</c:v>
                      </c:pt>
                      <c:pt idx="771">
                        <c:v>0</c:v>
                      </c:pt>
                      <c:pt idx="772">
                        <c:v>0</c:v>
                      </c:pt>
                      <c:pt idx="773">
                        <c:v>0</c:v>
                      </c:pt>
                      <c:pt idx="774">
                        <c:v>0</c:v>
                      </c:pt>
                      <c:pt idx="775">
                        <c:v>0</c:v>
                      </c:pt>
                      <c:pt idx="776">
                        <c:v>0</c:v>
                      </c:pt>
                      <c:pt idx="777">
                        <c:v>0</c:v>
                      </c:pt>
                      <c:pt idx="778">
                        <c:v>0</c:v>
                      </c:pt>
                      <c:pt idx="779">
                        <c:v>0</c:v>
                      </c:pt>
                      <c:pt idx="780">
                        <c:v>0</c:v>
                      </c:pt>
                      <c:pt idx="781">
                        <c:v>0</c:v>
                      </c:pt>
                      <c:pt idx="782">
                        <c:v>0</c:v>
                      </c:pt>
                      <c:pt idx="783">
                        <c:v>0</c:v>
                      </c:pt>
                      <c:pt idx="784">
                        <c:v>0</c:v>
                      </c:pt>
                      <c:pt idx="785">
                        <c:v>0</c:v>
                      </c:pt>
                      <c:pt idx="786">
                        <c:v>0</c:v>
                      </c:pt>
                      <c:pt idx="787">
                        <c:v>0</c:v>
                      </c:pt>
                      <c:pt idx="788">
                        <c:v>0</c:v>
                      </c:pt>
                      <c:pt idx="789">
                        <c:v>0</c:v>
                      </c:pt>
                      <c:pt idx="790">
                        <c:v>0</c:v>
                      </c:pt>
                      <c:pt idx="791">
                        <c:v>0</c:v>
                      </c:pt>
                      <c:pt idx="792">
                        <c:v>0</c:v>
                      </c:pt>
                      <c:pt idx="793">
                        <c:v>0</c:v>
                      </c:pt>
                      <c:pt idx="794">
                        <c:v>0</c:v>
                      </c:pt>
                      <c:pt idx="795">
                        <c:v>0</c:v>
                      </c:pt>
                      <c:pt idx="796">
                        <c:v>0</c:v>
                      </c:pt>
                      <c:pt idx="797">
                        <c:v>0</c:v>
                      </c:pt>
                      <c:pt idx="798">
                        <c:v>0</c:v>
                      </c:pt>
                      <c:pt idx="799">
                        <c:v>0</c:v>
                      </c:pt>
                      <c:pt idx="800">
                        <c:v>0</c:v>
                      </c:pt>
                      <c:pt idx="801">
                        <c:v>0</c:v>
                      </c:pt>
                      <c:pt idx="802">
                        <c:v>0</c:v>
                      </c:pt>
                      <c:pt idx="803">
                        <c:v>0</c:v>
                      </c:pt>
                      <c:pt idx="804">
                        <c:v>0</c:v>
                      </c:pt>
                      <c:pt idx="805">
                        <c:v>0</c:v>
                      </c:pt>
                      <c:pt idx="806">
                        <c:v>0</c:v>
                      </c:pt>
                      <c:pt idx="807">
                        <c:v>0</c:v>
                      </c:pt>
                      <c:pt idx="808">
                        <c:v>0</c:v>
                      </c:pt>
                      <c:pt idx="809">
                        <c:v>0</c:v>
                      </c:pt>
                      <c:pt idx="810">
                        <c:v>0</c:v>
                      </c:pt>
                      <c:pt idx="811">
                        <c:v>0</c:v>
                      </c:pt>
                      <c:pt idx="812">
                        <c:v>0</c:v>
                      </c:pt>
                      <c:pt idx="813">
                        <c:v>0</c:v>
                      </c:pt>
                      <c:pt idx="814">
                        <c:v>0</c:v>
                      </c:pt>
                      <c:pt idx="815">
                        <c:v>0</c:v>
                      </c:pt>
                      <c:pt idx="816">
                        <c:v>0</c:v>
                      </c:pt>
                      <c:pt idx="817">
                        <c:v>0</c:v>
                      </c:pt>
                      <c:pt idx="818">
                        <c:v>0</c:v>
                      </c:pt>
                      <c:pt idx="819">
                        <c:v>0</c:v>
                      </c:pt>
                      <c:pt idx="820">
                        <c:v>0</c:v>
                      </c:pt>
                      <c:pt idx="821">
                        <c:v>0</c:v>
                      </c:pt>
                      <c:pt idx="822">
                        <c:v>0</c:v>
                      </c:pt>
                      <c:pt idx="823">
                        <c:v>0</c:v>
                      </c:pt>
                      <c:pt idx="824">
                        <c:v>0</c:v>
                      </c:pt>
                      <c:pt idx="825">
                        <c:v>0</c:v>
                      </c:pt>
                      <c:pt idx="826">
                        <c:v>0</c:v>
                      </c:pt>
                      <c:pt idx="827">
                        <c:v>0</c:v>
                      </c:pt>
                      <c:pt idx="828">
                        <c:v>0</c:v>
                      </c:pt>
                      <c:pt idx="829">
                        <c:v>0</c:v>
                      </c:pt>
                      <c:pt idx="830">
                        <c:v>0</c:v>
                      </c:pt>
                      <c:pt idx="831">
                        <c:v>0</c:v>
                      </c:pt>
                      <c:pt idx="832">
                        <c:v>0</c:v>
                      </c:pt>
                      <c:pt idx="833">
                        <c:v>0</c:v>
                      </c:pt>
                      <c:pt idx="834">
                        <c:v>0</c:v>
                      </c:pt>
                      <c:pt idx="835">
                        <c:v>0</c:v>
                      </c:pt>
                      <c:pt idx="836">
                        <c:v>0</c:v>
                      </c:pt>
                      <c:pt idx="837">
                        <c:v>0</c:v>
                      </c:pt>
                      <c:pt idx="838">
                        <c:v>0</c:v>
                      </c:pt>
                      <c:pt idx="839">
                        <c:v>0</c:v>
                      </c:pt>
                      <c:pt idx="840">
                        <c:v>0</c:v>
                      </c:pt>
                      <c:pt idx="841">
                        <c:v>0</c:v>
                      </c:pt>
                      <c:pt idx="842">
                        <c:v>0</c:v>
                      </c:pt>
                      <c:pt idx="843">
                        <c:v>0</c:v>
                      </c:pt>
                      <c:pt idx="844">
                        <c:v>0</c:v>
                      </c:pt>
                      <c:pt idx="845">
                        <c:v>0</c:v>
                      </c:pt>
                      <c:pt idx="846">
                        <c:v>0</c:v>
                      </c:pt>
                      <c:pt idx="847">
                        <c:v>0</c:v>
                      </c:pt>
                      <c:pt idx="848">
                        <c:v>0</c:v>
                      </c:pt>
                      <c:pt idx="849">
                        <c:v>0</c:v>
                      </c:pt>
                      <c:pt idx="850">
                        <c:v>0</c:v>
                      </c:pt>
                      <c:pt idx="851">
                        <c:v>0</c:v>
                      </c:pt>
                      <c:pt idx="852">
                        <c:v>0</c:v>
                      </c:pt>
                      <c:pt idx="853">
                        <c:v>0</c:v>
                      </c:pt>
                      <c:pt idx="854">
                        <c:v>0</c:v>
                      </c:pt>
                      <c:pt idx="855">
                        <c:v>0</c:v>
                      </c:pt>
                      <c:pt idx="856">
                        <c:v>0</c:v>
                      </c:pt>
                      <c:pt idx="857">
                        <c:v>0</c:v>
                      </c:pt>
                      <c:pt idx="858">
                        <c:v>0</c:v>
                      </c:pt>
                      <c:pt idx="859">
                        <c:v>0</c:v>
                      </c:pt>
                      <c:pt idx="860">
                        <c:v>0</c:v>
                      </c:pt>
                      <c:pt idx="861">
                        <c:v>0</c:v>
                      </c:pt>
                      <c:pt idx="862">
                        <c:v>0</c:v>
                      </c:pt>
                      <c:pt idx="863">
                        <c:v>0</c:v>
                      </c:pt>
                      <c:pt idx="864">
                        <c:v>0</c:v>
                      </c:pt>
                      <c:pt idx="865">
                        <c:v>0</c:v>
                      </c:pt>
                      <c:pt idx="866">
                        <c:v>0</c:v>
                      </c:pt>
                      <c:pt idx="867">
                        <c:v>0</c:v>
                      </c:pt>
                      <c:pt idx="868">
                        <c:v>0</c:v>
                      </c:pt>
                      <c:pt idx="869">
                        <c:v>0</c:v>
                      </c:pt>
                      <c:pt idx="870">
                        <c:v>0</c:v>
                      </c:pt>
                      <c:pt idx="871">
                        <c:v>0</c:v>
                      </c:pt>
                      <c:pt idx="872">
                        <c:v>0</c:v>
                      </c:pt>
                      <c:pt idx="873">
                        <c:v>0</c:v>
                      </c:pt>
                      <c:pt idx="874">
                        <c:v>0</c:v>
                      </c:pt>
                      <c:pt idx="875">
                        <c:v>0</c:v>
                      </c:pt>
                      <c:pt idx="876">
                        <c:v>0</c:v>
                      </c:pt>
                      <c:pt idx="877">
                        <c:v>0</c:v>
                      </c:pt>
                      <c:pt idx="878">
                        <c:v>0</c:v>
                      </c:pt>
                      <c:pt idx="879">
                        <c:v>0</c:v>
                      </c:pt>
                      <c:pt idx="880">
                        <c:v>0</c:v>
                      </c:pt>
                      <c:pt idx="881">
                        <c:v>0</c:v>
                      </c:pt>
                      <c:pt idx="882">
                        <c:v>0</c:v>
                      </c:pt>
                      <c:pt idx="883">
                        <c:v>0</c:v>
                      </c:pt>
                      <c:pt idx="884">
                        <c:v>0</c:v>
                      </c:pt>
                      <c:pt idx="885">
                        <c:v>0</c:v>
                      </c:pt>
                      <c:pt idx="886">
                        <c:v>0</c:v>
                      </c:pt>
                      <c:pt idx="887">
                        <c:v>0</c:v>
                      </c:pt>
                      <c:pt idx="888">
                        <c:v>0</c:v>
                      </c:pt>
                      <c:pt idx="889">
                        <c:v>0</c:v>
                      </c:pt>
                      <c:pt idx="890">
                        <c:v>0</c:v>
                      </c:pt>
                      <c:pt idx="891">
                        <c:v>0</c:v>
                      </c:pt>
                      <c:pt idx="892">
                        <c:v>0</c:v>
                      </c:pt>
                      <c:pt idx="893">
                        <c:v>0</c:v>
                      </c:pt>
                      <c:pt idx="894">
                        <c:v>0</c:v>
                      </c:pt>
                      <c:pt idx="895">
                        <c:v>0</c:v>
                      </c:pt>
                      <c:pt idx="896">
                        <c:v>0</c:v>
                      </c:pt>
                      <c:pt idx="897">
                        <c:v>0</c:v>
                      </c:pt>
                      <c:pt idx="898">
                        <c:v>0</c:v>
                      </c:pt>
                      <c:pt idx="899">
                        <c:v>0</c:v>
                      </c:pt>
                      <c:pt idx="900">
                        <c:v>0</c:v>
                      </c:pt>
                      <c:pt idx="901">
                        <c:v>0</c:v>
                      </c:pt>
                      <c:pt idx="902">
                        <c:v>0</c:v>
                      </c:pt>
                      <c:pt idx="903">
                        <c:v>0</c:v>
                      </c:pt>
                      <c:pt idx="904">
                        <c:v>0</c:v>
                      </c:pt>
                      <c:pt idx="905">
                        <c:v>0</c:v>
                      </c:pt>
                      <c:pt idx="906">
                        <c:v>0</c:v>
                      </c:pt>
                      <c:pt idx="907">
                        <c:v>0</c:v>
                      </c:pt>
                      <c:pt idx="908">
                        <c:v>0</c:v>
                      </c:pt>
                      <c:pt idx="909">
                        <c:v>0</c:v>
                      </c:pt>
                      <c:pt idx="910">
                        <c:v>0</c:v>
                      </c:pt>
                      <c:pt idx="911">
                        <c:v>0</c:v>
                      </c:pt>
                      <c:pt idx="912">
                        <c:v>0</c:v>
                      </c:pt>
                      <c:pt idx="913">
                        <c:v>0</c:v>
                      </c:pt>
                      <c:pt idx="914">
                        <c:v>0</c:v>
                      </c:pt>
                      <c:pt idx="915">
                        <c:v>0</c:v>
                      </c:pt>
                      <c:pt idx="916">
                        <c:v>0</c:v>
                      </c:pt>
                      <c:pt idx="917">
                        <c:v>0</c:v>
                      </c:pt>
                      <c:pt idx="918">
                        <c:v>0</c:v>
                      </c:pt>
                      <c:pt idx="919">
                        <c:v>0</c:v>
                      </c:pt>
                      <c:pt idx="920">
                        <c:v>0</c:v>
                      </c:pt>
                      <c:pt idx="921">
                        <c:v>0</c:v>
                      </c:pt>
                      <c:pt idx="922">
                        <c:v>0</c:v>
                      </c:pt>
                      <c:pt idx="923">
                        <c:v>0</c:v>
                      </c:pt>
                      <c:pt idx="924">
                        <c:v>0</c:v>
                      </c:pt>
                      <c:pt idx="925">
                        <c:v>0</c:v>
                      </c:pt>
                      <c:pt idx="926">
                        <c:v>0</c:v>
                      </c:pt>
                      <c:pt idx="927">
                        <c:v>0</c:v>
                      </c:pt>
                      <c:pt idx="928">
                        <c:v>0</c:v>
                      </c:pt>
                      <c:pt idx="929">
                        <c:v>0</c:v>
                      </c:pt>
                      <c:pt idx="930">
                        <c:v>0</c:v>
                      </c:pt>
                      <c:pt idx="931">
                        <c:v>0</c:v>
                      </c:pt>
                      <c:pt idx="932">
                        <c:v>0</c:v>
                      </c:pt>
                      <c:pt idx="933">
                        <c:v>0</c:v>
                      </c:pt>
                      <c:pt idx="934">
                        <c:v>0</c:v>
                      </c:pt>
                      <c:pt idx="935">
                        <c:v>0</c:v>
                      </c:pt>
                      <c:pt idx="936">
                        <c:v>0</c:v>
                      </c:pt>
                      <c:pt idx="937">
                        <c:v>0</c:v>
                      </c:pt>
                      <c:pt idx="938">
                        <c:v>0</c:v>
                      </c:pt>
                      <c:pt idx="939">
                        <c:v>0</c:v>
                      </c:pt>
                      <c:pt idx="940">
                        <c:v>0</c:v>
                      </c:pt>
                      <c:pt idx="941">
                        <c:v>0</c:v>
                      </c:pt>
                      <c:pt idx="942">
                        <c:v>0</c:v>
                      </c:pt>
                      <c:pt idx="943">
                        <c:v>0</c:v>
                      </c:pt>
                      <c:pt idx="944">
                        <c:v>0</c:v>
                      </c:pt>
                      <c:pt idx="945">
                        <c:v>0</c:v>
                      </c:pt>
                      <c:pt idx="946">
                        <c:v>0</c:v>
                      </c:pt>
                      <c:pt idx="947">
                        <c:v>0</c:v>
                      </c:pt>
                      <c:pt idx="948">
                        <c:v>0</c:v>
                      </c:pt>
                      <c:pt idx="949">
                        <c:v>0</c:v>
                      </c:pt>
                      <c:pt idx="950">
                        <c:v>0</c:v>
                      </c:pt>
                      <c:pt idx="951">
                        <c:v>0</c:v>
                      </c:pt>
                      <c:pt idx="952">
                        <c:v>0</c:v>
                      </c:pt>
                      <c:pt idx="953">
                        <c:v>0</c:v>
                      </c:pt>
                      <c:pt idx="954">
                        <c:v>0</c:v>
                      </c:pt>
                      <c:pt idx="955">
                        <c:v>0</c:v>
                      </c:pt>
                      <c:pt idx="956">
                        <c:v>0</c:v>
                      </c:pt>
                      <c:pt idx="957">
                        <c:v>0</c:v>
                      </c:pt>
                      <c:pt idx="958">
                        <c:v>0</c:v>
                      </c:pt>
                      <c:pt idx="959">
                        <c:v>0</c:v>
                      </c:pt>
                      <c:pt idx="960">
                        <c:v>0</c:v>
                      </c:pt>
                      <c:pt idx="961">
                        <c:v>0</c:v>
                      </c:pt>
                      <c:pt idx="962">
                        <c:v>0</c:v>
                      </c:pt>
                      <c:pt idx="963">
                        <c:v>0</c:v>
                      </c:pt>
                      <c:pt idx="964">
                        <c:v>0</c:v>
                      </c:pt>
                      <c:pt idx="965">
                        <c:v>0</c:v>
                      </c:pt>
                      <c:pt idx="966">
                        <c:v>0</c:v>
                      </c:pt>
                      <c:pt idx="967">
                        <c:v>0</c:v>
                      </c:pt>
                      <c:pt idx="968">
                        <c:v>0</c:v>
                      </c:pt>
                      <c:pt idx="969">
                        <c:v>0</c:v>
                      </c:pt>
                      <c:pt idx="970">
                        <c:v>0</c:v>
                      </c:pt>
                      <c:pt idx="971">
                        <c:v>0</c:v>
                      </c:pt>
                      <c:pt idx="972">
                        <c:v>0</c:v>
                      </c:pt>
                      <c:pt idx="973">
                        <c:v>0</c:v>
                      </c:pt>
                      <c:pt idx="974">
                        <c:v>0</c:v>
                      </c:pt>
                      <c:pt idx="975">
                        <c:v>0</c:v>
                      </c:pt>
                      <c:pt idx="976">
                        <c:v>0</c:v>
                      </c:pt>
                      <c:pt idx="977">
                        <c:v>0</c:v>
                      </c:pt>
                      <c:pt idx="978">
                        <c:v>0</c:v>
                      </c:pt>
                      <c:pt idx="979">
                        <c:v>0</c:v>
                      </c:pt>
                      <c:pt idx="980">
                        <c:v>0</c:v>
                      </c:pt>
                      <c:pt idx="981">
                        <c:v>0</c:v>
                      </c:pt>
                      <c:pt idx="982">
                        <c:v>0</c:v>
                      </c:pt>
                      <c:pt idx="983">
                        <c:v>0</c:v>
                      </c:pt>
                      <c:pt idx="984">
                        <c:v>0</c:v>
                      </c:pt>
                      <c:pt idx="985">
                        <c:v>0</c:v>
                      </c:pt>
                      <c:pt idx="986">
                        <c:v>0</c:v>
                      </c:pt>
                      <c:pt idx="987">
                        <c:v>0</c:v>
                      </c:pt>
                      <c:pt idx="988">
                        <c:v>0</c:v>
                      </c:pt>
                      <c:pt idx="989">
                        <c:v>0</c:v>
                      </c:pt>
                      <c:pt idx="990">
                        <c:v>0</c:v>
                      </c:pt>
                      <c:pt idx="991">
                        <c:v>0</c:v>
                      </c:pt>
                      <c:pt idx="992">
                        <c:v>0</c:v>
                      </c:pt>
                      <c:pt idx="993">
                        <c:v>0</c:v>
                      </c:pt>
                      <c:pt idx="994">
                        <c:v>0</c:v>
                      </c:pt>
                      <c:pt idx="995">
                        <c:v>0</c:v>
                      </c:pt>
                      <c:pt idx="996">
                        <c:v>0</c:v>
                      </c:pt>
                      <c:pt idx="997">
                        <c:v>0</c:v>
                      </c:pt>
                      <c:pt idx="998">
                        <c:v>0</c:v>
                      </c:pt>
                      <c:pt idx="999">
                        <c:v>0</c:v>
                      </c:pt>
                      <c:pt idx="1000">
                        <c:v>0</c:v>
                      </c:pt>
                      <c:pt idx="1001">
                        <c:v>0</c:v>
                      </c:pt>
                      <c:pt idx="1002">
                        <c:v>0</c:v>
                      </c:pt>
                      <c:pt idx="1003">
                        <c:v>0</c:v>
                      </c:pt>
                      <c:pt idx="1004">
                        <c:v>0</c:v>
                      </c:pt>
                      <c:pt idx="1005">
                        <c:v>0</c:v>
                      </c:pt>
                      <c:pt idx="1006">
                        <c:v>0</c:v>
                      </c:pt>
                      <c:pt idx="1007">
                        <c:v>0</c:v>
                      </c:pt>
                      <c:pt idx="1008">
                        <c:v>0</c:v>
                      </c:pt>
                      <c:pt idx="1009">
                        <c:v>0</c:v>
                      </c:pt>
                      <c:pt idx="1010">
                        <c:v>0</c:v>
                      </c:pt>
                      <c:pt idx="1011">
                        <c:v>0</c:v>
                      </c:pt>
                      <c:pt idx="1012">
                        <c:v>0</c:v>
                      </c:pt>
                      <c:pt idx="1013">
                        <c:v>0</c:v>
                      </c:pt>
                      <c:pt idx="1014">
                        <c:v>0</c:v>
                      </c:pt>
                      <c:pt idx="1015">
                        <c:v>0</c:v>
                      </c:pt>
                      <c:pt idx="1016">
                        <c:v>0</c:v>
                      </c:pt>
                      <c:pt idx="1017">
                        <c:v>0</c:v>
                      </c:pt>
                      <c:pt idx="1018">
                        <c:v>0</c:v>
                      </c:pt>
                      <c:pt idx="1019">
                        <c:v>0</c:v>
                      </c:pt>
                      <c:pt idx="1020">
                        <c:v>0</c:v>
                      </c:pt>
                      <c:pt idx="1021">
                        <c:v>0</c:v>
                      </c:pt>
                      <c:pt idx="1022">
                        <c:v>0</c:v>
                      </c:pt>
                      <c:pt idx="1023">
                        <c:v>0</c:v>
                      </c:pt>
                      <c:pt idx="1024">
                        <c:v>0</c:v>
                      </c:pt>
                      <c:pt idx="1025">
                        <c:v>0</c:v>
                      </c:pt>
                      <c:pt idx="1026">
                        <c:v>0</c:v>
                      </c:pt>
                      <c:pt idx="1027">
                        <c:v>0</c:v>
                      </c:pt>
                      <c:pt idx="1028">
                        <c:v>0</c:v>
                      </c:pt>
                      <c:pt idx="1029">
                        <c:v>0</c:v>
                      </c:pt>
                      <c:pt idx="1030">
                        <c:v>0</c:v>
                      </c:pt>
                      <c:pt idx="1031">
                        <c:v>0</c:v>
                      </c:pt>
                      <c:pt idx="1032">
                        <c:v>0</c:v>
                      </c:pt>
                      <c:pt idx="1033">
                        <c:v>0</c:v>
                      </c:pt>
                      <c:pt idx="1034">
                        <c:v>0</c:v>
                      </c:pt>
                      <c:pt idx="1035">
                        <c:v>0</c:v>
                      </c:pt>
                      <c:pt idx="1036">
                        <c:v>0</c:v>
                      </c:pt>
                      <c:pt idx="1037">
                        <c:v>0</c:v>
                      </c:pt>
                      <c:pt idx="1038">
                        <c:v>0</c:v>
                      </c:pt>
                      <c:pt idx="1039">
                        <c:v>0</c:v>
                      </c:pt>
                      <c:pt idx="1040">
                        <c:v>0</c:v>
                      </c:pt>
                      <c:pt idx="1041">
                        <c:v>0</c:v>
                      </c:pt>
                      <c:pt idx="1042">
                        <c:v>0</c:v>
                      </c:pt>
                      <c:pt idx="1043">
                        <c:v>0</c:v>
                      </c:pt>
                      <c:pt idx="1044">
                        <c:v>0</c:v>
                      </c:pt>
                      <c:pt idx="1045">
                        <c:v>0</c:v>
                      </c:pt>
                      <c:pt idx="1046">
                        <c:v>0</c:v>
                      </c:pt>
                      <c:pt idx="1047">
                        <c:v>0</c:v>
                      </c:pt>
                      <c:pt idx="1048">
                        <c:v>0</c:v>
                      </c:pt>
                      <c:pt idx="1049">
                        <c:v>0</c:v>
                      </c:pt>
                      <c:pt idx="1050">
                        <c:v>0</c:v>
                      </c:pt>
                      <c:pt idx="1051">
                        <c:v>0</c:v>
                      </c:pt>
                      <c:pt idx="1052">
                        <c:v>0</c:v>
                      </c:pt>
                      <c:pt idx="1053">
                        <c:v>0</c:v>
                      </c:pt>
                      <c:pt idx="1054">
                        <c:v>0</c:v>
                      </c:pt>
                      <c:pt idx="1055">
                        <c:v>0</c:v>
                      </c:pt>
                      <c:pt idx="1056">
                        <c:v>0</c:v>
                      </c:pt>
                      <c:pt idx="1057">
                        <c:v>0</c:v>
                      </c:pt>
                      <c:pt idx="1058">
                        <c:v>0</c:v>
                      </c:pt>
                      <c:pt idx="1059">
                        <c:v>0</c:v>
                      </c:pt>
                      <c:pt idx="1060">
                        <c:v>0</c:v>
                      </c:pt>
                      <c:pt idx="1061">
                        <c:v>0</c:v>
                      </c:pt>
                      <c:pt idx="1062">
                        <c:v>0</c:v>
                      </c:pt>
                      <c:pt idx="1063">
                        <c:v>0</c:v>
                      </c:pt>
                      <c:pt idx="1064">
                        <c:v>0</c:v>
                      </c:pt>
                      <c:pt idx="1065">
                        <c:v>0</c:v>
                      </c:pt>
                      <c:pt idx="1066">
                        <c:v>0</c:v>
                      </c:pt>
                      <c:pt idx="1067">
                        <c:v>0</c:v>
                      </c:pt>
                      <c:pt idx="1068">
                        <c:v>0</c:v>
                      </c:pt>
                      <c:pt idx="1069">
                        <c:v>0</c:v>
                      </c:pt>
                      <c:pt idx="1070">
                        <c:v>0</c:v>
                      </c:pt>
                      <c:pt idx="1071">
                        <c:v>0</c:v>
                      </c:pt>
                      <c:pt idx="1072">
                        <c:v>0</c:v>
                      </c:pt>
                      <c:pt idx="1073">
                        <c:v>0</c:v>
                      </c:pt>
                      <c:pt idx="1074">
                        <c:v>0</c:v>
                      </c:pt>
                      <c:pt idx="1075">
                        <c:v>0</c:v>
                      </c:pt>
                      <c:pt idx="1076">
                        <c:v>0</c:v>
                      </c:pt>
                      <c:pt idx="1077">
                        <c:v>0</c:v>
                      </c:pt>
                      <c:pt idx="1078">
                        <c:v>0</c:v>
                      </c:pt>
                      <c:pt idx="1079">
                        <c:v>0</c:v>
                      </c:pt>
                      <c:pt idx="1080">
                        <c:v>0</c:v>
                      </c:pt>
                      <c:pt idx="1081">
                        <c:v>0</c:v>
                      </c:pt>
                      <c:pt idx="1082">
                        <c:v>0</c:v>
                      </c:pt>
                      <c:pt idx="1083">
                        <c:v>0</c:v>
                      </c:pt>
                      <c:pt idx="1084">
                        <c:v>0</c:v>
                      </c:pt>
                      <c:pt idx="1085">
                        <c:v>0</c:v>
                      </c:pt>
                      <c:pt idx="1086">
                        <c:v>0</c:v>
                      </c:pt>
                      <c:pt idx="1087">
                        <c:v>0</c:v>
                      </c:pt>
                      <c:pt idx="1088">
                        <c:v>0</c:v>
                      </c:pt>
                      <c:pt idx="1089">
                        <c:v>0</c:v>
                      </c:pt>
                      <c:pt idx="1090">
                        <c:v>0</c:v>
                      </c:pt>
                      <c:pt idx="1091">
                        <c:v>0</c:v>
                      </c:pt>
                      <c:pt idx="1092">
                        <c:v>0</c:v>
                      </c:pt>
                      <c:pt idx="1093">
                        <c:v>0</c:v>
                      </c:pt>
                      <c:pt idx="1094">
                        <c:v>0</c:v>
                      </c:pt>
                      <c:pt idx="1095">
                        <c:v>0</c:v>
                      </c:pt>
                      <c:pt idx="1096">
                        <c:v>0</c:v>
                      </c:pt>
                      <c:pt idx="1097">
                        <c:v>0</c:v>
                      </c:pt>
                      <c:pt idx="1098">
                        <c:v>0</c:v>
                      </c:pt>
                      <c:pt idx="1099">
                        <c:v>0</c:v>
                      </c:pt>
                      <c:pt idx="1100">
                        <c:v>0</c:v>
                      </c:pt>
                      <c:pt idx="1101">
                        <c:v>0</c:v>
                      </c:pt>
                      <c:pt idx="1102">
                        <c:v>0</c:v>
                      </c:pt>
                      <c:pt idx="1103">
                        <c:v>0</c:v>
                      </c:pt>
                      <c:pt idx="1104">
                        <c:v>0</c:v>
                      </c:pt>
                      <c:pt idx="1105">
                        <c:v>0</c:v>
                      </c:pt>
                      <c:pt idx="1106">
                        <c:v>0</c:v>
                      </c:pt>
                      <c:pt idx="1107">
                        <c:v>0</c:v>
                      </c:pt>
                      <c:pt idx="1108">
                        <c:v>0</c:v>
                      </c:pt>
                      <c:pt idx="1109">
                        <c:v>0</c:v>
                      </c:pt>
                      <c:pt idx="1110">
                        <c:v>0</c:v>
                      </c:pt>
                      <c:pt idx="1111">
                        <c:v>0</c:v>
                      </c:pt>
                      <c:pt idx="1112">
                        <c:v>0</c:v>
                      </c:pt>
                      <c:pt idx="1113">
                        <c:v>0</c:v>
                      </c:pt>
                      <c:pt idx="1114">
                        <c:v>0</c:v>
                      </c:pt>
                      <c:pt idx="1115">
                        <c:v>0</c:v>
                      </c:pt>
                      <c:pt idx="1116">
                        <c:v>0</c:v>
                      </c:pt>
                      <c:pt idx="1117">
                        <c:v>0</c:v>
                      </c:pt>
                      <c:pt idx="1118">
                        <c:v>0</c:v>
                      </c:pt>
                      <c:pt idx="1119">
                        <c:v>0</c:v>
                      </c:pt>
                      <c:pt idx="1120">
                        <c:v>0</c:v>
                      </c:pt>
                      <c:pt idx="1121">
                        <c:v>0</c:v>
                      </c:pt>
                      <c:pt idx="1122">
                        <c:v>0</c:v>
                      </c:pt>
                      <c:pt idx="1123">
                        <c:v>0</c:v>
                      </c:pt>
                      <c:pt idx="1124">
                        <c:v>0</c:v>
                      </c:pt>
                      <c:pt idx="1125">
                        <c:v>0</c:v>
                      </c:pt>
                      <c:pt idx="1126">
                        <c:v>0</c:v>
                      </c:pt>
                      <c:pt idx="1127">
                        <c:v>0</c:v>
                      </c:pt>
                      <c:pt idx="1128">
                        <c:v>0</c:v>
                      </c:pt>
                      <c:pt idx="1129">
                        <c:v>0</c:v>
                      </c:pt>
                      <c:pt idx="1130">
                        <c:v>0</c:v>
                      </c:pt>
                      <c:pt idx="1131">
                        <c:v>0</c:v>
                      </c:pt>
                      <c:pt idx="1132">
                        <c:v>0</c:v>
                      </c:pt>
                      <c:pt idx="1133">
                        <c:v>0</c:v>
                      </c:pt>
                      <c:pt idx="1134">
                        <c:v>0</c:v>
                      </c:pt>
                      <c:pt idx="1135">
                        <c:v>0</c:v>
                      </c:pt>
                      <c:pt idx="1136">
                        <c:v>0</c:v>
                      </c:pt>
                      <c:pt idx="1137">
                        <c:v>0</c:v>
                      </c:pt>
                      <c:pt idx="1138">
                        <c:v>0</c:v>
                      </c:pt>
                      <c:pt idx="1139">
                        <c:v>0</c:v>
                      </c:pt>
                      <c:pt idx="1140">
                        <c:v>0</c:v>
                      </c:pt>
                      <c:pt idx="1141">
                        <c:v>0</c:v>
                      </c:pt>
                      <c:pt idx="1142">
                        <c:v>0</c:v>
                      </c:pt>
                      <c:pt idx="1143">
                        <c:v>0</c:v>
                      </c:pt>
                      <c:pt idx="1144">
                        <c:v>0</c:v>
                      </c:pt>
                      <c:pt idx="1145">
                        <c:v>0</c:v>
                      </c:pt>
                      <c:pt idx="1146">
                        <c:v>0</c:v>
                      </c:pt>
                      <c:pt idx="1147">
                        <c:v>0</c:v>
                      </c:pt>
                      <c:pt idx="1148">
                        <c:v>0</c:v>
                      </c:pt>
                      <c:pt idx="1149">
                        <c:v>0</c:v>
                      </c:pt>
                      <c:pt idx="1150">
                        <c:v>0</c:v>
                      </c:pt>
                      <c:pt idx="1151">
                        <c:v>0</c:v>
                      </c:pt>
                      <c:pt idx="1152">
                        <c:v>0</c:v>
                      </c:pt>
                      <c:pt idx="1153">
                        <c:v>0</c:v>
                      </c:pt>
                      <c:pt idx="1154">
                        <c:v>0</c:v>
                      </c:pt>
                      <c:pt idx="1155">
                        <c:v>0</c:v>
                      </c:pt>
                      <c:pt idx="1156">
                        <c:v>0</c:v>
                      </c:pt>
                      <c:pt idx="1157">
                        <c:v>0</c:v>
                      </c:pt>
                      <c:pt idx="1158">
                        <c:v>0</c:v>
                      </c:pt>
                      <c:pt idx="1159">
                        <c:v>0</c:v>
                      </c:pt>
                      <c:pt idx="1160">
                        <c:v>0</c:v>
                      </c:pt>
                      <c:pt idx="1161">
                        <c:v>0</c:v>
                      </c:pt>
                      <c:pt idx="1162">
                        <c:v>0</c:v>
                      </c:pt>
                      <c:pt idx="1163">
                        <c:v>0</c:v>
                      </c:pt>
                      <c:pt idx="1164">
                        <c:v>0</c:v>
                      </c:pt>
                      <c:pt idx="1165">
                        <c:v>0</c:v>
                      </c:pt>
                      <c:pt idx="1166">
                        <c:v>0</c:v>
                      </c:pt>
                      <c:pt idx="1167">
                        <c:v>0</c:v>
                      </c:pt>
                      <c:pt idx="1168">
                        <c:v>0</c:v>
                      </c:pt>
                      <c:pt idx="1169">
                        <c:v>0</c:v>
                      </c:pt>
                      <c:pt idx="1170">
                        <c:v>0</c:v>
                      </c:pt>
                      <c:pt idx="1171">
                        <c:v>0</c:v>
                      </c:pt>
                      <c:pt idx="1172">
                        <c:v>0</c:v>
                      </c:pt>
                      <c:pt idx="1173">
                        <c:v>0</c:v>
                      </c:pt>
                      <c:pt idx="1174">
                        <c:v>0</c:v>
                      </c:pt>
                      <c:pt idx="1175">
                        <c:v>0</c:v>
                      </c:pt>
                      <c:pt idx="1176">
                        <c:v>0</c:v>
                      </c:pt>
                      <c:pt idx="1177">
                        <c:v>0</c:v>
                      </c:pt>
                      <c:pt idx="1178">
                        <c:v>0</c:v>
                      </c:pt>
                      <c:pt idx="1179">
                        <c:v>0</c:v>
                      </c:pt>
                      <c:pt idx="1180">
                        <c:v>0</c:v>
                      </c:pt>
                      <c:pt idx="1181">
                        <c:v>0</c:v>
                      </c:pt>
                      <c:pt idx="1182">
                        <c:v>0</c:v>
                      </c:pt>
                      <c:pt idx="1183">
                        <c:v>0</c:v>
                      </c:pt>
                      <c:pt idx="1184">
                        <c:v>0</c:v>
                      </c:pt>
                      <c:pt idx="1185">
                        <c:v>0</c:v>
                      </c:pt>
                      <c:pt idx="1186">
                        <c:v>0</c:v>
                      </c:pt>
                      <c:pt idx="1187">
                        <c:v>0</c:v>
                      </c:pt>
                      <c:pt idx="1188">
                        <c:v>0</c:v>
                      </c:pt>
                      <c:pt idx="1189">
                        <c:v>0</c:v>
                      </c:pt>
                      <c:pt idx="1190">
                        <c:v>0</c:v>
                      </c:pt>
                      <c:pt idx="1191">
                        <c:v>0</c:v>
                      </c:pt>
                      <c:pt idx="1192">
                        <c:v>0</c:v>
                      </c:pt>
                      <c:pt idx="1193">
                        <c:v>0</c:v>
                      </c:pt>
                      <c:pt idx="1194">
                        <c:v>0</c:v>
                      </c:pt>
                      <c:pt idx="1195">
                        <c:v>0</c:v>
                      </c:pt>
                      <c:pt idx="1196">
                        <c:v>0</c:v>
                      </c:pt>
                      <c:pt idx="1197">
                        <c:v>0</c:v>
                      </c:pt>
                      <c:pt idx="1198">
                        <c:v>0</c:v>
                      </c:pt>
                      <c:pt idx="1199">
                        <c:v>0</c:v>
                      </c:pt>
                      <c:pt idx="1200">
                        <c:v>0</c:v>
                      </c:pt>
                      <c:pt idx="1201">
                        <c:v>0</c:v>
                      </c:pt>
                      <c:pt idx="1202">
                        <c:v>0</c:v>
                      </c:pt>
                      <c:pt idx="1203">
                        <c:v>0</c:v>
                      </c:pt>
                      <c:pt idx="1204">
                        <c:v>0</c:v>
                      </c:pt>
                      <c:pt idx="1205">
                        <c:v>0</c:v>
                      </c:pt>
                      <c:pt idx="1206">
                        <c:v>0</c:v>
                      </c:pt>
                      <c:pt idx="1207">
                        <c:v>0</c:v>
                      </c:pt>
                      <c:pt idx="1208">
                        <c:v>0</c:v>
                      </c:pt>
                      <c:pt idx="1209">
                        <c:v>0</c:v>
                      </c:pt>
                      <c:pt idx="1210">
                        <c:v>0</c:v>
                      </c:pt>
                      <c:pt idx="1211">
                        <c:v>0</c:v>
                      </c:pt>
                      <c:pt idx="1212">
                        <c:v>0</c:v>
                      </c:pt>
                      <c:pt idx="1213">
                        <c:v>0</c:v>
                      </c:pt>
                      <c:pt idx="1214">
                        <c:v>0</c:v>
                      </c:pt>
                      <c:pt idx="1215">
                        <c:v>0</c:v>
                      </c:pt>
                      <c:pt idx="1216">
                        <c:v>0</c:v>
                      </c:pt>
                      <c:pt idx="1217">
                        <c:v>0</c:v>
                      </c:pt>
                      <c:pt idx="1218">
                        <c:v>0</c:v>
                      </c:pt>
                      <c:pt idx="1219">
                        <c:v>0</c:v>
                      </c:pt>
                      <c:pt idx="1220">
                        <c:v>0</c:v>
                      </c:pt>
                      <c:pt idx="1221">
                        <c:v>0</c:v>
                      </c:pt>
                      <c:pt idx="1222">
                        <c:v>0</c:v>
                      </c:pt>
                      <c:pt idx="1223">
                        <c:v>0</c:v>
                      </c:pt>
                      <c:pt idx="1224">
                        <c:v>0</c:v>
                      </c:pt>
                      <c:pt idx="1225">
                        <c:v>0</c:v>
                      </c:pt>
                      <c:pt idx="1226">
                        <c:v>0</c:v>
                      </c:pt>
                      <c:pt idx="1227">
                        <c:v>0</c:v>
                      </c:pt>
                      <c:pt idx="1228">
                        <c:v>0</c:v>
                      </c:pt>
                      <c:pt idx="1229">
                        <c:v>0</c:v>
                      </c:pt>
                      <c:pt idx="1230">
                        <c:v>0</c:v>
                      </c:pt>
                      <c:pt idx="1231">
                        <c:v>0</c:v>
                      </c:pt>
                      <c:pt idx="1232">
                        <c:v>0</c:v>
                      </c:pt>
                      <c:pt idx="1233">
                        <c:v>0</c:v>
                      </c:pt>
                      <c:pt idx="1234">
                        <c:v>0</c:v>
                      </c:pt>
                      <c:pt idx="1235">
                        <c:v>0</c:v>
                      </c:pt>
                      <c:pt idx="1236">
                        <c:v>0</c:v>
                      </c:pt>
                      <c:pt idx="1237">
                        <c:v>0</c:v>
                      </c:pt>
                      <c:pt idx="1238">
                        <c:v>0</c:v>
                      </c:pt>
                      <c:pt idx="1239">
                        <c:v>0</c:v>
                      </c:pt>
                      <c:pt idx="1240">
                        <c:v>0</c:v>
                      </c:pt>
                      <c:pt idx="1241">
                        <c:v>0</c:v>
                      </c:pt>
                      <c:pt idx="1242">
                        <c:v>0</c:v>
                      </c:pt>
                      <c:pt idx="1243">
                        <c:v>0</c:v>
                      </c:pt>
                      <c:pt idx="1244">
                        <c:v>0</c:v>
                      </c:pt>
                      <c:pt idx="1245">
                        <c:v>0</c:v>
                      </c:pt>
                      <c:pt idx="1246">
                        <c:v>0</c:v>
                      </c:pt>
                      <c:pt idx="1247">
                        <c:v>0</c:v>
                      </c:pt>
                      <c:pt idx="1248">
                        <c:v>0</c:v>
                      </c:pt>
                      <c:pt idx="1249">
                        <c:v>0</c:v>
                      </c:pt>
                      <c:pt idx="1250">
                        <c:v>0</c:v>
                      </c:pt>
                      <c:pt idx="1251">
                        <c:v>0</c:v>
                      </c:pt>
                      <c:pt idx="1252">
                        <c:v>0</c:v>
                      </c:pt>
                      <c:pt idx="1253">
                        <c:v>0</c:v>
                      </c:pt>
                      <c:pt idx="1254">
                        <c:v>0</c:v>
                      </c:pt>
                      <c:pt idx="1255">
                        <c:v>0</c:v>
                      </c:pt>
                      <c:pt idx="1256">
                        <c:v>0</c:v>
                      </c:pt>
                      <c:pt idx="1257">
                        <c:v>0</c:v>
                      </c:pt>
                      <c:pt idx="1258">
                        <c:v>0</c:v>
                      </c:pt>
                      <c:pt idx="1259">
                        <c:v>0</c:v>
                      </c:pt>
                      <c:pt idx="1260">
                        <c:v>0</c:v>
                      </c:pt>
                      <c:pt idx="1261">
                        <c:v>0</c:v>
                      </c:pt>
                      <c:pt idx="1262">
                        <c:v>0</c:v>
                      </c:pt>
                      <c:pt idx="1263">
                        <c:v>0</c:v>
                      </c:pt>
                      <c:pt idx="1264">
                        <c:v>0</c:v>
                      </c:pt>
                      <c:pt idx="1265">
                        <c:v>0</c:v>
                      </c:pt>
                      <c:pt idx="1266">
                        <c:v>0</c:v>
                      </c:pt>
                      <c:pt idx="1267">
                        <c:v>0</c:v>
                      </c:pt>
                      <c:pt idx="1268">
                        <c:v>0</c:v>
                      </c:pt>
                      <c:pt idx="1269">
                        <c:v>0</c:v>
                      </c:pt>
                      <c:pt idx="1270">
                        <c:v>0</c:v>
                      </c:pt>
                      <c:pt idx="1271">
                        <c:v>0</c:v>
                      </c:pt>
                      <c:pt idx="1272">
                        <c:v>0</c:v>
                      </c:pt>
                      <c:pt idx="1273">
                        <c:v>0</c:v>
                      </c:pt>
                      <c:pt idx="1274">
                        <c:v>0</c:v>
                      </c:pt>
                      <c:pt idx="1275">
                        <c:v>0</c:v>
                      </c:pt>
                      <c:pt idx="1276">
                        <c:v>0</c:v>
                      </c:pt>
                      <c:pt idx="1277">
                        <c:v>0</c:v>
                      </c:pt>
                      <c:pt idx="1278">
                        <c:v>0</c:v>
                      </c:pt>
                      <c:pt idx="1279">
                        <c:v>0</c:v>
                      </c:pt>
                      <c:pt idx="1280">
                        <c:v>0</c:v>
                      </c:pt>
                      <c:pt idx="1281">
                        <c:v>0</c:v>
                      </c:pt>
                      <c:pt idx="1282">
                        <c:v>0</c:v>
                      </c:pt>
                      <c:pt idx="1283">
                        <c:v>0</c:v>
                      </c:pt>
                      <c:pt idx="1284">
                        <c:v>0</c:v>
                      </c:pt>
                      <c:pt idx="1285">
                        <c:v>0</c:v>
                      </c:pt>
                      <c:pt idx="1286">
                        <c:v>0</c:v>
                      </c:pt>
                      <c:pt idx="1287">
                        <c:v>0</c:v>
                      </c:pt>
                      <c:pt idx="1288">
                        <c:v>0</c:v>
                      </c:pt>
                      <c:pt idx="1289">
                        <c:v>0</c:v>
                      </c:pt>
                      <c:pt idx="1290">
                        <c:v>0</c:v>
                      </c:pt>
                      <c:pt idx="1291">
                        <c:v>0</c:v>
                      </c:pt>
                      <c:pt idx="1292">
                        <c:v>0</c:v>
                      </c:pt>
                      <c:pt idx="1293">
                        <c:v>0</c:v>
                      </c:pt>
                      <c:pt idx="1294">
                        <c:v>0</c:v>
                      </c:pt>
                      <c:pt idx="1295">
                        <c:v>0</c:v>
                      </c:pt>
                      <c:pt idx="1296">
                        <c:v>0</c:v>
                      </c:pt>
                      <c:pt idx="1297">
                        <c:v>0</c:v>
                      </c:pt>
                      <c:pt idx="1298">
                        <c:v>0</c:v>
                      </c:pt>
                      <c:pt idx="1299">
                        <c:v>0</c:v>
                      </c:pt>
                      <c:pt idx="1300">
                        <c:v>0</c:v>
                      </c:pt>
                      <c:pt idx="1301">
                        <c:v>0</c:v>
                      </c:pt>
                      <c:pt idx="1302">
                        <c:v>0</c:v>
                      </c:pt>
                      <c:pt idx="1303">
                        <c:v>0</c:v>
                      </c:pt>
                      <c:pt idx="1304">
                        <c:v>0</c:v>
                      </c:pt>
                      <c:pt idx="1305">
                        <c:v>0</c:v>
                      </c:pt>
                      <c:pt idx="1306">
                        <c:v>0</c:v>
                      </c:pt>
                      <c:pt idx="1307">
                        <c:v>0</c:v>
                      </c:pt>
                      <c:pt idx="1308">
                        <c:v>0</c:v>
                      </c:pt>
                      <c:pt idx="1309">
                        <c:v>0</c:v>
                      </c:pt>
                      <c:pt idx="1310">
                        <c:v>0</c:v>
                      </c:pt>
                      <c:pt idx="1311">
                        <c:v>0</c:v>
                      </c:pt>
                      <c:pt idx="1312">
                        <c:v>0</c:v>
                      </c:pt>
                      <c:pt idx="1313">
                        <c:v>0</c:v>
                      </c:pt>
                      <c:pt idx="1314">
                        <c:v>0</c:v>
                      </c:pt>
                      <c:pt idx="1315">
                        <c:v>0</c:v>
                      </c:pt>
                      <c:pt idx="1316">
                        <c:v>0</c:v>
                      </c:pt>
                      <c:pt idx="1317">
                        <c:v>0</c:v>
                      </c:pt>
                      <c:pt idx="1318">
                        <c:v>0</c:v>
                      </c:pt>
                      <c:pt idx="1319">
                        <c:v>0</c:v>
                      </c:pt>
                      <c:pt idx="1320">
                        <c:v>0</c:v>
                      </c:pt>
                      <c:pt idx="1321">
                        <c:v>0</c:v>
                      </c:pt>
                      <c:pt idx="1322">
                        <c:v>0</c:v>
                      </c:pt>
                      <c:pt idx="1323">
                        <c:v>0</c:v>
                      </c:pt>
                      <c:pt idx="1324">
                        <c:v>0</c:v>
                      </c:pt>
                      <c:pt idx="1325">
                        <c:v>0</c:v>
                      </c:pt>
                      <c:pt idx="1326">
                        <c:v>0</c:v>
                      </c:pt>
                      <c:pt idx="1327">
                        <c:v>0</c:v>
                      </c:pt>
                      <c:pt idx="1328">
                        <c:v>0</c:v>
                      </c:pt>
                      <c:pt idx="1329">
                        <c:v>0</c:v>
                      </c:pt>
                      <c:pt idx="1330">
                        <c:v>0</c:v>
                      </c:pt>
                      <c:pt idx="1331">
                        <c:v>0</c:v>
                      </c:pt>
                      <c:pt idx="1332">
                        <c:v>0</c:v>
                      </c:pt>
                      <c:pt idx="1333">
                        <c:v>0</c:v>
                      </c:pt>
                      <c:pt idx="1334">
                        <c:v>0</c:v>
                      </c:pt>
                      <c:pt idx="1335">
                        <c:v>0</c:v>
                      </c:pt>
                      <c:pt idx="1336">
                        <c:v>0</c:v>
                      </c:pt>
                      <c:pt idx="1337">
                        <c:v>0</c:v>
                      </c:pt>
                      <c:pt idx="1338">
                        <c:v>0</c:v>
                      </c:pt>
                      <c:pt idx="1339">
                        <c:v>0</c:v>
                      </c:pt>
                      <c:pt idx="1340">
                        <c:v>0</c:v>
                      </c:pt>
                      <c:pt idx="1341">
                        <c:v>0</c:v>
                      </c:pt>
                      <c:pt idx="1342">
                        <c:v>0</c:v>
                      </c:pt>
                      <c:pt idx="1343">
                        <c:v>0</c:v>
                      </c:pt>
                      <c:pt idx="1344">
                        <c:v>0</c:v>
                      </c:pt>
                      <c:pt idx="1345">
                        <c:v>0</c:v>
                      </c:pt>
                      <c:pt idx="1346">
                        <c:v>0</c:v>
                      </c:pt>
                      <c:pt idx="1347">
                        <c:v>0</c:v>
                      </c:pt>
                      <c:pt idx="1348">
                        <c:v>0</c:v>
                      </c:pt>
                      <c:pt idx="1349">
                        <c:v>0</c:v>
                      </c:pt>
                      <c:pt idx="1350">
                        <c:v>0</c:v>
                      </c:pt>
                      <c:pt idx="1351">
                        <c:v>0</c:v>
                      </c:pt>
                      <c:pt idx="1352">
                        <c:v>0</c:v>
                      </c:pt>
                      <c:pt idx="1353">
                        <c:v>0</c:v>
                      </c:pt>
                      <c:pt idx="1354">
                        <c:v>0</c:v>
                      </c:pt>
                      <c:pt idx="1355">
                        <c:v>0</c:v>
                      </c:pt>
                      <c:pt idx="1356">
                        <c:v>0</c:v>
                      </c:pt>
                      <c:pt idx="1357">
                        <c:v>0</c:v>
                      </c:pt>
                      <c:pt idx="1358">
                        <c:v>0</c:v>
                      </c:pt>
                      <c:pt idx="1359">
                        <c:v>0</c:v>
                      </c:pt>
                      <c:pt idx="1360">
                        <c:v>0</c:v>
                      </c:pt>
                      <c:pt idx="1361">
                        <c:v>0</c:v>
                      </c:pt>
                      <c:pt idx="1362">
                        <c:v>0</c:v>
                      </c:pt>
                      <c:pt idx="1363">
                        <c:v>0</c:v>
                      </c:pt>
                      <c:pt idx="1364">
                        <c:v>0</c:v>
                      </c:pt>
                      <c:pt idx="1365">
                        <c:v>0</c:v>
                      </c:pt>
                      <c:pt idx="1366">
                        <c:v>0</c:v>
                      </c:pt>
                      <c:pt idx="1367">
                        <c:v>0</c:v>
                      </c:pt>
                      <c:pt idx="1368">
                        <c:v>0</c:v>
                      </c:pt>
                      <c:pt idx="1369">
                        <c:v>0</c:v>
                      </c:pt>
                      <c:pt idx="1370">
                        <c:v>0</c:v>
                      </c:pt>
                      <c:pt idx="1371">
                        <c:v>0</c:v>
                      </c:pt>
                      <c:pt idx="1372">
                        <c:v>0</c:v>
                      </c:pt>
                      <c:pt idx="1373">
                        <c:v>0</c:v>
                      </c:pt>
                      <c:pt idx="1374">
                        <c:v>0</c:v>
                      </c:pt>
                      <c:pt idx="1375">
                        <c:v>0</c:v>
                      </c:pt>
                      <c:pt idx="1376">
                        <c:v>0</c:v>
                      </c:pt>
                      <c:pt idx="1377">
                        <c:v>0</c:v>
                      </c:pt>
                      <c:pt idx="1378">
                        <c:v>0</c:v>
                      </c:pt>
                      <c:pt idx="1379">
                        <c:v>0</c:v>
                      </c:pt>
                      <c:pt idx="1380">
                        <c:v>0</c:v>
                      </c:pt>
                      <c:pt idx="1381">
                        <c:v>0</c:v>
                      </c:pt>
                      <c:pt idx="1382">
                        <c:v>0</c:v>
                      </c:pt>
                      <c:pt idx="1383">
                        <c:v>0</c:v>
                      </c:pt>
                      <c:pt idx="1384">
                        <c:v>0</c:v>
                      </c:pt>
                      <c:pt idx="1385">
                        <c:v>0</c:v>
                      </c:pt>
                      <c:pt idx="1386">
                        <c:v>0</c:v>
                      </c:pt>
                      <c:pt idx="1387">
                        <c:v>0</c:v>
                      </c:pt>
                      <c:pt idx="1388">
                        <c:v>0</c:v>
                      </c:pt>
                      <c:pt idx="1389">
                        <c:v>0</c:v>
                      </c:pt>
                      <c:pt idx="1390">
                        <c:v>0</c:v>
                      </c:pt>
                      <c:pt idx="1391">
                        <c:v>0</c:v>
                      </c:pt>
                      <c:pt idx="1392">
                        <c:v>0</c:v>
                      </c:pt>
                      <c:pt idx="1393">
                        <c:v>0</c:v>
                      </c:pt>
                      <c:pt idx="1394">
                        <c:v>0</c:v>
                      </c:pt>
                      <c:pt idx="1395">
                        <c:v>0</c:v>
                      </c:pt>
                      <c:pt idx="1396">
                        <c:v>0</c:v>
                      </c:pt>
                      <c:pt idx="1397">
                        <c:v>0</c:v>
                      </c:pt>
                      <c:pt idx="1398">
                        <c:v>0</c:v>
                      </c:pt>
                      <c:pt idx="1399">
                        <c:v>0</c:v>
                      </c:pt>
                      <c:pt idx="1400">
                        <c:v>0</c:v>
                      </c:pt>
                      <c:pt idx="1401">
                        <c:v>0</c:v>
                      </c:pt>
                      <c:pt idx="1402">
                        <c:v>0</c:v>
                      </c:pt>
                      <c:pt idx="1403">
                        <c:v>0</c:v>
                      </c:pt>
                      <c:pt idx="1404">
                        <c:v>0</c:v>
                      </c:pt>
                      <c:pt idx="1405">
                        <c:v>0</c:v>
                      </c:pt>
                      <c:pt idx="1406">
                        <c:v>0</c:v>
                      </c:pt>
                      <c:pt idx="1407">
                        <c:v>0</c:v>
                      </c:pt>
                      <c:pt idx="1408">
                        <c:v>0</c:v>
                      </c:pt>
                      <c:pt idx="1409">
                        <c:v>0</c:v>
                      </c:pt>
                      <c:pt idx="1410">
                        <c:v>0</c:v>
                      </c:pt>
                      <c:pt idx="1411">
                        <c:v>0</c:v>
                      </c:pt>
                      <c:pt idx="1412">
                        <c:v>0</c:v>
                      </c:pt>
                      <c:pt idx="1413">
                        <c:v>0</c:v>
                      </c:pt>
                      <c:pt idx="1414">
                        <c:v>0</c:v>
                      </c:pt>
                      <c:pt idx="1415">
                        <c:v>0</c:v>
                      </c:pt>
                      <c:pt idx="1416">
                        <c:v>0</c:v>
                      </c:pt>
                      <c:pt idx="1417">
                        <c:v>0</c:v>
                      </c:pt>
                      <c:pt idx="1418">
                        <c:v>0</c:v>
                      </c:pt>
                      <c:pt idx="1419">
                        <c:v>0</c:v>
                      </c:pt>
                      <c:pt idx="1420">
                        <c:v>0</c:v>
                      </c:pt>
                      <c:pt idx="1421">
                        <c:v>0</c:v>
                      </c:pt>
                      <c:pt idx="1422">
                        <c:v>0</c:v>
                      </c:pt>
                      <c:pt idx="1423">
                        <c:v>0</c:v>
                      </c:pt>
                      <c:pt idx="1424">
                        <c:v>0</c:v>
                      </c:pt>
                      <c:pt idx="1425">
                        <c:v>0</c:v>
                      </c:pt>
                      <c:pt idx="1426">
                        <c:v>0</c:v>
                      </c:pt>
                      <c:pt idx="1427">
                        <c:v>0</c:v>
                      </c:pt>
                      <c:pt idx="1428">
                        <c:v>0</c:v>
                      </c:pt>
                      <c:pt idx="1429">
                        <c:v>0</c:v>
                      </c:pt>
                      <c:pt idx="1430">
                        <c:v>0</c:v>
                      </c:pt>
                      <c:pt idx="1431">
                        <c:v>0</c:v>
                      </c:pt>
                      <c:pt idx="1432">
                        <c:v>0</c:v>
                      </c:pt>
                      <c:pt idx="1433">
                        <c:v>0</c:v>
                      </c:pt>
                      <c:pt idx="1434">
                        <c:v>0</c:v>
                      </c:pt>
                      <c:pt idx="1435">
                        <c:v>0</c:v>
                      </c:pt>
                      <c:pt idx="1436">
                        <c:v>0</c:v>
                      </c:pt>
                      <c:pt idx="1437">
                        <c:v>0</c:v>
                      </c:pt>
                      <c:pt idx="1438">
                        <c:v>0</c:v>
                      </c:pt>
                      <c:pt idx="1439">
                        <c:v>0</c:v>
                      </c:pt>
                      <c:pt idx="1440">
                        <c:v>0</c:v>
                      </c:pt>
                      <c:pt idx="1441">
                        <c:v>0</c:v>
                      </c:pt>
                      <c:pt idx="1442">
                        <c:v>0</c:v>
                      </c:pt>
                      <c:pt idx="1443">
                        <c:v>0</c:v>
                      </c:pt>
                      <c:pt idx="1444">
                        <c:v>0</c:v>
                      </c:pt>
                      <c:pt idx="1445">
                        <c:v>0</c:v>
                      </c:pt>
                      <c:pt idx="1446">
                        <c:v>0</c:v>
                      </c:pt>
                      <c:pt idx="1447">
                        <c:v>0</c:v>
                      </c:pt>
                      <c:pt idx="1448">
                        <c:v>0</c:v>
                      </c:pt>
                      <c:pt idx="1449">
                        <c:v>0</c:v>
                      </c:pt>
                      <c:pt idx="1450">
                        <c:v>0</c:v>
                      </c:pt>
                      <c:pt idx="1451">
                        <c:v>0</c:v>
                      </c:pt>
                      <c:pt idx="1452">
                        <c:v>0</c:v>
                      </c:pt>
                      <c:pt idx="1453">
                        <c:v>0</c:v>
                      </c:pt>
                      <c:pt idx="1454">
                        <c:v>0</c:v>
                      </c:pt>
                      <c:pt idx="1455">
                        <c:v>0</c:v>
                      </c:pt>
                      <c:pt idx="1456">
                        <c:v>0</c:v>
                      </c:pt>
                      <c:pt idx="1457">
                        <c:v>0</c:v>
                      </c:pt>
                      <c:pt idx="1458">
                        <c:v>0</c:v>
                      </c:pt>
                      <c:pt idx="1459">
                        <c:v>0</c:v>
                      </c:pt>
                      <c:pt idx="1460">
                        <c:v>0</c:v>
                      </c:pt>
                      <c:pt idx="1461">
                        <c:v>0</c:v>
                      </c:pt>
                      <c:pt idx="1462">
                        <c:v>0</c:v>
                      </c:pt>
                      <c:pt idx="1463">
                        <c:v>0</c:v>
                      </c:pt>
                      <c:pt idx="1464">
                        <c:v>0</c:v>
                      </c:pt>
                      <c:pt idx="1465">
                        <c:v>0</c:v>
                      </c:pt>
                      <c:pt idx="1466">
                        <c:v>0</c:v>
                      </c:pt>
                      <c:pt idx="1467">
                        <c:v>0</c:v>
                      </c:pt>
                      <c:pt idx="1468">
                        <c:v>0</c:v>
                      </c:pt>
                      <c:pt idx="1469">
                        <c:v>0</c:v>
                      </c:pt>
                      <c:pt idx="1470">
                        <c:v>0</c:v>
                      </c:pt>
                      <c:pt idx="1471">
                        <c:v>0</c:v>
                      </c:pt>
                      <c:pt idx="1472">
                        <c:v>0</c:v>
                      </c:pt>
                      <c:pt idx="1473">
                        <c:v>0</c:v>
                      </c:pt>
                      <c:pt idx="1474">
                        <c:v>0</c:v>
                      </c:pt>
                      <c:pt idx="1475">
                        <c:v>0</c:v>
                      </c:pt>
                      <c:pt idx="1476">
                        <c:v>0</c:v>
                      </c:pt>
                      <c:pt idx="1477">
                        <c:v>0</c:v>
                      </c:pt>
                      <c:pt idx="1478">
                        <c:v>0</c:v>
                      </c:pt>
                      <c:pt idx="1479">
                        <c:v>0</c:v>
                      </c:pt>
                      <c:pt idx="1480">
                        <c:v>0</c:v>
                      </c:pt>
                      <c:pt idx="1481">
                        <c:v>0</c:v>
                      </c:pt>
                      <c:pt idx="1482">
                        <c:v>0</c:v>
                      </c:pt>
                      <c:pt idx="1483">
                        <c:v>0</c:v>
                      </c:pt>
                      <c:pt idx="1484">
                        <c:v>0</c:v>
                      </c:pt>
                      <c:pt idx="1485">
                        <c:v>0</c:v>
                      </c:pt>
                      <c:pt idx="1486">
                        <c:v>0</c:v>
                      </c:pt>
                      <c:pt idx="1487">
                        <c:v>0</c:v>
                      </c:pt>
                      <c:pt idx="1488">
                        <c:v>0</c:v>
                      </c:pt>
                      <c:pt idx="1489">
                        <c:v>0</c:v>
                      </c:pt>
                      <c:pt idx="1490">
                        <c:v>0</c:v>
                      </c:pt>
                      <c:pt idx="1491">
                        <c:v>0</c:v>
                      </c:pt>
                      <c:pt idx="1492">
                        <c:v>0</c:v>
                      </c:pt>
                      <c:pt idx="1493">
                        <c:v>0</c:v>
                      </c:pt>
                      <c:pt idx="1494">
                        <c:v>0</c:v>
                      </c:pt>
                      <c:pt idx="1495">
                        <c:v>0</c:v>
                      </c:pt>
                      <c:pt idx="1496">
                        <c:v>0</c:v>
                      </c:pt>
                      <c:pt idx="1497">
                        <c:v>0</c:v>
                      </c:pt>
                      <c:pt idx="1498">
                        <c:v>0</c:v>
                      </c:pt>
                      <c:pt idx="1499">
                        <c:v>0</c:v>
                      </c:pt>
                      <c:pt idx="1500">
                        <c:v>0</c:v>
                      </c:pt>
                      <c:pt idx="1501">
                        <c:v>0</c:v>
                      </c:pt>
                      <c:pt idx="1502">
                        <c:v>0</c:v>
                      </c:pt>
                      <c:pt idx="1503">
                        <c:v>0</c:v>
                      </c:pt>
                      <c:pt idx="1504">
                        <c:v>0</c:v>
                      </c:pt>
                      <c:pt idx="1505">
                        <c:v>0</c:v>
                      </c:pt>
                      <c:pt idx="1506">
                        <c:v>0</c:v>
                      </c:pt>
                      <c:pt idx="1507">
                        <c:v>0</c:v>
                      </c:pt>
                      <c:pt idx="1508">
                        <c:v>0</c:v>
                      </c:pt>
                      <c:pt idx="1509">
                        <c:v>0</c:v>
                      </c:pt>
                      <c:pt idx="1510">
                        <c:v>0</c:v>
                      </c:pt>
                      <c:pt idx="1511">
                        <c:v>0</c:v>
                      </c:pt>
                      <c:pt idx="1512">
                        <c:v>0</c:v>
                      </c:pt>
                      <c:pt idx="1513">
                        <c:v>0</c:v>
                      </c:pt>
                      <c:pt idx="1514">
                        <c:v>0</c:v>
                      </c:pt>
                      <c:pt idx="1515">
                        <c:v>0</c:v>
                      </c:pt>
                      <c:pt idx="1516">
                        <c:v>0</c:v>
                      </c:pt>
                      <c:pt idx="1517">
                        <c:v>0</c:v>
                      </c:pt>
                      <c:pt idx="1518">
                        <c:v>0</c:v>
                      </c:pt>
                      <c:pt idx="1519">
                        <c:v>0</c:v>
                      </c:pt>
                      <c:pt idx="1520">
                        <c:v>0</c:v>
                      </c:pt>
                      <c:pt idx="1521">
                        <c:v>0</c:v>
                      </c:pt>
                      <c:pt idx="1522">
                        <c:v>0</c:v>
                      </c:pt>
                      <c:pt idx="1523">
                        <c:v>0</c:v>
                      </c:pt>
                      <c:pt idx="1524">
                        <c:v>0</c:v>
                      </c:pt>
                      <c:pt idx="1525">
                        <c:v>0</c:v>
                      </c:pt>
                      <c:pt idx="1526">
                        <c:v>0</c:v>
                      </c:pt>
                      <c:pt idx="1527">
                        <c:v>0</c:v>
                      </c:pt>
                      <c:pt idx="1528">
                        <c:v>0</c:v>
                      </c:pt>
                      <c:pt idx="1529">
                        <c:v>0</c:v>
                      </c:pt>
                      <c:pt idx="1530">
                        <c:v>0</c:v>
                      </c:pt>
                      <c:pt idx="1531">
                        <c:v>0</c:v>
                      </c:pt>
                      <c:pt idx="1532">
                        <c:v>0</c:v>
                      </c:pt>
                      <c:pt idx="1533">
                        <c:v>0</c:v>
                      </c:pt>
                      <c:pt idx="1534">
                        <c:v>0</c:v>
                      </c:pt>
                      <c:pt idx="1535">
                        <c:v>0</c:v>
                      </c:pt>
                      <c:pt idx="1536">
                        <c:v>0</c:v>
                      </c:pt>
                      <c:pt idx="1537">
                        <c:v>0</c:v>
                      </c:pt>
                      <c:pt idx="1538">
                        <c:v>0</c:v>
                      </c:pt>
                      <c:pt idx="1539">
                        <c:v>0</c:v>
                      </c:pt>
                      <c:pt idx="1540">
                        <c:v>0</c:v>
                      </c:pt>
                      <c:pt idx="1541">
                        <c:v>0</c:v>
                      </c:pt>
                      <c:pt idx="1542">
                        <c:v>0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2-CEEF-438C-B70E-6C6FA6B9BD6F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2'!$E$9</c15:sqref>
                        </c15:formulaRef>
                      </c:ext>
                    </c:extLst>
                    <c:strCache>
                      <c:ptCount val="1"/>
                      <c:pt idx="0">
                        <c:v>NH₃ Reading (PPM)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2'!$A$10:$A$1552</c15:sqref>
                        </c15:formulaRef>
                      </c:ext>
                    </c:extLst>
                    <c:numCache>
                      <c:formatCode>h:mm;@</c:formatCode>
                      <c:ptCount val="1543"/>
                      <c:pt idx="0">
                        <c:v>0.42621527777777779</c:v>
                      </c:pt>
                      <c:pt idx="1">
                        <c:v>0.42638888888888887</c:v>
                      </c:pt>
                      <c:pt idx="2">
                        <c:v>0.42951388888888886</c:v>
                      </c:pt>
                      <c:pt idx="3">
                        <c:v>0.4296875</c:v>
                      </c:pt>
                      <c:pt idx="4">
                        <c:v>0.42986111111111114</c:v>
                      </c:pt>
                      <c:pt idx="5">
                        <c:v>0.43003472222222222</c:v>
                      </c:pt>
                      <c:pt idx="6">
                        <c:v>0.43020833333333336</c:v>
                      </c:pt>
                      <c:pt idx="7">
                        <c:v>0.43038194444444444</c:v>
                      </c:pt>
                      <c:pt idx="8">
                        <c:v>0.43055555555555558</c:v>
                      </c:pt>
                      <c:pt idx="9">
                        <c:v>0.43072916666666666</c:v>
                      </c:pt>
                      <c:pt idx="10">
                        <c:v>0.4309027777777778</c:v>
                      </c:pt>
                      <c:pt idx="11">
                        <c:v>0.43107638888888888</c:v>
                      </c:pt>
                      <c:pt idx="12">
                        <c:v>0.43125000000000002</c:v>
                      </c:pt>
                      <c:pt idx="13">
                        <c:v>0.4314236111111111</c:v>
                      </c:pt>
                      <c:pt idx="14">
                        <c:v>0.43159722222222224</c:v>
                      </c:pt>
                      <c:pt idx="15">
                        <c:v>0.43177083333333333</c:v>
                      </c:pt>
                      <c:pt idx="16">
                        <c:v>0.43194444444444446</c:v>
                      </c:pt>
                      <c:pt idx="17">
                        <c:v>0.43211805555555555</c:v>
                      </c:pt>
                      <c:pt idx="18">
                        <c:v>0.43229166666666669</c:v>
                      </c:pt>
                      <c:pt idx="19">
                        <c:v>0.43246527777777777</c:v>
                      </c:pt>
                      <c:pt idx="20">
                        <c:v>0.43263888888888891</c:v>
                      </c:pt>
                      <c:pt idx="21">
                        <c:v>0.43281249999999999</c:v>
                      </c:pt>
                      <c:pt idx="22">
                        <c:v>0.43298611111111113</c:v>
                      </c:pt>
                      <c:pt idx="23">
                        <c:v>0.43315972222222221</c:v>
                      </c:pt>
                      <c:pt idx="24">
                        <c:v>0.43333333333333335</c:v>
                      </c:pt>
                      <c:pt idx="25">
                        <c:v>0.43350694444444443</c:v>
                      </c:pt>
                      <c:pt idx="26">
                        <c:v>0.43368055555555557</c:v>
                      </c:pt>
                      <c:pt idx="27">
                        <c:v>0.43385416666666665</c:v>
                      </c:pt>
                      <c:pt idx="28">
                        <c:v>0.43402777777777779</c:v>
                      </c:pt>
                      <c:pt idx="29">
                        <c:v>0.43420138888888887</c:v>
                      </c:pt>
                      <c:pt idx="30">
                        <c:v>0.43437500000000001</c:v>
                      </c:pt>
                      <c:pt idx="31">
                        <c:v>0.43454861111111109</c:v>
                      </c:pt>
                      <c:pt idx="32">
                        <c:v>0.43472222222222223</c:v>
                      </c:pt>
                      <c:pt idx="33">
                        <c:v>0.43489583333333331</c:v>
                      </c:pt>
                      <c:pt idx="34">
                        <c:v>0.43506944444444445</c:v>
                      </c:pt>
                      <c:pt idx="35">
                        <c:v>0.43524305555555554</c:v>
                      </c:pt>
                      <c:pt idx="36">
                        <c:v>0.43541666666666667</c:v>
                      </c:pt>
                      <c:pt idx="37">
                        <c:v>0.43559027777777776</c:v>
                      </c:pt>
                      <c:pt idx="38">
                        <c:v>0.4357638888888889</c:v>
                      </c:pt>
                      <c:pt idx="39">
                        <c:v>0.43593749999999998</c:v>
                      </c:pt>
                      <c:pt idx="40">
                        <c:v>0.43611111111111112</c:v>
                      </c:pt>
                      <c:pt idx="41">
                        <c:v>0.4362847222222222</c:v>
                      </c:pt>
                      <c:pt idx="42">
                        <c:v>0.43645833333333334</c:v>
                      </c:pt>
                      <c:pt idx="43">
                        <c:v>0.43663194444444442</c:v>
                      </c:pt>
                      <c:pt idx="44">
                        <c:v>0.43680555555555556</c:v>
                      </c:pt>
                      <c:pt idx="45">
                        <c:v>0.43697916666666664</c:v>
                      </c:pt>
                      <c:pt idx="46">
                        <c:v>0.43715277777777778</c:v>
                      </c:pt>
                      <c:pt idx="47">
                        <c:v>0.43732638888888886</c:v>
                      </c:pt>
                      <c:pt idx="48">
                        <c:v>0.4375</c:v>
                      </c:pt>
                      <c:pt idx="49">
                        <c:v>0.43767361111111114</c:v>
                      </c:pt>
                      <c:pt idx="50">
                        <c:v>0.43784722222222222</c:v>
                      </c:pt>
                      <c:pt idx="51">
                        <c:v>0.43802083333333336</c:v>
                      </c:pt>
                      <c:pt idx="52">
                        <c:v>0.43819444444444444</c:v>
                      </c:pt>
                      <c:pt idx="53">
                        <c:v>0.43836805555555558</c:v>
                      </c:pt>
                      <c:pt idx="54">
                        <c:v>0.43854166666666666</c:v>
                      </c:pt>
                      <c:pt idx="55">
                        <c:v>0.4387152777777778</c:v>
                      </c:pt>
                      <c:pt idx="56">
                        <c:v>0.43888888888888888</c:v>
                      </c:pt>
                      <c:pt idx="57">
                        <c:v>0.43906250000000002</c:v>
                      </c:pt>
                      <c:pt idx="58">
                        <c:v>0.4392361111111111</c:v>
                      </c:pt>
                      <c:pt idx="59">
                        <c:v>0.43940972222222224</c:v>
                      </c:pt>
                      <c:pt idx="60">
                        <c:v>0.43958333333333333</c:v>
                      </c:pt>
                      <c:pt idx="61">
                        <c:v>0.43975694444444446</c:v>
                      </c:pt>
                      <c:pt idx="62">
                        <c:v>0.43993055555555555</c:v>
                      </c:pt>
                      <c:pt idx="63">
                        <c:v>0.44010416666666669</c:v>
                      </c:pt>
                      <c:pt idx="64">
                        <c:v>0.44027777777777777</c:v>
                      </c:pt>
                      <c:pt idx="65">
                        <c:v>0.44045138888888891</c:v>
                      </c:pt>
                      <c:pt idx="66">
                        <c:v>0.44062499999999999</c:v>
                      </c:pt>
                      <c:pt idx="67">
                        <c:v>0.44079861111111113</c:v>
                      </c:pt>
                      <c:pt idx="68">
                        <c:v>0.44097222222222221</c:v>
                      </c:pt>
                      <c:pt idx="69">
                        <c:v>0.44114583333333335</c:v>
                      </c:pt>
                      <c:pt idx="70">
                        <c:v>0.44131944444444443</c:v>
                      </c:pt>
                      <c:pt idx="71">
                        <c:v>0.44149305555555557</c:v>
                      </c:pt>
                      <c:pt idx="72">
                        <c:v>0.44166666666666665</c:v>
                      </c:pt>
                      <c:pt idx="73">
                        <c:v>0.44184027777777779</c:v>
                      </c:pt>
                      <c:pt idx="74">
                        <c:v>0.44201388888888887</c:v>
                      </c:pt>
                      <c:pt idx="75">
                        <c:v>0.44218750000000001</c:v>
                      </c:pt>
                      <c:pt idx="76">
                        <c:v>0.44236111111111109</c:v>
                      </c:pt>
                      <c:pt idx="77">
                        <c:v>0.44253472222222223</c:v>
                      </c:pt>
                      <c:pt idx="78">
                        <c:v>0.44270833333333331</c:v>
                      </c:pt>
                      <c:pt idx="79">
                        <c:v>0.44288194444444445</c:v>
                      </c:pt>
                      <c:pt idx="80">
                        <c:v>0.44305555555555554</c:v>
                      </c:pt>
                      <c:pt idx="81">
                        <c:v>0.44322916666666667</c:v>
                      </c:pt>
                      <c:pt idx="82">
                        <c:v>0.44340277777777776</c:v>
                      </c:pt>
                      <c:pt idx="83">
                        <c:v>0.4435763888888889</c:v>
                      </c:pt>
                      <c:pt idx="84">
                        <c:v>0.44374999999999998</c:v>
                      </c:pt>
                      <c:pt idx="85">
                        <c:v>0.44392361111111112</c:v>
                      </c:pt>
                      <c:pt idx="86">
                        <c:v>0.4440972222222222</c:v>
                      </c:pt>
                      <c:pt idx="87">
                        <c:v>0.44427083333333334</c:v>
                      </c:pt>
                      <c:pt idx="88">
                        <c:v>0.44444444444444442</c:v>
                      </c:pt>
                      <c:pt idx="89">
                        <c:v>0.44461805555555556</c:v>
                      </c:pt>
                      <c:pt idx="90">
                        <c:v>0.44479166666666664</c:v>
                      </c:pt>
                      <c:pt idx="91">
                        <c:v>0.44496527777777778</c:v>
                      </c:pt>
                      <c:pt idx="92">
                        <c:v>0.44513888888888886</c:v>
                      </c:pt>
                      <c:pt idx="93">
                        <c:v>0.4453125</c:v>
                      </c:pt>
                      <c:pt idx="94">
                        <c:v>0.44548611111111114</c:v>
                      </c:pt>
                      <c:pt idx="95">
                        <c:v>0.44565972222222222</c:v>
                      </c:pt>
                      <c:pt idx="96">
                        <c:v>0.44583333333333336</c:v>
                      </c:pt>
                      <c:pt idx="97">
                        <c:v>0.44600694444444444</c:v>
                      </c:pt>
                      <c:pt idx="98">
                        <c:v>0.44618055555555558</c:v>
                      </c:pt>
                      <c:pt idx="99">
                        <c:v>0.44635416666666666</c:v>
                      </c:pt>
                      <c:pt idx="100">
                        <c:v>0.4465277777777778</c:v>
                      </c:pt>
                      <c:pt idx="101">
                        <c:v>0.44670138888888888</c:v>
                      </c:pt>
                      <c:pt idx="102">
                        <c:v>0.44687500000000002</c:v>
                      </c:pt>
                      <c:pt idx="103">
                        <c:v>0.4470486111111111</c:v>
                      </c:pt>
                      <c:pt idx="104">
                        <c:v>0.44722222222222224</c:v>
                      </c:pt>
                      <c:pt idx="105">
                        <c:v>0.44739583333333333</c:v>
                      </c:pt>
                      <c:pt idx="106">
                        <c:v>0.44756944444444446</c:v>
                      </c:pt>
                      <c:pt idx="107">
                        <c:v>0.44774305555555555</c:v>
                      </c:pt>
                      <c:pt idx="108">
                        <c:v>0.44791666666666669</c:v>
                      </c:pt>
                      <c:pt idx="109">
                        <c:v>0.44809027777777777</c:v>
                      </c:pt>
                      <c:pt idx="110">
                        <c:v>0.44826388888888891</c:v>
                      </c:pt>
                      <c:pt idx="111">
                        <c:v>0.44843749999999999</c:v>
                      </c:pt>
                      <c:pt idx="112">
                        <c:v>0.44861111111111113</c:v>
                      </c:pt>
                      <c:pt idx="113">
                        <c:v>0.44878472222222221</c:v>
                      </c:pt>
                      <c:pt idx="114">
                        <c:v>0.44895833333333335</c:v>
                      </c:pt>
                      <c:pt idx="115">
                        <c:v>0.44913194444444443</c:v>
                      </c:pt>
                      <c:pt idx="116">
                        <c:v>0.44930555555555557</c:v>
                      </c:pt>
                      <c:pt idx="117">
                        <c:v>0.44947916666666665</c:v>
                      </c:pt>
                      <c:pt idx="118">
                        <c:v>0.44965277777777779</c:v>
                      </c:pt>
                      <c:pt idx="119">
                        <c:v>0.44982638888888887</c:v>
                      </c:pt>
                      <c:pt idx="120">
                        <c:v>0.45</c:v>
                      </c:pt>
                      <c:pt idx="121">
                        <c:v>0.45017361111111109</c:v>
                      </c:pt>
                      <c:pt idx="122">
                        <c:v>0.45034722222222223</c:v>
                      </c:pt>
                      <c:pt idx="123">
                        <c:v>0.45052083333333331</c:v>
                      </c:pt>
                      <c:pt idx="124">
                        <c:v>0.45069444444444445</c:v>
                      </c:pt>
                      <c:pt idx="125">
                        <c:v>0.45086805555555554</c:v>
                      </c:pt>
                      <c:pt idx="126">
                        <c:v>0.45104166666666667</c:v>
                      </c:pt>
                      <c:pt idx="127">
                        <c:v>0.45121527777777776</c:v>
                      </c:pt>
                      <c:pt idx="128">
                        <c:v>0.4513888888888889</c:v>
                      </c:pt>
                      <c:pt idx="129">
                        <c:v>0.45156249999999998</c:v>
                      </c:pt>
                      <c:pt idx="130">
                        <c:v>0.45173611111111112</c:v>
                      </c:pt>
                      <c:pt idx="131">
                        <c:v>0.4519097222222222</c:v>
                      </c:pt>
                      <c:pt idx="132">
                        <c:v>0.45208333333333334</c:v>
                      </c:pt>
                      <c:pt idx="133">
                        <c:v>0.45225694444444442</c:v>
                      </c:pt>
                      <c:pt idx="134">
                        <c:v>0.45243055555555556</c:v>
                      </c:pt>
                      <c:pt idx="135">
                        <c:v>0.45260416666666664</c:v>
                      </c:pt>
                      <c:pt idx="136">
                        <c:v>0.45277777777777778</c:v>
                      </c:pt>
                      <c:pt idx="137">
                        <c:v>0.45295138888888886</c:v>
                      </c:pt>
                      <c:pt idx="138">
                        <c:v>0.453125</c:v>
                      </c:pt>
                      <c:pt idx="139">
                        <c:v>0.45329861111111114</c:v>
                      </c:pt>
                      <c:pt idx="140">
                        <c:v>0.45347222222222222</c:v>
                      </c:pt>
                      <c:pt idx="141">
                        <c:v>0.45364583333333336</c:v>
                      </c:pt>
                      <c:pt idx="142">
                        <c:v>0.45381944444444444</c:v>
                      </c:pt>
                      <c:pt idx="143">
                        <c:v>0.45399305555555558</c:v>
                      </c:pt>
                      <c:pt idx="144">
                        <c:v>0.45416666666666666</c:v>
                      </c:pt>
                      <c:pt idx="145">
                        <c:v>0.4543402777777778</c:v>
                      </c:pt>
                      <c:pt idx="146">
                        <c:v>0.45451388888888888</c:v>
                      </c:pt>
                      <c:pt idx="147">
                        <c:v>0.45468750000000002</c:v>
                      </c:pt>
                      <c:pt idx="148">
                        <c:v>0.4548611111111111</c:v>
                      </c:pt>
                      <c:pt idx="149">
                        <c:v>0.45503472222222224</c:v>
                      </c:pt>
                      <c:pt idx="150">
                        <c:v>0.45520833333333333</c:v>
                      </c:pt>
                      <c:pt idx="151">
                        <c:v>0.45538194444444446</c:v>
                      </c:pt>
                      <c:pt idx="152">
                        <c:v>0.45555555555555555</c:v>
                      </c:pt>
                      <c:pt idx="153">
                        <c:v>0.45572916666666669</c:v>
                      </c:pt>
                      <c:pt idx="154">
                        <c:v>0.45590277777777777</c:v>
                      </c:pt>
                      <c:pt idx="155">
                        <c:v>0.45607638888888891</c:v>
                      </c:pt>
                      <c:pt idx="156">
                        <c:v>0.45624999999999999</c:v>
                      </c:pt>
                      <c:pt idx="157">
                        <c:v>0.45642361111111113</c:v>
                      </c:pt>
                      <c:pt idx="158">
                        <c:v>0.45659722222222221</c:v>
                      </c:pt>
                      <c:pt idx="159">
                        <c:v>0.45677083333333335</c:v>
                      </c:pt>
                      <c:pt idx="160">
                        <c:v>0.45694444444444443</c:v>
                      </c:pt>
                      <c:pt idx="161">
                        <c:v>0.45711805555555557</c:v>
                      </c:pt>
                      <c:pt idx="162">
                        <c:v>0.45729166666666665</c:v>
                      </c:pt>
                      <c:pt idx="163">
                        <c:v>0.45746527777777779</c:v>
                      </c:pt>
                      <c:pt idx="164">
                        <c:v>0.45763888888888887</c:v>
                      </c:pt>
                      <c:pt idx="165">
                        <c:v>0.45781250000000001</c:v>
                      </c:pt>
                      <c:pt idx="166">
                        <c:v>0.45798611111111109</c:v>
                      </c:pt>
                      <c:pt idx="167">
                        <c:v>0.45815972222222223</c:v>
                      </c:pt>
                      <c:pt idx="168" formatCode="h:mm:ss">
                        <c:v>0.45833333333333331</c:v>
                      </c:pt>
                      <c:pt idx="169" formatCode="h:mm:ss">
                        <c:v>0.45850694444444445</c:v>
                      </c:pt>
                      <c:pt idx="170" formatCode="h:mm:ss">
                        <c:v>0.45868055555555554</c:v>
                      </c:pt>
                      <c:pt idx="171" formatCode="h:mm:ss">
                        <c:v>0.45885416666666667</c:v>
                      </c:pt>
                      <c:pt idx="172" formatCode="h:mm:ss">
                        <c:v>0.45902777777777776</c:v>
                      </c:pt>
                      <c:pt idx="173" formatCode="h:mm:ss">
                        <c:v>0.4592013888888889</c:v>
                      </c:pt>
                      <c:pt idx="174" formatCode="h:mm:ss">
                        <c:v>0.45937499999999998</c:v>
                      </c:pt>
                      <c:pt idx="175" formatCode="h:mm:ss">
                        <c:v>0.45954861111111112</c:v>
                      </c:pt>
                      <c:pt idx="176" formatCode="h:mm:ss">
                        <c:v>0.4597222222222222</c:v>
                      </c:pt>
                      <c:pt idx="177" formatCode="h:mm:ss">
                        <c:v>0.45989583333333334</c:v>
                      </c:pt>
                      <c:pt idx="178" formatCode="h:mm:ss">
                        <c:v>0.46006944444444442</c:v>
                      </c:pt>
                      <c:pt idx="179" formatCode="h:mm:ss">
                        <c:v>0.46024305555555556</c:v>
                      </c:pt>
                      <c:pt idx="180" formatCode="h:mm:ss">
                        <c:v>0.46041666666666664</c:v>
                      </c:pt>
                      <c:pt idx="181" formatCode="h:mm:ss">
                        <c:v>0.46059027777777778</c:v>
                      </c:pt>
                      <c:pt idx="182" formatCode="h:mm:ss">
                        <c:v>0.46076388888888886</c:v>
                      </c:pt>
                      <c:pt idx="183" formatCode="h:mm:ss">
                        <c:v>0.4609375</c:v>
                      </c:pt>
                      <c:pt idx="184" formatCode="h:mm:ss">
                        <c:v>0.46111111111111114</c:v>
                      </c:pt>
                      <c:pt idx="185" formatCode="h:mm:ss">
                        <c:v>0.46128472222222222</c:v>
                      </c:pt>
                      <c:pt idx="186" formatCode="h:mm:ss">
                        <c:v>0.46145833333333336</c:v>
                      </c:pt>
                      <c:pt idx="187" formatCode="h:mm:ss">
                        <c:v>0.46163194444444444</c:v>
                      </c:pt>
                      <c:pt idx="188" formatCode="h:mm:ss">
                        <c:v>0.46180555555555558</c:v>
                      </c:pt>
                      <c:pt idx="189" formatCode="h:mm:ss">
                        <c:v>0.46197916666666666</c:v>
                      </c:pt>
                      <c:pt idx="190" formatCode="h:mm:ss">
                        <c:v>0.4621527777777778</c:v>
                      </c:pt>
                      <c:pt idx="191" formatCode="h:mm:ss">
                        <c:v>0.46232638888888888</c:v>
                      </c:pt>
                      <c:pt idx="192" formatCode="h:mm:ss">
                        <c:v>0.46250000000000002</c:v>
                      </c:pt>
                      <c:pt idx="193" formatCode="h:mm:ss">
                        <c:v>0.4626736111111111</c:v>
                      </c:pt>
                      <c:pt idx="194" formatCode="h:mm:ss">
                        <c:v>0.46284722222222224</c:v>
                      </c:pt>
                      <c:pt idx="195" formatCode="h:mm:ss">
                        <c:v>0.46302083333333333</c:v>
                      </c:pt>
                      <c:pt idx="196" formatCode="h:mm:ss">
                        <c:v>0.46319444444444446</c:v>
                      </c:pt>
                      <c:pt idx="197" formatCode="h:mm:ss">
                        <c:v>0.46336805555555555</c:v>
                      </c:pt>
                      <c:pt idx="198" formatCode="h:mm:ss">
                        <c:v>0.46354166666666669</c:v>
                      </c:pt>
                      <c:pt idx="199" formatCode="h:mm:ss">
                        <c:v>0.46371527777777777</c:v>
                      </c:pt>
                      <c:pt idx="200" formatCode="h:mm:ss">
                        <c:v>0.46388888888888891</c:v>
                      </c:pt>
                      <c:pt idx="201" formatCode="h:mm:ss">
                        <c:v>0.46406249999999999</c:v>
                      </c:pt>
                      <c:pt idx="202" formatCode="h:mm:ss">
                        <c:v>0.46423611111111113</c:v>
                      </c:pt>
                      <c:pt idx="203" formatCode="h:mm:ss">
                        <c:v>0.46440972222222221</c:v>
                      </c:pt>
                      <c:pt idx="204" formatCode="h:mm:ss">
                        <c:v>0.46458333333333335</c:v>
                      </c:pt>
                      <c:pt idx="205" formatCode="h:mm:ss">
                        <c:v>0.46475694444444443</c:v>
                      </c:pt>
                      <c:pt idx="206" formatCode="h:mm:ss">
                        <c:v>0.46493055555555557</c:v>
                      </c:pt>
                      <c:pt idx="207" formatCode="h:mm:ss">
                        <c:v>0.46510416666666665</c:v>
                      </c:pt>
                      <c:pt idx="208" formatCode="h:mm:ss">
                        <c:v>0.46527777777777779</c:v>
                      </c:pt>
                      <c:pt idx="209" formatCode="h:mm:ss">
                        <c:v>0.46545138888888887</c:v>
                      </c:pt>
                      <c:pt idx="210" formatCode="h:mm:ss">
                        <c:v>0.46562500000000001</c:v>
                      </c:pt>
                      <c:pt idx="211" formatCode="h:mm:ss">
                        <c:v>0.46579861111111109</c:v>
                      </c:pt>
                      <c:pt idx="212" formatCode="h:mm:ss">
                        <c:v>0.46597222222222223</c:v>
                      </c:pt>
                      <c:pt idx="213" formatCode="h:mm:ss">
                        <c:v>0.46614583333333331</c:v>
                      </c:pt>
                      <c:pt idx="214" formatCode="h:mm:ss">
                        <c:v>0.46631944444444445</c:v>
                      </c:pt>
                      <c:pt idx="215" formatCode="h:mm:ss">
                        <c:v>0.46649305555555554</c:v>
                      </c:pt>
                      <c:pt idx="216" formatCode="h:mm:ss">
                        <c:v>0.46666666666666667</c:v>
                      </c:pt>
                      <c:pt idx="217" formatCode="h:mm:ss">
                        <c:v>0.46684027777777776</c:v>
                      </c:pt>
                      <c:pt idx="218" formatCode="h:mm:ss">
                        <c:v>0.4670138888888889</c:v>
                      </c:pt>
                      <c:pt idx="219" formatCode="h:mm:ss">
                        <c:v>0.46718749999999998</c:v>
                      </c:pt>
                      <c:pt idx="220" formatCode="h:mm:ss">
                        <c:v>0.46736111111111112</c:v>
                      </c:pt>
                      <c:pt idx="221" formatCode="h:mm:ss">
                        <c:v>0.4675347222222222</c:v>
                      </c:pt>
                      <c:pt idx="222" formatCode="h:mm:ss">
                        <c:v>0.46770833333333334</c:v>
                      </c:pt>
                      <c:pt idx="223" formatCode="h:mm:ss">
                        <c:v>0.46788194444444442</c:v>
                      </c:pt>
                      <c:pt idx="224" formatCode="h:mm:ss">
                        <c:v>0.46805555555555556</c:v>
                      </c:pt>
                      <c:pt idx="225" formatCode="h:mm:ss">
                        <c:v>0.46822916666666664</c:v>
                      </c:pt>
                      <c:pt idx="226" formatCode="h:mm:ss">
                        <c:v>0.46840277777777778</c:v>
                      </c:pt>
                      <c:pt idx="227" formatCode="h:mm:ss">
                        <c:v>0.46857638888888886</c:v>
                      </c:pt>
                      <c:pt idx="228" formatCode="h:mm:ss">
                        <c:v>0.46875</c:v>
                      </c:pt>
                      <c:pt idx="229" formatCode="h:mm:ss">
                        <c:v>0.46892361111111114</c:v>
                      </c:pt>
                      <c:pt idx="230" formatCode="h:mm:ss">
                        <c:v>0.46909722222222222</c:v>
                      </c:pt>
                      <c:pt idx="231" formatCode="h:mm:ss">
                        <c:v>0.46927083333333336</c:v>
                      </c:pt>
                      <c:pt idx="232" formatCode="h:mm:ss">
                        <c:v>0.46944444444444444</c:v>
                      </c:pt>
                      <c:pt idx="233" formatCode="h:mm:ss">
                        <c:v>0.46961805555555558</c:v>
                      </c:pt>
                      <c:pt idx="234" formatCode="h:mm:ss">
                        <c:v>0.46979166666666666</c:v>
                      </c:pt>
                      <c:pt idx="235" formatCode="h:mm:ss">
                        <c:v>0.4699652777777778</c:v>
                      </c:pt>
                      <c:pt idx="236" formatCode="h:mm:ss">
                        <c:v>0.47013888888888888</c:v>
                      </c:pt>
                      <c:pt idx="237" formatCode="h:mm:ss">
                        <c:v>0.47031250000000002</c:v>
                      </c:pt>
                      <c:pt idx="238" formatCode="h:mm:ss">
                        <c:v>0.4704861111111111</c:v>
                      </c:pt>
                      <c:pt idx="239" formatCode="h:mm:ss">
                        <c:v>0.47065972222222224</c:v>
                      </c:pt>
                      <c:pt idx="240" formatCode="h:mm:ss">
                        <c:v>0.47083333333333333</c:v>
                      </c:pt>
                      <c:pt idx="241" formatCode="h:mm:ss">
                        <c:v>0.47100694444444446</c:v>
                      </c:pt>
                      <c:pt idx="242" formatCode="h:mm:ss">
                        <c:v>0.47118055555555555</c:v>
                      </c:pt>
                      <c:pt idx="243" formatCode="h:mm:ss">
                        <c:v>0.47135416666666669</c:v>
                      </c:pt>
                      <c:pt idx="244" formatCode="h:mm:ss">
                        <c:v>0.47152777777777777</c:v>
                      </c:pt>
                      <c:pt idx="245" formatCode="h:mm:ss">
                        <c:v>0.47170138888888891</c:v>
                      </c:pt>
                      <c:pt idx="246" formatCode="h:mm:ss">
                        <c:v>0.47187499999999999</c:v>
                      </c:pt>
                      <c:pt idx="247" formatCode="h:mm:ss">
                        <c:v>0.47204861111111113</c:v>
                      </c:pt>
                      <c:pt idx="248" formatCode="h:mm:ss">
                        <c:v>0.47222222222222221</c:v>
                      </c:pt>
                      <c:pt idx="249" formatCode="h:mm:ss">
                        <c:v>0.47239583333333335</c:v>
                      </c:pt>
                      <c:pt idx="250" formatCode="h:mm:ss">
                        <c:v>0.47256944444444443</c:v>
                      </c:pt>
                      <c:pt idx="251" formatCode="h:mm:ss">
                        <c:v>0.47274305555555557</c:v>
                      </c:pt>
                      <c:pt idx="252" formatCode="h:mm:ss">
                        <c:v>0.47291666666666665</c:v>
                      </c:pt>
                      <c:pt idx="253" formatCode="h:mm:ss">
                        <c:v>0.47309027777777779</c:v>
                      </c:pt>
                      <c:pt idx="254" formatCode="h:mm:ss">
                        <c:v>0.47326388888888887</c:v>
                      </c:pt>
                      <c:pt idx="255" formatCode="h:mm:ss">
                        <c:v>0.47343750000000001</c:v>
                      </c:pt>
                      <c:pt idx="256" formatCode="h:mm:ss">
                        <c:v>0.47361111111111109</c:v>
                      </c:pt>
                      <c:pt idx="257" formatCode="h:mm:ss">
                        <c:v>0.47378472222222223</c:v>
                      </c:pt>
                      <c:pt idx="258" formatCode="h:mm:ss">
                        <c:v>0.47395833333333331</c:v>
                      </c:pt>
                      <c:pt idx="259" formatCode="h:mm:ss">
                        <c:v>0.47413194444444445</c:v>
                      </c:pt>
                      <c:pt idx="260" formatCode="h:mm:ss">
                        <c:v>0.47430555555555554</c:v>
                      </c:pt>
                      <c:pt idx="261" formatCode="h:mm:ss">
                        <c:v>0.47447916666666667</c:v>
                      </c:pt>
                      <c:pt idx="262" formatCode="h:mm:ss">
                        <c:v>0.47465277777777776</c:v>
                      </c:pt>
                      <c:pt idx="263" formatCode="h:mm:ss">
                        <c:v>0.4748263888888889</c:v>
                      </c:pt>
                      <c:pt idx="264" formatCode="h:mm:ss">
                        <c:v>0.47499999999999998</c:v>
                      </c:pt>
                      <c:pt idx="265" formatCode="h:mm:ss">
                        <c:v>0.47517361111111112</c:v>
                      </c:pt>
                      <c:pt idx="266" formatCode="h:mm:ss">
                        <c:v>0.4753472222222222</c:v>
                      </c:pt>
                      <c:pt idx="267" formatCode="h:mm:ss">
                        <c:v>0.47552083333333334</c:v>
                      </c:pt>
                      <c:pt idx="268" formatCode="h:mm:ss">
                        <c:v>0.47569444444444442</c:v>
                      </c:pt>
                      <c:pt idx="269" formatCode="h:mm:ss">
                        <c:v>0.47586805555555556</c:v>
                      </c:pt>
                      <c:pt idx="270" formatCode="h:mm:ss">
                        <c:v>0.47604166666666664</c:v>
                      </c:pt>
                      <c:pt idx="271" formatCode="h:mm:ss">
                        <c:v>0.47621527777777778</c:v>
                      </c:pt>
                      <c:pt idx="272" formatCode="h:mm:ss">
                        <c:v>0.47638888888888886</c:v>
                      </c:pt>
                      <c:pt idx="273" formatCode="h:mm:ss">
                        <c:v>0.4765625</c:v>
                      </c:pt>
                      <c:pt idx="274" formatCode="h:mm:ss">
                        <c:v>0.47673611111111114</c:v>
                      </c:pt>
                      <c:pt idx="275" formatCode="h:mm:ss">
                        <c:v>0.47690972222222222</c:v>
                      </c:pt>
                      <c:pt idx="276" formatCode="h:mm:ss">
                        <c:v>0.47708333333333336</c:v>
                      </c:pt>
                      <c:pt idx="277" formatCode="h:mm:ss">
                        <c:v>0.47725694444444444</c:v>
                      </c:pt>
                      <c:pt idx="278" formatCode="h:mm:ss">
                        <c:v>0.47743055555555558</c:v>
                      </c:pt>
                      <c:pt idx="279" formatCode="h:mm:ss">
                        <c:v>0.47760416666666666</c:v>
                      </c:pt>
                      <c:pt idx="280" formatCode="h:mm:ss">
                        <c:v>0.4777777777777778</c:v>
                      </c:pt>
                      <c:pt idx="281" formatCode="h:mm:ss">
                        <c:v>0.47795138888888888</c:v>
                      </c:pt>
                      <c:pt idx="282" formatCode="h:mm:ss">
                        <c:v>0.47812500000000002</c:v>
                      </c:pt>
                      <c:pt idx="283" formatCode="h:mm:ss">
                        <c:v>0.4782986111111111</c:v>
                      </c:pt>
                      <c:pt idx="284" formatCode="h:mm:ss">
                        <c:v>0.47847222222222224</c:v>
                      </c:pt>
                      <c:pt idx="285" formatCode="h:mm:ss">
                        <c:v>0.47864583333333333</c:v>
                      </c:pt>
                      <c:pt idx="286" formatCode="h:mm:ss">
                        <c:v>0.47881944444444446</c:v>
                      </c:pt>
                      <c:pt idx="287" formatCode="h:mm:ss">
                        <c:v>0.47899305555555555</c:v>
                      </c:pt>
                      <c:pt idx="288" formatCode="h:mm:ss">
                        <c:v>0.47916666666666669</c:v>
                      </c:pt>
                      <c:pt idx="289" formatCode="h:mm:ss">
                        <c:v>0.47934027777777777</c:v>
                      </c:pt>
                      <c:pt idx="290" formatCode="h:mm:ss">
                        <c:v>0.47951388888888891</c:v>
                      </c:pt>
                      <c:pt idx="291" formatCode="h:mm:ss">
                        <c:v>0.47968749999999999</c:v>
                      </c:pt>
                      <c:pt idx="292" formatCode="h:mm:ss">
                        <c:v>0.47986111111111113</c:v>
                      </c:pt>
                      <c:pt idx="293" formatCode="h:mm:ss">
                        <c:v>0.48003472222222221</c:v>
                      </c:pt>
                      <c:pt idx="294" formatCode="h:mm:ss">
                        <c:v>0.48020833333333335</c:v>
                      </c:pt>
                      <c:pt idx="295" formatCode="h:mm:ss">
                        <c:v>0.48038194444444443</c:v>
                      </c:pt>
                      <c:pt idx="296" formatCode="h:mm:ss">
                        <c:v>0.48055555555555557</c:v>
                      </c:pt>
                      <c:pt idx="297" formatCode="h:mm:ss">
                        <c:v>0.48072916666666665</c:v>
                      </c:pt>
                      <c:pt idx="298" formatCode="h:mm:ss">
                        <c:v>0.48090277777777779</c:v>
                      </c:pt>
                      <c:pt idx="299" formatCode="h:mm:ss">
                        <c:v>0.48107638888888887</c:v>
                      </c:pt>
                      <c:pt idx="300" formatCode="h:mm:ss">
                        <c:v>0.48125000000000001</c:v>
                      </c:pt>
                      <c:pt idx="301" formatCode="h:mm:ss">
                        <c:v>0.48142361111111109</c:v>
                      </c:pt>
                      <c:pt idx="302" formatCode="h:mm:ss">
                        <c:v>0.48159722222222223</c:v>
                      </c:pt>
                      <c:pt idx="303" formatCode="h:mm:ss">
                        <c:v>0.48177083333333331</c:v>
                      </c:pt>
                      <c:pt idx="304" formatCode="h:mm:ss">
                        <c:v>0.48194444444444445</c:v>
                      </c:pt>
                      <c:pt idx="305" formatCode="h:mm:ss">
                        <c:v>0.48211805555555554</c:v>
                      </c:pt>
                      <c:pt idx="306" formatCode="h:mm:ss">
                        <c:v>0.48229166666666667</c:v>
                      </c:pt>
                      <c:pt idx="307" formatCode="h:mm:ss">
                        <c:v>0.48246527777777776</c:v>
                      </c:pt>
                      <c:pt idx="308" formatCode="h:mm:ss">
                        <c:v>0.4826388888888889</c:v>
                      </c:pt>
                      <c:pt idx="309" formatCode="h:mm:ss">
                        <c:v>0.48281249999999998</c:v>
                      </c:pt>
                      <c:pt idx="310" formatCode="h:mm:ss">
                        <c:v>0.48298611111111112</c:v>
                      </c:pt>
                      <c:pt idx="311" formatCode="h:mm:ss">
                        <c:v>0.4831597222222222</c:v>
                      </c:pt>
                      <c:pt idx="312" formatCode="h:mm:ss">
                        <c:v>0.48333333333333334</c:v>
                      </c:pt>
                      <c:pt idx="313" formatCode="h:mm:ss">
                        <c:v>0.48350694444444442</c:v>
                      </c:pt>
                      <c:pt idx="314" formatCode="h:mm:ss">
                        <c:v>0.48368055555555556</c:v>
                      </c:pt>
                      <c:pt idx="315" formatCode="h:mm:ss">
                        <c:v>0.48385416666666664</c:v>
                      </c:pt>
                      <c:pt idx="316" formatCode="h:mm:ss">
                        <c:v>0.48402777777777778</c:v>
                      </c:pt>
                      <c:pt idx="317" formatCode="h:mm:ss">
                        <c:v>0.48420138888888886</c:v>
                      </c:pt>
                      <c:pt idx="318" formatCode="h:mm:ss">
                        <c:v>0.484375</c:v>
                      </c:pt>
                      <c:pt idx="319" formatCode="h:mm:ss">
                        <c:v>0.48454861111111114</c:v>
                      </c:pt>
                      <c:pt idx="320" formatCode="h:mm:ss">
                        <c:v>0.48472222222222222</c:v>
                      </c:pt>
                      <c:pt idx="321" formatCode="h:mm:ss">
                        <c:v>0.48489583333333336</c:v>
                      </c:pt>
                      <c:pt idx="322" formatCode="h:mm:ss">
                        <c:v>0.48506944444444444</c:v>
                      </c:pt>
                      <c:pt idx="323" formatCode="h:mm:ss">
                        <c:v>0.48524305555555558</c:v>
                      </c:pt>
                      <c:pt idx="324" formatCode="h:mm:ss">
                        <c:v>0.48541666666666666</c:v>
                      </c:pt>
                      <c:pt idx="325" formatCode="h:mm:ss">
                        <c:v>0.4855902777777778</c:v>
                      </c:pt>
                      <c:pt idx="326" formatCode="h:mm:ss">
                        <c:v>0.48576388888888888</c:v>
                      </c:pt>
                      <c:pt idx="327" formatCode="h:mm:ss">
                        <c:v>0.48593750000000002</c:v>
                      </c:pt>
                      <c:pt idx="328" formatCode="h:mm:ss">
                        <c:v>0.4861111111111111</c:v>
                      </c:pt>
                      <c:pt idx="329" formatCode="h:mm:ss">
                        <c:v>0.48628472222222224</c:v>
                      </c:pt>
                      <c:pt idx="330" formatCode="h:mm:ss">
                        <c:v>0.48645833333333333</c:v>
                      </c:pt>
                      <c:pt idx="331" formatCode="h:mm:ss">
                        <c:v>0.48663194444444446</c:v>
                      </c:pt>
                      <c:pt idx="332" formatCode="h:mm:ss">
                        <c:v>0.48680555555555555</c:v>
                      </c:pt>
                      <c:pt idx="333" formatCode="h:mm:ss">
                        <c:v>0.48697916666666669</c:v>
                      </c:pt>
                      <c:pt idx="334" formatCode="h:mm:ss">
                        <c:v>0.48715277777777777</c:v>
                      </c:pt>
                      <c:pt idx="335" formatCode="h:mm:ss">
                        <c:v>0.48732638888888891</c:v>
                      </c:pt>
                      <c:pt idx="336" formatCode="h:mm:ss">
                        <c:v>0.48749999999999999</c:v>
                      </c:pt>
                      <c:pt idx="337" formatCode="h:mm:ss">
                        <c:v>0.48767361111111113</c:v>
                      </c:pt>
                      <c:pt idx="338" formatCode="h:mm:ss">
                        <c:v>0.48784722222222221</c:v>
                      </c:pt>
                      <c:pt idx="339" formatCode="h:mm:ss">
                        <c:v>0.48802083333333335</c:v>
                      </c:pt>
                      <c:pt idx="340" formatCode="h:mm:ss">
                        <c:v>0.48819444444444443</c:v>
                      </c:pt>
                      <c:pt idx="341" formatCode="h:mm:ss">
                        <c:v>0.48836805555555557</c:v>
                      </c:pt>
                      <c:pt idx="342" formatCode="h:mm:ss">
                        <c:v>0.48854166666666665</c:v>
                      </c:pt>
                      <c:pt idx="343" formatCode="h:mm:ss">
                        <c:v>0.48871527777777779</c:v>
                      </c:pt>
                      <c:pt idx="344" formatCode="h:mm:ss">
                        <c:v>0.48888888888888887</c:v>
                      </c:pt>
                      <c:pt idx="345" formatCode="h:mm:ss">
                        <c:v>0.48906250000000001</c:v>
                      </c:pt>
                      <c:pt idx="346" formatCode="h:mm:ss">
                        <c:v>0.48923611111111109</c:v>
                      </c:pt>
                      <c:pt idx="347" formatCode="h:mm:ss">
                        <c:v>0.48940972222222223</c:v>
                      </c:pt>
                      <c:pt idx="348" formatCode="h:mm:ss">
                        <c:v>0.48958333333333331</c:v>
                      </c:pt>
                      <c:pt idx="349" formatCode="h:mm:ss">
                        <c:v>0.48975694444444445</c:v>
                      </c:pt>
                      <c:pt idx="350" formatCode="h:mm:ss">
                        <c:v>0.48993055555555554</c:v>
                      </c:pt>
                      <c:pt idx="351" formatCode="h:mm:ss">
                        <c:v>0.49010416666666667</c:v>
                      </c:pt>
                      <c:pt idx="352" formatCode="h:mm:ss">
                        <c:v>0.49027777777777776</c:v>
                      </c:pt>
                      <c:pt idx="353" formatCode="h:mm:ss">
                        <c:v>0.4904513888888889</c:v>
                      </c:pt>
                      <c:pt idx="354" formatCode="h:mm:ss">
                        <c:v>0.49062499999999998</c:v>
                      </c:pt>
                      <c:pt idx="355" formatCode="h:mm:ss">
                        <c:v>0.49079861111111112</c:v>
                      </c:pt>
                      <c:pt idx="356" formatCode="h:mm:ss">
                        <c:v>0.4909722222222222</c:v>
                      </c:pt>
                      <c:pt idx="357" formatCode="h:mm:ss">
                        <c:v>0.49114583333333334</c:v>
                      </c:pt>
                      <c:pt idx="358" formatCode="h:mm:ss">
                        <c:v>0.49131944444444442</c:v>
                      </c:pt>
                      <c:pt idx="359" formatCode="h:mm:ss">
                        <c:v>0.49149305555555556</c:v>
                      </c:pt>
                      <c:pt idx="360" formatCode="h:mm:ss">
                        <c:v>0.49166666666666664</c:v>
                      </c:pt>
                      <c:pt idx="361" formatCode="h:mm:ss">
                        <c:v>0.49184027777777778</c:v>
                      </c:pt>
                      <c:pt idx="362" formatCode="h:mm:ss">
                        <c:v>0.49201388888888886</c:v>
                      </c:pt>
                      <c:pt idx="363" formatCode="h:mm:ss">
                        <c:v>0.4921875</c:v>
                      </c:pt>
                      <c:pt idx="364" formatCode="h:mm:ss">
                        <c:v>0.49236111111111114</c:v>
                      </c:pt>
                      <c:pt idx="365" formatCode="h:mm:ss">
                        <c:v>0.49253472222222222</c:v>
                      </c:pt>
                      <c:pt idx="366" formatCode="h:mm:ss">
                        <c:v>0.49270833333333336</c:v>
                      </c:pt>
                      <c:pt idx="367" formatCode="h:mm:ss">
                        <c:v>0.49288194444444444</c:v>
                      </c:pt>
                      <c:pt idx="368" formatCode="h:mm:ss">
                        <c:v>0.49305555555555558</c:v>
                      </c:pt>
                      <c:pt idx="369" formatCode="h:mm:ss">
                        <c:v>0.49322916666666666</c:v>
                      </c:pt>
                      <c:pt idx="370" formatCode="h:mm:ss">
                        <c:v>0.4934027777777778</c:v>
                      </c:pt>
                      <c:pt idx="371" formatCode="h:mm:ss">
                        <c:v>0.49357638888888888</c:v>
                      </c:pt>
                      <c:pt idx="372" formatCode="h:mm:ss">
                        <c:v>0.49375000000000002</c:v>
                      </c:pt>
                      <c:pt idx="373" formatCode="h:mm:ss">
                        <c:v>0.4939236111111111</c:v>
                      </c:pt>
                      <c:pt idx="374" formatCode="h:mm:ss">
                        <c:v>0.49409722222222224</c:v>
                      </c:pt>
                      <c:pt idx="375" formatCode="h:mm:ss">
                        <c:v>0.49427083333333333</c:v>
                      </c:pt>
                      <c:pt idx="376" formatCode="h:mm:ss">
                        <c:v>0.49444444444444446</c:v>
                      </c:pt>
                      <c:pt idx="377" formatCode="h:mm:ss">
                        <c:v>0.49461805555555555</c:v>
                      </c:pt>
                      <c:pt idx="378" formatCode="h:mm:ss">
                        <c:v>0.49479166666666669</c:v>
                      </c:pt>
                      <c:pt idx="379" formatCode="h:mm:ss">
                        <c:v>0.49496527777777777</c:v>
                      </c:pt>
                      <c:pt idx="380" formatCode="h:mm:ss">
                        <c:v>0.49513888888888891</c:v>
                      </c:pt>
                      <c:pt idx="381" formatCode="h:mm:ss">
                        <c:v>0.49531249999999999</c:v>
                      </c:pt>
                      <c:pt idx="382" formatCode="h:mm:ss">
                        <c:v>0.49548611111111113</c:v>
                      </c:pt>
                      <c:pt idx="383" formatCode="h:mm:ss">
                        <c:v>0.49565972222222221</c:v>
                      </c:pt>
                      <c:pt idx="384" formatCode="h:mm:ss">
                        <c:v>0.49583333333333335</c:v>
                      </c:pt>
                      <c:pt idx="385" formatCode="h:mm:ss">
                        <c:v>0.49600694444444443</c:v>
                      </c:pt>
                      <c:pt idx="386" formatCode="h:mm:ss">
                        <c:v>0.49618055555555557</c:v>
                      </c:pt>
                      <c:pt idx="387" formatCode="h:mm:ss">
                        <c:v>0.49635416666666665</c:v>
                      </c:pt>
                      <c:pt idx="388" formatCode="h:mm:ss">
                        <c:v>0.49652777777777779</c:v>
                      </c:pt>
                      <c:pt idx="389" formatCode="h:mm:ss">
                        <c:v>0.49670138888888887</c:v>
                      </c:pt>
                      <c:pt idx="390" formatCode="h:mm:ss">
                        <c:v>0.49687500000000001</c:v>
                      </c:pt>
                      <c:pt idx="391" formatCode="h:mm:ss">
                        <c:v>0.49704861111111109</c:v>
                      </c:pt>
                      <c:pt idx="392" formatCode="h:mm:ss">
                        <c:v>0.49722222222222223</c:v>
                      </c:pt>
                      <c:pt idx="393" formatCode="h:mm:ss">
                        <c:v>0.49739583333333331</c:v>
                      </c:pt>
                      <c:pt idx="394" formatCode="h:mm:ss">
                        <c:v>0.49756944444444445</c:v>
                      </c:pt>
                      <c:pt idx="395" formatCode="h:mm:ss">
                        <c:v>0.49774305555555554</c:v>
                      </c:pt>
                      <c:pt idx="396" formatCode="h:mm:ss">
                        <c:v>0.49791666666666667</c:v>
                      </c:pt>
                      <c:pt idx="397" formatCode="h:mm:ss">
                        <c:v>0.49809027777777776</c:v>
                      </c:pt>
                      <c:pt idx="398" formatCode="h:mm:ss">
                        <c:v>0.4982638888888889</c:v>
                      </c:pt>
                      <c:pt idx="399" formatCode="h:mm:ss">
                        <c:v>0.49843749999999998</c:v>
                      </c:pt>
                      <c:pt idx="400" formatCode="h:mm:ss">
                        <c:v>0.49861111111111112</c:v>
                      </c:pt>
                      <c:pt idx="401" formatCode="h:mm:ss">
                        <c:v>0.4987847222222222</c:v>
                      </c:pt>
                      <c:pt idx="402" formatCode="h:mm:ss">
                        <c:v>0.49895833333333334</c:v>
                      </c:pt>
                      <c:pt idx="403" formatCode="h:mm:ss">
                        <c:v>0.49913194444444442</c:v>
                      </c:pt>
                      <c:pt idx="404" formatCode="h:mm:ss">
                        <c:v>0.49930555555555556</c:v>
                      </c:pt>
                      <c:pt idx="405" formatCode="h:mm:ss">
                        <c:v>0.49947916666666664</c:v>
                      </c:pt>
                      <c:pt idx="406" formatCode="h:mm:ss">
                        <c:v>0.49965277777777778</c:v>
                      </c:pt>
                      <c:pt idx="407" formatCode="h:mm:ss">
                        <c:v>0.49982638888888886</c:v>
                      </c:pt>
                      <c:pt idx="408" formatCode="h:mm:ss">
                        <c:v>0.5</c:v>
                      </c:pt>
                      <c:pt idx="409" formatCode="h:mm:ss">
                        <c:v>0.50017361111111114</c:v>
                      </c:pt>
                      <c:pt idx="410" formatCode="h:mm:ss">
                        <c:v>0.50034722222222228</c:v>
                      </c:pt>
                      <c:pt idx="411" formatCode="h:mm:ss">
                        <c:v>0.5005208333333333</c:v>
                      </c:pt>
                      <c:pt idx="412" formatCode="h:mm:ss">
                        <c:v>0.50069444444444444</c:v>
                      </c:pt>
                      <c:pt idx="413" formatCode="h:mm:ss">
                        <c:v>0.50086805555555558</c:v>
                      </c:pt>
                      <c:pt idx="414" formatCode="h:mm:ss">
                        <c:v>0.50104166666666672</c:v>
                      </c:pt>
                      <c:pt idx="415" formatCode="h:mm:ss">
                        <c:v>0.50121527777777775</c:v>
                      </c:pt>
                      <c:pt idx="416" formatCode="h:mm:ss">
                        <c:v>0.50138888888888888</c:v>
                      </c:pt>
                      <c:pt idx="417" formatCode="h:mm:ss">
                        <c:v>0.50156250000000002</c:v>
                      </c:pt>
                      <c:pt idx="418" formatCode="h:mm:ss">
                        <c:v>0.50173611111111116</c:v>
                      </c:pt>
                      <c:pt idx="419" formatCode="h:mm:ss">
                        <c:v>0.50190972222222219</c:v>
                      </c:pt>
                      <c:pt idx="420" formatCode="h:mm:ss">
                        <c:v>0.50208333333333333</c:v>
                      </c:pt>
                      <c:pt idx="421" formatCode="h:mm:ss">
                        <c:v>0.50225694444444446</c:v>
                      </c:pt>
                      <c:pt idx="422" formatCode="h:mm:ss">
                        <c:v>0.5024305555555556</c:v>
                      </c:pt>
                      <c:pt idx="423" formatCode="h:mm:ss">
                        <c:v>0.50260416666666663</c:v>
                      </c:pt>
                      <c:pt idx="424" formatCode="h:mm:ss">
                        <c:v>0.50277777777777777</c:v>
                      </c:pt>
                      <c:pt idx="425" formatCode="h:mm:ss">
                        <c:v>0.50295138888888891</c:v>
                      </c:pt>
                      <c:pt idx="426" formatCode="h:mm:ss">
                        <c:v>0.50312500000000004</c:v>
                      </c:pt>
                      <c:pt idx="427" formatCode="h:mm:ss">
                        <c:v>0.50329861111111107</c:v>
                      </c:pt>
                      <c:pt idx="428" formatCode="h:mm:ss">
                        <c:v>0.50347222222222221</c:v>
                      </c:pt>
                      <c:pt idx="429" formatCode="h:mm:ss">
                        <c:v>0.50364583333333335</c:v>
                      </c:pt>
                      <c:pt idx="430" formatCode="h:mm:ss">
                        <c:v>0.50381944444444449</c:v>
                      </c:pt>
                      <c:pt idx="431" formatCode="h:mm:ss">
                        <c:v>0.50399305555555551</c:v>
                      </c:pt>
                      <c:pt idx="432" formatCode="h:mm:ss">
                        <c:v>0.50416666666666665</c:v>
                      </c:pt>
                      <c:pt idx="433" formatCode="h:mm:ss">
                        <c:v>0.50434027777777779</c:v>
                      </c:pt>
                      <c:pt idx="434" formatCode="h:mm:ss">
                        <c:v>0.50451388888888893</c:v>
                      </c:pt>
                      <c:pt idx="435" formatCode="h:mm:ss">
                        <c:v>0.50468749999999996</c:v>
                      </c:pt>
                      <c:pt idx="436" formatCode="h:mm:ss">
                        <c:v>0.50486111111111109</c:v>
                      </c:pt>
                      <c:pt idx="437" formatCode="h:mm:ss">
                        <c:v>0.50503472222222223</c:v>
                      </c:pt>
                      <c:pt idx="438" formatCode="h:mm:ss">
                        <c:v>0.50520833333333337</c:v>
                      </c:pt>
                      <c:pt idx="439" formatCode="h:mm:ss">
                        <c:v>0.5053819444444444</c:v>
                      </c:pt>
                      <c:pt idx="440" formatCode="h:mm:ss">
                        <c:v>0.50555555555555554</c:v>
                      </c:pt>
                      <c:pt idx="441" formatCode="h:mm:ss">
                        <c:v>0.50572916666666667</c:v>
                      </c:pt>
                      <c:pt idx="442" formatCode="h:mm:ss">
                        <c:v>0.50590277777777781</c:v>
                      </c:pt>
                      <c:pt idx="443" formatCode="h:mm:ss">
                        <c:v>0.50607638888888884</c:v>
                      </c:pt>
                      <c:pt idx="444" formatCode="h:mm:ss">
                        <c:v>0.50624999999999998</c:v>
                      </c:pt>
                      <c:pt idx="445" formatCode="h:mm:ss">
                        <c:v>0.50642361111111112</c:v>
                      </c:pt>
                      <c:pt idx="446" formatCode="h:mm:ss">
                        <c:v>0.50659722222222225</c:v>
                      </c:pt>
                      <c:pt idx="447" formatCode="h:mm:ss">
                        <c:v>0.50677083333333328</c:v>
                      </c:pt>
                      <c:pt idx="448" formatCode="h:mm:ss">
                        <c:v>0.50694444444444442</c:v>
                      </c:pt>
                      <c:pt idx="449" formatCode="h:mm:ss">
                        <c:v>0.50711805555555556</c:v>
                      </c:pt>
                      <c:pt idx="450" formatCode="h:mm:ss">
                        <c:v>0.5072916666666667</c:v>
                      </c:pt>
                      <c:pt idx="451" formatCode="h:mm:ss">
                        <c:v>0.50746527777777772</c:v>
                      </c:pt>
                      <c:pt idx="452" formatCode="h:mm:ss">
                        <c:v>0.50763888888888886</c:v>
                      </c:pt>
                      <c:pt idx="453" formatCode="h:mm:ss">
                        <c:v>0.5078125</c:v>
                      </c:pt>
                      <c:pt idx="454" formatCode="h:mm:ss">
                        <c:v>0.50798611111111114</c:v>
                      </c:pt>
                      <c:pt idx="455" formatCode="h:mm:ss">
                        <c:v>0.50815972222222228</c:v>
                      </c:pt>
                      <c:pt idx="456" formatCode="h:mm:ss">
                        <c:v>0.5083333333333333</c:v>
                      </c:pt>
                      <c:pt idx="457" formatCode="h:mm:ss">
                        <c:v>0.50850694444444444</c:v>
                      </c:pt>
                      <c:pt idx="458" formatCode="h:mm:ss">
                        <c:v>0.50868055555555558</c:v>
                      </c:pt>
                      <c:pt idx="459" formatCode="h:mm:ss">
                        <c:v>0.50885416666666672</c:v>
                      </c:pt>
                      <c:pt idx="460" formatCode="h:mm:ss">
                        <c:v>0.50902777777777775</c:v>
                      </c:pt>
                      <c:pt idx="461" formatCode="h:mm:ss">
                        <c:v>0.50920138888888888</c:v>
                      </c:pt>
                      <c:pt idx="462" formatCode="h:mm:ss">
                        <c:v>0.50937500000000002</c:v>
                      </c:pt>
                      <c:pt idx="463" formatCode="h:mm:ss">
                        <c:v>0.50954861111111116</c:v>
                      </c:pt>
                      <c:pt idx="464" formatCode="h:mm:ss">
                        <c:v>0.50972222222222219</c:v>
                      </c:pt>
                      <c:pt idx="465" formatCode="h:mm:ss">
                        <c:v>0.50989583333333333</c:v>
                      </c:pt>
                      <c:pt idx="466" formatCode="h:mm:ss">
                        <c:v>0.51006944444444446</c:v>
                      </c:pt>
                      <c:pt idx="467" formatCode="h:mm:ss">
                        <c:v>0.5102430555555556</c:v>
                      </c:pt>
                      <c:pt idx="468" formatCode="h:mm:ss">
                        <c:v>0.51041666666666663</c:v>
                      </c:pt>
                      <c:pt idx="469" formatCode="h:mm:ss">
                        <c:v>0.51059027777777777</c:v>
                      </c:pt>
                      <c:pt idx="470" formatCode="h:mm:ss">
                        <c:v>0.51076388888888891</c:v>
                      </c:pt>
                      <c:pt idx="471" formatCode="h:mm:ss">
                        <c:v>0.51093750000000004</c:v>
                      </c:pt>
                      <c:pt idx="472" formatCode="h:mm:ss">
                        <c:v>0.51111111111111107</c:v>
                      </c:pt>
                      <c:pt idx="473" formatCode="h:mm:ss">
                        <c:v>0.51128472222222221</c:v>
                      </c:pt>
                      <c:pt idx="474" formatCode="h:mm:ss">
                        <c:v>0.51145833333333335</c:v>
                      </c:pt>
                      <c:pt idx="475" formatCode="h:mm:ss">
                        <c:v>0.51163194444444449</c:v>
                      </c:pt>
                      <c:pt idx="476" formatCode="h:mm:ss">
                        <c:v>0.51180555555555551</c:v>
                      </c:pt>
                      <c:pt idx="477" formatCode="h:mm:ss">
                        <c:v>0.51197916666666665</c:v>
                      </c:pt>
                      <c:pt idx="478" formatCode="h:mm:ss">
                        <c:v>0.51215277777777779</c:v>
                      </c:pt>
                      <c:pt idx="479" formatCode="h:mm:ss">
                        <c:v>0.51232638888888893</c:v>
                      </c:pt>
                      <c:pt idx="480" formatCode="h:mm:ss">
                        <c:v>0.51249999999999996</c:v>
                      </c:pt>
                      <c:pt idx="481" formatCode="h:mm:ss">
                        <c:v>0.51267361111111109</c:v>
                      </c:pt>
                      <c:pt idx="482" formatCode="h:mm:ss">
                        <c:v>0.51284722222222223</c:v>
                      </c:pt>
                      <c:pt idx="483" formatCode="h:mm:ss">
                        <c:v>0.51302083333333337</c:v>
                      </c:pt>
                      <c:pt idx="484" formatCode="h:mm:ss">
                        <c:v>0.5131944444444444</c:v>
                      </c:pt>
                      <c:pt idx="485" formatCode="h:mm:ss">
                        <c:v>0.51336805555555554</c:v>
                      </c:pt>
                      <c:pt idx="486" formatCode="h:mm:ss">
                        <c:v>0.51354166666666667</c:v>
                      </c:pt>
                      <c:pt idx="487" formatCode="h:mm:ss">
                        <c:v>0.51371527777777781</c:v>
                      </c:pt>
                      <c:pt idx="488" formatCode="h:mm:ss">
                        <c:v>0.51388888888888884</c:v>
                      </c:pt>
                      <c:pt idx="489" formatCode="h:mm:ss">
                        <c:v>0.51406249999999998</c:v>
                      </c:pt>
                      <c:pt idx="490" formatCode="h:mm:ss">
                        <c:v>0.51423611111111112</c:v>
                      </c:pt>
                      <c:pt idx="491" formatCode="h:mm:ss">
                        <c:v>0.51440972222222225</c:v>
                      </c:pt>
                      <c:pt idx="492" formatCode="h:mm:ss">
                        <c:v>0.51458333333333328</c:v>
                      </c:pt>
                      <c:pt idx="493" formatCode="h:mm:ss">
                        <c:v>0.51475694444444442</c:v>
                      </c:pt>
                      <c:pt idx="494" formatCode="h:mm:ss">
                        <c:v>0.51493055555555556</c:v>
                      </c:pt>
                      <c:pt idx="495" formatCode="h:mm:ss">
                        <c:v>0.5151041666666667</c:v>
                      </c:pt>
                      <c:pt idx="496" formatCode="h:mm:ss">
                        <c:v>0.51527777777777772</c:v>
                      </c:pt>
                      <c:pt idx="497" formatCode="h:mm:ss">
                        <c:v>0.51545138888888886</c:v>
                      </c:pt>
                      <c:pt idx="498" formatCode="h:mm:ss">
                        <c:v>0.515625</c:v>
                      </c:pt>
                      <c:pt idx="499" formatCode="h:mm:ss">
                        <c:v>0.51579861111111114</c:v>
                      </c:pt>
                      <c:pt idx="500" formatCode="h:mm:ss">
                        <c:v>0.51597222222222228</c:v>
                      </c:pt>
                      <c:pt idx="501" formatCode="h:mm:ss">
                        <c:v>0.5161458333333333</c:v>
                      </c:pt>
                      <c:pt idx="502" formatCode="h:mm:ss">
                        <c:v>0.51631944444444444</c:v>
                      </c:pt>
                      <c:pt idx="503" formatCode="h:mm:ss">
                        <c:v>0.51649305555555558</c:v>
                      </c:pt>
                      <c:pt idx="504" formatCode="h:mm:ss">
                        <c:v>0.51666666666666672</c:v>
                      </c:pt>
                      <c:pt idx="505" formatCode="h:mm:ss">
                        <c:v>0.51684027777777775</c:v>
                      </c:pt>
                      <c:pt idx="506" formatCode="h:mm:ss">
                        <c:v>0.51701388888888888</c:v>
                      </c:pt>
                      <c:pt idx="507" formatCode="h:mm:ss">
                        <c:v>0.51718750000000002</c:v>
                      </c:pt>
                      <c:pt idx="508" formatCode="h:mm:ss">
                        <c:v>0.51736111111111116</c:v>
                      </c:pt>
                      <c:pt idx="509" formatCode="h:mm:ss">
                        <c:v>0.51753472222222219</c:v>
                      </c:pt>
                      <c:pt idx="510" formatCode="h:mm:ss">
                        <c:v>0.51770833333333333</c:v>
                      </c:pt>
                      <c:pt idx="511" formatCode="h:mm:ss">
                        <c:v>0.51788194444444446</c:v>
                      </c:pt>
                      <c:pt idx="512" formatCode="h:mm:ss">
                        <c:v>0.5180555555555556</c:v>
                      </c:pt>
                      <c:pt idx="513" formatCode="h:mm:ss">
                        <c:v>0.51822916666666663</c:v>
                      </c:pt>
                      <c:pt idx="514" formatCode="h:mm:ss">
                        <c:v>0.51840277777777777</c:v>
                      </c:pt>
                      <c:pt idx="515" formatCode="h:mm:ss">
                        <c:v>0.51857638888888891</c:v>
                      </c:pt>
                      <c:pt idx="516" formatCode="h:mm:ss">
                        <c:v>0.51875000000000004</c:v>
                      </c:pt>
                      <c:pt idx="517" formatCode="h:mm:ss">
                        <c:v>0.51892361111111107</c:v>
                      </c:pt>
                      <c:pt idx="518" formatCode="h:mm:ss">
                        <c:v>0.51909722222222221</c:v>
                      </c:pt>
                      <c:pt idx="519" formatCode="h:mm:ss">
                        <c:v>0.51927083333333335</c:v>
                      </c:pt>
                      <c:pt idx="520" formatCode="h:mm:ss">
                        <c:v>0.51944444444444449</c:v>
                      </c:pt>
                      <c:pt idx="521" formatCode="h:mm:ss">
                        <c:v>0.51961805555555551</c:v>
                      </c:pt>
                      <c:pt idx="522" formatCode="h:mm:ss">
                        <c:v>0.51979166666666665</c:v>
                      </c:pt>
                      <c:pt idx="523" formatCode="h:mm:ss">
                        <c:v>0.51996527777777779</c:v>
                      </c:pt>
                      <c:pt idx="524" formatCode="h:mm:ss">
                        <c:v>0.52013888888888893</c:v>
                      </c:pt>
                      <c:pt idx="525" formatCode="h:mm:ss">
                        <c:v>0.52031249999999996</c:v>
                      </c:pt>
                      <c:pt idx="526" formatCode="h:mm:ss">
                        <c:v>0.52048611111111109</c:v>
                      </c:pt>
                      <c:pt idx="527" formatCode="h:mm:ss">
                        <c:v>0.52065972222222223</c:v>
                      </c:pt>
                      <c:pt idx="528" formatCode="h:mm:ss">
                        <c:v>0.52083333333333337</c:v>
                      </c:pt>
                      <c:pt idx="529" formatCode="h:mm:ss">
                        <c:v>0.5210069444444444</c:v>
                      </c:pt>
                      <c:pt idx="530" formatCode="h:mm:ss">
                        <c:v>0.52118055555555554</c:v>
                      </c:pt>
                      <c:pt idx="531" formatCode="h:mm:ss">
                        <c:v>0.52135416666666667</c:v>
                      </c:pt>
                      <c:pt idx="532" formatCode="h:mm:ss">
                        <c:v>0.52152777777777781</c:v>
                      </c:pt>
                      <c:pt idx="533" formatCode="h:mm:ss">
                        <c:v>0.52170138888888884</c:v>
                      </c:pt>
                      <c:pt idx="534" formatCode="h:mm:ss">
                        <c:v>0.52187499999999998</c:v>
                      </c:pt>
                      <c:pt idx="535" formatCode="h:mm:ss">
                        <c:v>0.52204861111111112</c:v>
                      </c:pt>
                      <c:pt idx="536" formatCode="h:mm:ss">
                        <c:v>0.52222222222222225</c:v>
                      </c:pt>
                      <c:pt idx="537" formatCode="h:mm:ss">
                        <c:v>0.52239583333333328</c:v>
                      </c:pt>
                      <c:pt idx="538" formatCode="h:mm:ss">
                        <c:v>0.52256944444444442</c:v>
                      </c:pt>
                      <c:pt idx="539" formatCode="h:mm:ss">
                        <c:v>0.52274305555555556</c:v>
                      </c:pt>
                      <c:pt idx="540" formatCode="h:mm:ss">
                        <c:v>0.5229166666666667</c:v>
                      </c:pt>
                      <c:pt idx="541" formatCode="h:mm:ss">
                        <c:v>0.52309027777777772</c:v>
                      </c:pt>
                      <c:pt idx="542" formatCode="h:mm:ss">
                        <c:v>0.52326388888888886</c:v>
                      </c:pt>
                      <c:pt idx="543" formatCode="h:mm:ss">
                        <c:v>0.5234375</c:v>
                      </c:pt>
                      <c:pt idx="544" formatCode="h:mm:ss">
                        <c:v>0.52361111111111114</c:v>
                      </c:pt>
                      <c:pt idx="545" formatCode="h:mm:ss">
                        <c:v>0.52378472222222228</c:v>
                      </c:pt>
                      <c:pt idx="546" formatCode="h:mm:ss">
                        <c:v>0.5239583333333333</c:v>
                      </c:pt>
                      <c:pt idx="547" formatCode="h:mm:ss">
                        <c:v>0.52413194444444444</c:v>
                      </c:pt>
                      <c:pt idx="548" formatCode="h:mm:ss">
                        <c:v>0.52430555555555558</c:v>
                      </c:pt>
                      <c:pt idx="549" formatCode="h:mm:ss">
                        <c:v>0.52447916666666672</c:v>
                      </c:pt>
                      <c:pt idx="550" formatCode="h:mm:ss">
                        <c:v>0.52465277777777775</c:v>
                      </c:pt>
                      <c:pt idx="551" formatCode="h:mm:ss">
                        <c:v>0.52482638888888888</c:v>
                      </c:pt>
                      <c:pt idx="552" formatCode="h:mm:ss">
                        <c:v>0.52500000000000002</c:v>
                      </c:pt>
                      <c:pt idx="553" formatCode="h:mm:ss">
                        <c:v>0.52517361111111116</c:v>
                      </c:pt>
                      <c:pt idx="554" formatCode="h:mm:ss">
                        <c:v>0.52534722222222219</c:v>
                      </c:pt>
                      <c:pt idx="555" formatCode="h:mm:ss">
                        <c:v>0.52552083333333333</c:v>
                      </c:pt>
                      <c:pt idx="556" formatCode="h:mm:ss">
                        <c:v>0.52569444444444446</c:v>
                      </c:pt>
                      <c:pt idx="557" formatCode="h:mm:ss">
                        <c:v>0.5258680555555556</c:v>
                      </c:pt>
                      <c:pt idx="558" formatCode="h:mm:ss">
                        <c:v>0.52604166666666663</c:v>
                      </c:pt>
                      <c:pt idx="559" formatCode="h:mm:ss">
                        <c:v>0.52621527777777777</c:v>
                      </c:pt>
                      <c:pt idx="560" formatCode="h:mm:ss">
                        <c:v>0.52638888888888891</c:v>
                      </c:pt>
                      <c:pt idx="561" formatCode="h:mm:ss">
                        <c:v>0.52656250000000004</c:v>
                      </c:pt>
                      <c:pt idx="562" formatCode="h:mm:ss">
                        <c:v>0.52673611111111107</c:v>
                      </c:pt>
                      <c:pt idx="563" formatCode="h:mm:ss">
                        <c:v>0.52690972222222221</c:v>
                      </c:pt>
                      <c:pt idx="564" formatCode="h:mm:ss">
                        <c:v>0.52708333333333335</c:v>
                      </c:pt>
                      <c:pt idx="565" formatCode="h:mm:ss">
                        <c:v>0.52725694444444449</c:v>
                      </c:pt>
                      <c:pt idx="566" formatCode="h:mm:ss">
                        <c:v>0.52743055555555551</c:v>
                      </c:pt>
                      <c:pt idx="567" formatCode="h:mm:ss">
                        <c:v>0.52760416666666665</c:v>
                      </c:pt>
                      <c:pt idx="568" formatCode="h:mm:ss">
                        <c:v>0.52777777777777779</c:v>
                      </c:pt>
                      <c:pt idx="569" formatCode="h:mm:ss">
                        <c:v>0.52795138888888893</c:v>
                      </c:pt>
                      <c:pt idx="570" formatCode="h:mm:ss">
                        <c:v>0.52812499999999996</c:v>
                      </c:pt>
                      <c:pt idx="571" formatCode="h:mm:ss">
                        <c:v>0.52829861111111109</c:v>
                      </c:pt>
                      <c:pt idx="572" formatCode="h:mm:ss">
                        <c:v>0.52847222222222223</c:v>
                      </c:pt>
                      <c:pt idx="573" formatCode="h:mm:ss">
                        <c:v>0.52864583333333337</c:v>
                      </c:pt>
                      <c:pt idx="574" formatCode="h:mm:ss">
                        <c:v>0.5288194444444444</c:v>
                      </c:pt>
                      <c:pt idx="575" formatCode="h:mm:ss">
                        <c:v>0.52899305555555554</c:v>
                      </c:pt>
                      <c:pt idx="576" formatCode="h:mm:ss">
                        <c:v>0.52916666666666667</c:v>
                      </c:pt>
                      <c:pt idx="577" formatCode="h:mm:ss">
                        <c:v>0.52934027777777781</c:v>
                      </c:pt>
                      <c:pt idx="578" formatCode="h:mm:ss">
                        <c:v>0.52951388888888884</c:v>
                      </c:pt>
                      <c:pt idx="579" formatCode="h:mm:ss">
                        <c:v>0.52968749999999998</c:v>
                      </c:pt>
                      <c:pt idx="580" formatCode="h:mm:ss">
                        <c:v>0.52986111111111112</c:v>
                      </c:pt>
                      <c:pt idx="581" formatCode="h:mm:ss">
                        <c:v>0.53003472222222225</c:v>
                      </c:pt>
                      <c:pt idx="582" formatCode="h:mm:ss">
                        <c:v>0.53020833333333328</c:v>
                      </c:pt>
                      <c:pt idx="583" formatCode="h:mm:ss">
                        <c:v>0.53038194444444442</c:v>
                      </c:pt>
                      <c:pt idx="584" formatCode="h:mm:ss">
                        <c:v>0.53055555555555556</c:v>
                      </c:pt>
                      <c:pt idx="585" formatCode="h:mm:ss">
                        <c:v>0.5307291666666667</c:v>
                      </c:pt>
                      <c:pt idx="586" formatCode="h:mm:ss">
                        <c:v>0.53090277777777772</c:v>
                      </c:pt>
                      <c:pt idx="587" formatCode="h:mm:ss">
                        <c:v>0.53107638888888886</c:v>
                      </c:pt>
                      <c:pt idx="588" formatCode="h:mm:ss">
                        <c:v>0.53125</c:v>
                      </c:pt>
                      <c:pt idx="589" formatCode="h:mm:ss">
                        <c:v>0.53142361111111114</c:v>
                      </c:pt>
                      <c:pt idx="590" formatCode="h:mm:ss">
                        <c:v>0.53159722222222228</c:v>
                      </c:pt>
                      <c:pt idx="591" formatCode="h:mm:ss">
                        <c:v>0.5317708333333333</c:v>
                      </c:pt>
                      <c:pt idx="592" formatCode="h:mm:ss">
                        <c:v>0.53194444444444444</c:v>
                      </c:pt>
                      <c:pt idx="593" formatCode="h:mm:ss">
                        <c:v>0.53211805555555558</c:v>
                      </c:pt>
                      <c:pt idx="594" formatCode="h:mm:ss">
                        <c:v>0.53229166666666672</c:v>
                      </c:pt>
                      <c:pt idx="595" formatCode="h:mm:ss">
                        <c:v>0.53246527777777775</c:v>
                      </c:pt>
                      <c:pt idx="596" formatCode="h:mm:ss">
                        <c:v>0.53263888888888888</c:v>
                      </c:pt>
                      <c:pt idx="597" formatCode="h:mm:ss">
                        <c:v>0.53281250000000002</c:v>
                      </c:pt>
                      <c:pt idx="598" formatCode="h:mm:ss">
                        <c:v>0.53298611111111116</c:v>
                      </c:pt>
                      <c:pt idx="599" formatCode="h:mm:ss">
                        <c:v>0.53315972222222219</c:v>
                      </c:pt>
                      <c:pt idx="600" formatCode="h:mm:ss">
                        <c:v>0.53333333333333333</c:v>
                      </c:pt>
                      <c:pt idx="601" formatCode="h:mm:ss">
                        <c:v>0.53350694444444446</c:v>
                      </c:pt>
                      <c:pt idx="602" formatCode="h:mm:ss">
                        <c:v>0.5336805555555556</c:v>
                      </c:pt>
                      <c:pt idx="603" formatCode="h:mm:ss">
                        <c:v>0.53385416666666663</c:v>
                      </c:pt>
                      <c:pt idx="604" formatCode="h:mm:ss">
                        <c:v>0.53402777777777777</c:v>
                      </c:pt>
                      <c:pt idx="605" formatCode="h:mm:ss">
                        <c:v>0.53420138888888891</c:v>
                      </c:pt>
                      <c:pt idx="606" formatCode="h:mm:ss">
                        <c:v>0.53437500000000004</c:v>
                      </c:pt>
                      <c:pt idx="607" formatCode="h:mm:ss">
                        <c:v>0.53454861111111107</c:v>
                      </c:pt>
                      <c:pt idx="608" formatCode="h:mm:ss">
                        <c:v>0.53472222222222221</c:v>
                      </c:pt>
                      <c:pt idx="609" formatCode="h:mm:ss">
                        <c:v>0.53489583333333335</c:v>
                      </c:pt>
                      <c:pt idx="610" formatCode="h:mm:ss">
                        <c:v>0.53506944444444449</c:v>
                      </c:pt>
                      <c:pt idx="611" formatCode="h:mm:ss">
                        <c:v>0.53524305555555551</c:v>
                      </c:pt>
                      <c:pt idx="612" formatCode="h:mm:ss">
                        <c:v>0.53541666666666665</c:v>
                      </c:pt>
                      <c:pt idx="613" formatCode="h:mm:ss">
                        <c:v>0.53559027777777779</c:v>
                      </c:pt>
                      <c:pt idx="614" formatCode="h:mm:ss">
                        <c:v>0.53576388888888893</c:v>
                      </c:pt>
                      <c:pt idx="615" formatCode="h:mm:ss">
                        <c:v>0.53593749999999996</c:v>
                      </c:pt>
                      <c:pt idx="616" formatCode="h:mm:ss">
                        <c:v>0.53611111111111109</c:v>
                      </c:pt>
                      <c:pt idx="617" formatCode="h:mm:ss">
                        <c:v>0.53628472222222223</c:v>
                      </c:pt>
                      <c:pt idx="618" formatCode="h:mm:ss">
                        <c:v>0.53645833333333337</c:v>
                      </c:pt>
                      <c:pt idx="619" formatCode="h:mm:ss">
                        <c:v>0.5366319444444444</c:v>
                      </c:pt>
                      <c:pt idx="620" formatCode="h:mm:ss">
                        <c:v>0.53680555555555554</c:v>
                      </c:pt>
                      <c:pt idx="621" formatCode="h:mm:ss">
                        <c:v>0.53697916666666667</c:v>
                      </c:pt>
                      <c:pt idx="622" formatCode="h:mm:ss">
                        <c:v>0.53715277777777781</c:v>
                      </c:pt>
                      <c:pt idx="623" formatCode="h:mm:ss">
                        <c:v>0.53732638888888884</c:v>
                      </c:pt>
                      <c:pt idx="624" formatCode="h:mm:ss">
                        <c:v>0.53749999999999998</c:v>
                      </c:pt>
                      <c:pt idx="625" formatCode="h:mm:ss">
                        <c:v>0.53767361111111112</c:v>
                      </c:pt>
                      <c:pt idx="626" formatCode="h:mm:ss">
                        <c:v>0.53784722222222225</c:v>
                      </c:pt>
                      <c:pt idx="627" formatCode="h:mm:ss">
                        <c:v>0.53802083333333328</c:v>
                      </c:pt>
                      <c:pt idx="628" formatCode="h:mm:ss">
                        <c:v>0.53819444444444442</c:v>
                      </c:pt>
                      <c:pt idx="629" formatCode="h:mm:ss">
                        <c:v>0.53836805555555556</c:v>
                      </c:pt>
                      <c:pt idx="630" formatCode="h:mm:ss">
                        <c:v>0.5385416666666667</c:v>
                      </c:pt>
                      <c:pt idx="631" formatCode="h:mm:ss">
                        <c:v>0.53871527777777772</c:v>
                      </c:pt>
                      <c:pt idx="632" formatCode="h:mm:ss">
                        <c:v>0.53888888888888886</c:v>
                      </c:pt>
                      <c:pt idx="633" formatCode="h:mm:ss">
                        <c:v>0.5390625</c:v>
                      </c:pt>
                      <c:pt idx="634" formatCode="h:mm:ss">
                        <c:v>0.53923611111111114</c:v>
                      </c:pt>
                      <c:pt idx="635" formatCode="h:mm:ss">
                        <c:v>0.53940972222222228</c:v>
                      </c:pt>
                      <c:pt idx="636" formatCode="h:mm:ss">
                        <c:v>0.5395833333333333</c:v>
                      </c:pt>
                      <c:pt idx="637" formatCode="h:mm:ss">
                        <c:v>0.53975694444444444</c:v>
                      </c:pt>
                      <c:pt idx="638" formatCode="h:mm:ss">
                        <c:v>0.53993055555555558</c:v>
                      </c:pt>
                      <c:pt idx="639" formatCode="h:mm:ss">
                        <c:v>0.54010416666666672</c:v>
                      </c:pt>
                      <c:pt idx="640" formatCode="h:mm:ss">
                        <c:v>0.54027777777777775</c:v>
                      </c:pt>
                      <c:pt idx="641" formatCode="h:mm:ss">
                        <c:v>0.54045138888888888</c:v>
                      </c:pt>
                      <c:pt idx="642" formatCode="h:mm:ss">
                        <c:v>0.54062500000000002</c:v>
                      </c:pt>
                      <c:pt idx="643" formatCode="h:mm:ss">
                        <c:v>0.54079861111111116</c:v>
                      </c:pt>
                      <c:pt idx="644" formatCode="h:mm:ss">
                        <c:v>0.54097222222222219</c:v>
                      </c:pt>
                      <c:pt idx="645" formatCode="h:mm:ss">
                        <c:v>0.54114583333333333</c:v>
                      </c:pt>
                      <c:pt idx="646" formatCode="h:mm:ss">
                        <c:v>0.54131944444444446</c:v>
                      </c:pt>
                      <c:pt idx="647" formatCode="h:mm:ss">
                        <c:v>0.5414930555555556</c:v>
                      </c:pt>
                      <c:pt idx="648" formatCode="h:mm:ss">
                        <c:v>0.54166666666666663</c:v>
                      </c:pt>
                      <c:pt idx="649" formatCode="h:mm:ss">
                        <c:v>0.54184027777777777</c:v>
                      </c:pt>
                      <c:pt idx="650" formatCode="h:mm:ss">
                        <c:v>0.54201388888888891</c:v>
                      </c:pt>
                      <c:pt idx="651" formatCode="h:mm:ss">
                        <c:v>0.54218750000000004</c:v>
                      </c:pt>
                      <c:pt idx="652" formatCode="h:mm:ss">
                        <c:v>0.54236111111111107</c:v>
                      </c:pt>
                      <c:pt idx="653" formatCode="h:mm:ss">
                        <c:v>0.54253472222222221</c:v>
                      </c:pt>
                      <c:pt idx="654" formatCode="h:mm:ss">
                        <c:v>0.54270833333333335</c:v>
                      </c:pt>
                      <c:pt idx="655" formatCode="h:mm:ss">
                        <c:v>0.54288194444444449</c:v>
                      </c:pt>
                      <c:pt idx="656" formatCode="h:mm:ss">
                        <c:v>0.54305555555555551</c:v>
                      </c:pt>
                      <c:pt idx="657" formatCode="h:mm:ss">
                        <c:v>0.54322916666666665</c:v>
                      </c:pt>
                      <c:pt idx="658" formatCode="h:mm:ss">
                        <c:v>0.54340277777777779</c:v>
                      </c:pt>
                      <c:pt idx="659" formatCode="h:mm:ss">
                        <c:v>0.54357638888888893</c:v>
                      </c:pt>
                      <c:pt idx="660" formatCode="h:mm:ss">
                        <c:v>0.54374999999999996</c:v>
                      </c:pt>
                      <c:pt idx="661" formatCode="h:mm:ss">
                        <c:v>0.54392361111111109</c:v>
                      </c:pt>
                      <c:pt idx="662" formatCode="h:mm:ss">
                        <c:v>0.54409722222222223</c:v>
                      </c:pt>
                      <c:pt idx="663" formatCode="h:mm:ss">
                        <c:v>0.54427083333333337</c:v>
                      </c:pt>
                      <c:pt idx="664" formatCode="h:mm:ss">
                        <c:v>0.5444444444444444</c:v>
                      </c:pt>
                      <c:pt idx="665" formatCode="h:mm:ss">
                        <c:v>0.54461805555555554</c:v>
                      </c:pt>
                      <c:pt idx="666" formatCode="h:mm:ss">
                        <c:v>0.54479166666666667</c:v>
                      </c:pt>
                      <c:pt idx="667" formatCode="h:mm:ss">
                        <c:v>0.54496527777777781</c:v>
                      </c:pt>
                      <c:pt idx="668" formatCode="h:mm:ss">
                        <c:v>0.54513888888888884</c:v>
                      </c:pt>
                      <c:pt idx="669" formatCode="h:mm:ss">
                        <c:v>0.54531249999999998</c:v>
                      </c:pt>
                      <c:pt idx="670" formatCode="h:mm:ss">
                        <c:v>0.54548611111111112</c:v>
                      </c:pt>
                      <c:pt idx="671" formatCode="h:mm:ss">
                        <c:v>0.54565972222222225</c:v>
                      </c:pt>
                      <c:pt idx="672" formatCode="h:mm:ss">
                        <c:v>0.54583333333333328</c:v>
                      </c:pt>
                      <c:pt idx="673" formatCode="h:mm:ss">
                        <c:v>0.54600694444444442</c:v>
                      </c:pt>
                      <c:pt idx="674" formatCode="h:mm:ss">
                        <c:v>0.54618055555555556</c:v>
                      </c:pt>
                      <c:pt idx="675" formatCode="h:mm:ss">
                        <c:v>0.5463541666666667</c:v>
                      </c:pt>
                      <c:pt idx="676" formatCode="h:mm:ss">
                        <c:v>0.54652777777777772</c:v>
                      </c:pt>
                      <c:pt idx="677" formatCode="h:mm:ss">
                        <c:v>0.54670138888888886</c:v>
                      </c:pt>
                      <c:pt idx="678" formatCode="h:mm:ss">
                        <c:v>0.546875</c:v>
                      </c:pt>
                      <c:pt idx="679" formatCode="h:mm:ss">
                        <c:v>0.54704861111111114</c:v>
                      </c:pt>
                      <c:pt idx="680" formatCode="h:mm:ss">
                        <c:v>0.54722222222222228</c:v>
                      </c:pt>
                      <c:pt idx="681" formatCode="h:mm:ss">
                        <c:v>0.5473958333333333</c:v>
                      </c:pt>
                      <c:pt idx="682" formatCode="h:mm:ss">
                        <c:v>0.54756944444444444</c:v>
                      </c:pt>
                      <c:pt idx="683" formatCode="h:mm:ss">
                        <c:v>0.54774305555555558</c:v>
                      </c:pt>
                      <c:pt idx="684" formatCode="h:mm:ss">
                        <c:v>0.54791666666666672</c:v>
                      </c:pt>
                      <c:pt idx="685" formatCode="h:mm:ss">
                        <c:v>0.54809027777777775</c:v>
                      </c:pt>
                      <c:pt idx="686" formatCode="h:mm:ss">
                        <c:v>0.54826388888888888</c:v>
                      </c:pt>
                      <c:pt idx="687" formatCode="h:mm:ss">
                        <c:v>0.54843750000000002</c:v>
                      </c:pt>
                      <c:pt idx="688" formatCode="h:mm:ss">
                        <c:v>0.54861111111111116</c:v>
                      </c:pt>
                      <c:pt idx="689" formatCode="h:mm:ss">
                        <c:v>0.54878472222222219</c:v>
                      </c:pt>
                      <c:pt idx="690" formatCode="h:mm:ss">
                        <c:v>0.54895833333333333</c:v>
                      </c:pt>
                      <c:pt idx="691" formatCode="h:mm:ss">
                        <c:v>0.54913194444444446</c:v>
                      </c:pt>
                      <c:pt idx="692" formatCode="h:mm:ss">
                        <c:v>0.5493055555555556</c:v>
                      </c:pt>
                      <c:pt idx="693" formatCode="h:mm:ss">
                        <c:v>0.54947916666666663</c:v>
                      </c:pt>
                      <c:pt idx="694" formatCode="h:mm:ss">
                        <c:v>0.54965277777777777</c:v>
                      </c:pt>
                      <c:pt idx="695" formatCode="h:mm:ss">
                        <c:v>0.54982638888888891</c:v>
                      </c:pt>
                      <c:pt idx="696" formatCode="h:mm:ss">
                        <c:v>0.55000000000000004</c:v>
                      </c:pt>
                      <c:pt idx="697" formatCode="h:mm:ss">
                        <c:v>0.55017361111111107</c:v>
                      </c:pt>
                      <c:pt idx="698" formatCode="h:mm:ss">
                        <c:v>0.55034722222222221</c:v>
                      </c:pt>
                      <c:pt idx="699" formatCode="h:mm:ss">
                        <c:v>0.55052083333333335</c:v>
                      </c:pt>
                      <c:pt idx="700" formatCode="h:mm:ss">
                        <c:v>0.55069444444444449</c:v>
                      </c:pt>
                      <c:pt idx="701" formatCode="h:mm:ss">
                        <c:v>0.55086805555555551</c:v>
                      </c:pt>
                      <c:pt idx="702" formatCode="h:mm:ss">
                        <c:v>0.55104166666666665</c:v>
                      </c:pt>
                      <c:pt idx="703" formatCode="h:mm:ss">
                        <c:v>0.55121527777777779</c:v>
                      </c:pt>
                      <c:pt idx="704" formatCode="h:mm:ss">
                        <c:v>0.55138888888888893</c:v>
                      </c:pt>
                      <c:pt idx="705" formatCode="h:mm:ss">
                        <c:v>0.55156249999999996</c:v>
                      </c:pt>
                      <c:pt idx="706" formatCode="h:mm:ss">
                        <c:v>0.55173611111111109</c:v>
                      </c:pt>
                      <c:pt idx="707" formatCode="h:mm:ss">
                        <c:v>0.55190972222222223</c:v>
                      </c:pt>
                      <c:pt idx="708" formatCode="h:mm:ss">
                        <c:v>0.55208333333333337</c:v>
                      </c:pt>
                      <c:pt idx="709" formatCode="h:mm:ss">
                        <c:v>0.5522569444444444</c:v>
                      </c:pt>
                      <c:pt idx="710" formatCode="h:mm:ss">
                        <c:v>0.55243055555555554</c:v>
                      </c:pt>
                      <c:pt idx="711" formatCode="h:mm:ss">
                        <c:v>0.55260416666666667</c:v>
                      </c:pt>
                      <c:pt idx="712" formatCode="h:mm:ss">
                        <c:v>0.55277777777777781</c:v>
                      </c:pt>
                      <c:pt idx="713" formatCode="h:mm:ss">
                        <c:v>0.55295138888888884</c:v>
                      </c:pt>
                      <c:pt idx="714" formatCode="h:mm:ss">
                        <c:v>0.55312499999999998</c:v>
                      </c:pt>
                      <c:pt idx="715" formatCode="h:mm:ss">
                        <c:v>0.55329861111111112</c:v>
                      </c:pt>
                      <c:pt idx="716" formatCode="h:mm:ss">
                        <c:v>0.55347222222222225</c:v>
                      </c:pt>
                      <c:pt idx="717" formatCode="h:mm:ss">
                        <c:v>0.55364583333333328</c:v>
                      </c:pt>
                      <c:pt idx="718" formatCode="h:mm:ss">
                        <c:v>0.55381944444444442</c:v>
                      </c:pt>
                      <c:pt idx="719" formatCode="h:mm:ss">
                        <c:v>0.55399305555555556</c:v>
                      </c:pt>
                      <c:pt idx="720" formatCode="h:mm:ss">
                        <c:v>0.5541666666666667</c:v>
                      </c:pt>
                      <c:pt idx="721" formatCode="h:mm:ss">
                        <c:v>0.55434027777777772</c:v>
                      </c:pt>
                      <c:pt idx="722" formatCode="h:mm:ss">
                        <c:v>0.55451388888888886</c:v>
                      </c:pt>
                      <c:pt idx="723" formatCode="h:mm:ss">
                        <c:v>0.5546875</c:v>
                      </c:pt>
                      <c:pt idx="724" formatCode="h:mm:ss">
                        <c:v>0.55486111111111114</c:v>
                      </c:pt>
                      <c:pt idx="725" formatCode="h:mm:ss">
                        <c:v>0.55503472222222228</c:v>
                      </c:pt>
                      <c:pt idx="726" formatCode="h:mm:ss">
                        <c:v>0.5552083333333333</c:v>
                      </c:pt>
                      <c:pt idx="727" formatCode="h:mm:ss">
                        <c:v>0.55538194444444444</c:v>
                      </c:pt>
                      <c:pt idx="728" formatCode="h:mm:ss">
                        <c:v>0.55555555555555558</c:v>
                      </c:pt>
                      <c:pt idx="729" formatCode="h:mm:ss">
                        <c:v>0.55572916666666672</c:v>
                      </c:pt>
                      <c:pt idx="730" formatCode="h:mm:ss">
                        <c:v>0.55590277777777775</c:v>
                      </c:pt>
                      <c:pt idx="731" formatCode="h:mm:ss">
                        <c:v>0.55607638888888888</c:v>
                      </c:pt>
                      <c:pt idx="732" formatCode="h:mm:ss">
                        <c:v>0.55625000000000002</c:v>
                      </c:pt>
                      <c:pt idx="733" formatCode="h:mm:ss">
                        <c:v>0.55642361111111116</c:v>
                      </c:pt>
                      <c:pt idx="734" formatCode="h:mm:ss">
                        <c:v>0.55659722222222219</c:v>
                      </c:pt>
                      <c:pt idx="735" formatCode="h:mm:ss">
                        <c:v>0.55677083333333333</c:v>
                      </c:pt>
                      <c:pt idx="736" formatCode="h:mm:ss">
                        <c:v>0.55694444444444446</c:v>
                      </c:pt>
                      <c:pt idx="737" formatCode="h:mm:ss">
                        <c:v>0.5571180555555556</c:v>
                      </c:pt>
                      <c:pt idx="738" formatCode="h:mm:ss">
                        <c:v>0.55729166666666663</c:v>
                      </c:pt>
                      <c:pt idx="739" formatCode="h:mm:ss">
                        <c:v>0.55746527777777777</c:v>
                      </c:pt>
                      <c:pt idx="740" formatCode="h:mm:ss">
                        <c:v>0.55763888888888891</c:v>
                      </c:pt>
                      <c:pt idx="741" formatCode="h:mm:ss">
                        <c:v>0.55781250000000004</c:v>
                      </c:pt>
                      <c:pt idx="742" formatCode="h:mm:ss">
                        <c:v>0.55798611111111107</c:v>
                      </c:pt>
                      <c:pt idx="743" formatCode="h:mm:ss">
                        <c:v>0.55815972222222221</c:v>
                      </c:pt>
                      <c:pt idx="744" formatCode="h:mm:ss">
                        <c:v>0.55833333333333335</c:v>
                      </c:pt>
                      <c:pt idx="745" formatCode="h:mm:ss">
                        <c:v>0.55850694444444449</c:v>
                      </c:pt>
                      <c:pt idx="746" formatCode="h:mm:ss">
                        <c:v>0.55868055555555551</c:v>
                      </c:pt>
                      <c:pt idx="747" formatCode="h:mm:ss">
                        <c:v>0.55885416666666665</c:v>
                      </c:pt>
                      <c:pt idx="748" formatCode="h:mm:ss">
                        <c:v>0.55902777777777779</c:v>
                      </c:pt>
                      <c:pt idx="749" formatCode="h:mm:ss">
                        <c:v>0.55920138888888893</c:v>
                      </c:pt>
                      <c:pt idx="750" formatCode="h:mm:ss">
                        <c:v>0.55937499999999996</c:v>
                      </c:pt>
                      <c:pt idx="751" formatCode="h:mm:ss">
                        <c:v>0.55954861111111109</c:v>
                      </c:pt>
                      <c:pt idx="752" formatCode="h:mm:ss">
                        <c:v>0.55972222222222223</c:v>
                      </c:pt>
                      <c:pt idx="753" formatCode="h:mm:ss">
                        <c:v>0.55989583333333337</c:v>
                      </c:pt>
                      <c:pt idx="754" formatCode="h:mm:ss">
                        <c:v>0.5600694444444444</c:v>
                      </c:pt>
                      <c:pt idx="755" formatCode="h:mm:ss">
                        <c:v>0.56024305555555554</c:v>
                      </c:pt>
                      <c:pt idx="756" formatCode="h:mm:ss">
                        <c:v>0.56041666666666667</c:v>
                      </c:pt>
                      <c:pt idx="757" formatCode="h:mm:ss">
                        <c:v>0.56059027777777781</c:v>
                      </c:pt>
                      <c:pt idx="758" formatCode="h:mm:ss">
                        <c:v>0.56076388888888884</c:v>
                      </c:pt>
                      <c:pt idx="759" formatCode="h:mm:ss">
                        <c:v>0.56093749999999998</c:v>
                      </c:pt>
                      <c:pt idx="760" formatCode="h:mm:ss">
                        <c:v>0.56111111111111112</c:v>
                      </c:pt>
                      <c:pt idx="761" formatCode="h:mm:ss">
                        <c:v>0.56128472222222225</c:v>
                      </c:pt>
                      <c:pt idx="762" formatCode="h:mm:ss">
                        <c:v>0.56145833333333328</c:v>
                      </c:pt>
                      <c:pt idx="763" formatCode="h:mm:ss">
                        <c:v>0.56163194444444442</c:v>
                      </c:pt>
                      <c:pt idx="764" formatCode="h:mm:ss">
                        <c:v>0.56180555555555556</c:v>
                      </c:pt>
                      <c:pt idx="765" formatCode="h:mm:ss">
                        <c:v>0.5619791666666667</c:v>
                      </c:pt>
                      <c:pt idx="766" formatCode="h:mm:ss">
                        <c:v>0.56215277777777772</c:v>
                      </c:pt>
                      <c:pt idx="767" formatCode="h:mm:ss">
                        <c:v>0.56232638888888886</c:v>
                      </c:pt>
                      <c:pt idx="768" formatCode="h:mm:ss">
                        <c:v>0.5625</c:v>
                      </c:pt>
                      <c:pt idx="769" formatCode="h:mm:ss">
                        <c:v>0.56267361111111114</c:v>
                      </c:pt>
                      <c:pt idx="770" formatCode="h:mm:ss">
                        <c:v>0.56284722222222228</c:v>
                      </c:pt>
                      <c:pt idx="771" formatCode="h:mm:ss">
                        <c:v>0.5630208333333333</c:v>
                      </c:pt>
                      <c:pt idx="772" formatCode="h:mm:ss">
                        <c:v>0.56319444444444444</c:v>
                      </c:pt>
                      <c:pt idx="773" formatCode="h:mm:ss">
                        <c:v>0.56336805555555558</c:v>
                      </c:pt>
                      <c:pt idx="774" formatCode="h:mm:ss">
                        <c:v>0.56354166666666672</c:v>
                      </c:pt>
                      <c:pt idx="775" formatCode="h:mm:ss">
                        <c:v>0.56371527777777775</c:v>
                      </c:pt>
                      <c:pt idx="776" formatCode="h:mm:ss">
                        <c:v>0.56388888888888888</c:v>
                      </c:pt>
                      <c:pt idx="777" formatCode="h:mm:ss">
                        <c:v>0.56406250000000002</c:v>
                      </c:pt>
                      <c:pt idx="778" formatCode="h:mm:ss">
                        <c:v>0.56423611111111116</c:v>
                      </c:pt>
                      <c:pt idx="779" formatCode="h:mm:ss">
                        <c:v>0.56440972222222219</c:v>
                      </c:pt>
                      <c:pt idx="780" formatCode="h:mm:ss">
                        <c:v>0.56458333333333333</c:v>
                      </c:pt>
                      <c:pt idx="781" formatCode="h:mm:ss">
                        <c:v>0.56475694444444446</c:v>
                      </c:pt>
                      <c:pt idx="782" formatCode="h:mm:ss">
                        <c:v>0.5649305555555556</c:v>
                      </c:pt>
                      <c:pt idx="783" formatCode="h:mm:ss">
                        <c:v>0.56510416666666663</c:v>
                      </c:pt>
                      <c:pt idx="784" formatCode="h:mm:ss">
                        <c:v>0.56527777777777777</c:v>
                      </c:pt>
                      <c:pt idx="785" formatCode="h:mm:ss">
                        <c:v>0.56545138888888891</c:v>
                      </c:pt>
                      <c:pt idx="786" formatCode="h:mm:ss">
                        <c:v>0.56562500000000004</c:v>
                      </c:pt>
                      <c:pt idx="787" formatCode="h:mm:ss">
                        <c:v>0.56579861111111107</c:v>
                      </c:pt>
                      <c:pt idx="788" formatCode="h:mm:ss">
                        <c:v>0.56597222222222221</c:v>
                      </c:pt>
                      <c:pt idx="789" formatCode="h:mm:ss">
                        <c:v>0.56614583333333335</c:v>
                      </c:pt>
                      <c:pt idx="790" formatCode="h:mm:ss">
                        <c:v>0.56631944444444449</c:v>
                      </c:pt>
                      <c:pt idx="791" formatCode="h:mm:ss">
                        <c:v>0.56649305555555551</c:v>
                      </c:pt>
                      <c:pt idx="792" formatCode="h:mm:ss">
                        <c:v>0.56666666666666665</c:v>
                      </c:pt>
                      <c:pt idx="793" formatCode="h:mm:ss">
                        <c:v>0.56684027777777779</c:v>
                      </c:pt>
                      <c:pt idx="794" formatCode="h:mm:ss">
                        <c:v>0.56701388888888893</c:v>
                      </c:pt>
                      <c:pt idx="795" formatCode="h:mm:ss">
                        <c:v>0.56718749999999996</c:v>
                      </c:pt>
                      <c:pt idx="796" formatCode="h:mm:ss">
                        <c:v>0.56736111111111109</c:v>
                      </c:pt>
                      <c:pt idx="797" formatCode="h:mm:ss">
                        <c:v>0.56753472222222223</c:v>
                      </c:pt>
                      <c:pt idx="798" formatCode="h:mm:ss">
                        <c:v>0.56770833333333337</c:v>
                      </c:pt>
                      <c:pt idx="799" formatCode="h:mm:ss">
                        <c:v>0.5678819444444444</c:v>
                      </c:pt>
                      <c:pt idx="800" formatCode="h:mm:ss">
                        <c:v>0.56805555555555554</c:v>
                      </c:pt>
                      <c:pt idx="801" formatCode="h:mm:ss">
                        <c:v>0.56822916666666667</c:v>
                      </c:pt>
                      <c:pt idx="802" formatCode="h:mm:ss">
                        <c:v>0.56840277777777781</c:v>
                      </c:pt>
                      <c:pt idx="803" formatCode="h:mm:ss">
                        <c:v>0.56857638888888884</c:v>
                      </c:pt>
                      <c:pt idx="804" formatCode="h:mm:ss">
                        <c:v>0.56874999999999998</c:v>
                      </c:pt>
                      <c:pt idx="805" formatCode="h:mm:ss">
                        <c:v>0.56892361111111112</c:v>
                      </c:pt>
                      <c:pt idx="806" formatCode="h:mm:ss">
                        <c:v>0.56909722222222225</c:v>
                      </c:pt>
                      <c:pt idx="807" formatCode="h:mm:ss">
                        <c:v>0.56927083333333328</c:v>
                      </c:pt>
                      <c:pt idx="808" formatCode="h:mm:ss">
                        <c:v>0.56944444444444442</c:v>
                      </c:pt>
                      <c:pt idx="809" formatCode="h:mm:ss">
                        <c:v>0.56961805555555556</c:v>
                      </c:pt>
                      <c:pt idx="810" formatCode="h:mm:ss">
                        <c:v>0.5697916666666667</c:v>
                      </c:pt>
                      <c:pt idx="811" formatCode="h:mm:ss">
                        <c:v>0.56996527777777772</c:v>
                      </c:pt>
                      <c:pt idx="812" formatCode="h:mm:ss">
                        <c:v>0.57013888888888886</c:v>
                      </c:pt>
                      <c:pt idx="813" formatCode="h:mm:ss">
                        <c:v>0.5703125</c:v>
                      </c:pt>
                      <c:pt idx="814" formatCode="h:mm:ss">
                        <c:v>0.57048611111111114</c:v>
                      </c:pt>
                      <c:pt idx="815" formatCode="h:mm:ss">
                        <c:v>0.57065972222222228</c:v>
                      </c:pt>
                      <c:pt idx="816" formatCode="h:mm:ss">
                        <c:v>0.5708333333333333</c:v>
                      </c:pt>
                      <c:pt idx="817" formatCode="h:mm:ss">
                        <c:v>0.57100694444444444</c:v>
                      </c:pt>
                      <c:pt idx="818" formatCode="h:mm:ss">
                        <c:v>0.57118055555555558</c:v>
                      </c:pt>
                      <c:pt idx="819" formatCode="h:mm:ss">
                        <c:v>0.57135416666666672</c:v>
                      </c:pt>
                      <c:pt idx="820" formatCode="h:mm:ss">
                        <c:v>0.57152777777777775</c:v>
                      </c:pt>
                      <c:pt idx="821" formatCode="h:mm:ss">
                        <c:v>0.57170138888888888</c:v>
                      </c:pt>
                      <c:pt idx="822" formatCode="h:mm:ss">
                        <c:v>0.57187500000000002</c:v>
                      </c:pt>
                      <c:pt idx="823" formatCode="h:mm:ss">
                        <c:v>0.57204861111111116</c:v>
                      </c:pt>
                      <c:pt idx="824" formatCode="h:mm:ss">
                        <c:v>0.57222222222222219</c:v>
                      </c:pt>
                      <c:pt idx="825" formatCode="h:mm:ss">
                        <c:v>0.57239583333333333</c:v>
                      </c:pt>
                      <c:pt idx="826" formatCode="h:mm:ss">
                        <c:v>0.57256944444444446</c:v>
                      </c:pt>
                      <c:pt idx="827" formatCode="h:mm:ss">
                        <c:v>0.5727430555555556</c:v>
                      </c:pt>
                      <c:pt idx="828" formatCode="h:mm:ss">
                        <c:v>0.57291666666666663</c:v>
                      </c:pt>
                      <c:pt idx="829" formatCode="h:mm:ss">
                        <c:v>0.57309027777777777</c:v>
                      </c:pt>
                      <c:pt idx="830" formatCode="h:mm:ss">
                        <c:v>0.57326388888888891</c:v>
                      </c:pt>
                      <c:pt idx="831" formatCode="h:mm:ss">
                        <c:v>0.57343750000000004</c:v>
                      </c:pt>
                      <c:pt idx="832" formatCode="h:mm:ss">
                        <c:v>0.57361111111111107</c:v>
                      </c:pt>
                      <c:pt idx="833" formatCode="h:mm:ss">
                        <c:v>0.57378472222222221</c:v>
                      </c:pt>
                      <c:pt idx="834" formatCode="h:mm:ss">
                        <c:v>0.57395833333333335</c:v>
                      </c:pt>
                      <c:pt idx="835" formatCode="h:mm:ss">
                        <c:v>0.57413194444444449</c:v>
                      </c:pt>
                      <c:pt idx="836" formatCode="h:mm:ss">
                        <c:v>0.57430555555555551</c:v>
                      </c:pt>
                      <c:pt idx="837" formatCode="h:mm:ss">
                        <c:v>0.57447916666666665</c:v>
                      </c:pt>
                      <c:pt idx="838" formatCode="h:mm:ss">
                        <c:v>0.57465277777777779</c:v>
                      </c:pt>
                      <c:pt idx="839" formatCode="h:mm:ss">
                        <c:v>0.57482638888888893</c:v>
                      </c:pt>
                      <c:pt idx="840" formatCode="h:mm:ss">
                        <c:v>0.57499999999999996</c:v>
                      </c:pt>
                      <c:pt idx="841" formatCode="h:mm:ss">
                        <c:v>0.57517361111111109</c:v>
                      </c:pt>
                      <c:pt idx="842" formatCode="h:mm:ss">
                        <c:v>0.57534722222222223</c:v>
                      </c:pt>
                      <c:pt idx="843" formatCode="h:mm:ss">
                        <c:v>0.57552083333333337</c:v>
                      </c:pt>
                      <c:pt idx="844" formatCode="h:mm:ss">
                        <c:v>0.5756944444444444</c:v>
                      </c:pt>
                      <c:pt idx="845" formatCode="h:mm:ss">
                        <c:v>0.57586805555555554</c:v>
                      </c:pt>
                      <c:pt idx="846" formatCode="h:mm:ss">
                        <c:v>0.57604166666666667</c:v>
                      </c:pt>
                      <c:pt idx="847" formatCode="h:mm:ss">
                        <c:v>0.57621527777777781</c:v>
                      </c:pt>
                      <c:pt idx="848" formatCode="h:mm:ss">
                        <c:v>0.57638888888888884</c:v>
                      </c:pt>
                      <c:pt idx="849" formatCode="h:mm:ss">
                        <c:v>0.57656249999999998</c:v>
                      </c:pt>
                      <c:pt idx="850" formatCode="h:mm:ss">
                        <c:v>0.57673611111111112</c:v>
                      </c:pt>
                      <c:pt idx="851" formatCode="h:mm:ss">
                        <c:v>0.57690972222222225</c:v>
                      </c:pt>
                      <c:pt idx="852" formatCode="h:mm:ss">
                        <c:v>0.57708333333333328</c:v>
                      </c:pt>
                      <c:pt idx="853" formatCode="h:mm:ss">
                        <c:v>0.57725694444444442</c:v>
                      </c:pt>
                      <c:pt idx="854" formatCode="h:mm:ss">
                        <c:v>0.57743055555555556</c:v>
                      </c:pt>
                      <c:pt idx="855" formatCode="h:mm:ss">
                        <c:v>0.5776041666666667</c:v>
                      </c:pt>
                      <c:pt idx="856" formatCode="h:mm:ss">
                        <c:v>0.57777777777777772</c:v>
                      </c:pt>
                      <c:pt idx="857" formatCode="h:mm:ss">
                        <c:v>0.57795138888888886</c:v>
                      </c:pt>
                      <c:pt idx="858" formatCode="h:mm:ss">
                        <c:v>0.578125</c:v>
                      </c:pt>
                      <c:pt idx="859" formatCode="h:mm:ss">
                        <c:v>0.57829861111111114</c:v>
                      </c:pt>
                      <c:pt idx="860" formatCode="h:mm:ss">
                        <c:v>0.57847222222222228</c:v>
                      </c:pt>
                      <c:pt idx="861" formatCode="h:mm:ss">
                        <c:v>0.5786458333333333</c:v>
                      </c:pt>
                      <c:pt idx="862" formatCode="h:mm:ss">
                        <c:v>0.57881944444444444</c:v>
                      </c:pt>
                      <c:pt idx="863" formatCode="h:mm:ss">
                        <c:v>0.57899305555555558</c:v>
                      </c:pt>
                      <c:pt idx="864" formatCode="h:mm:ss">
                        <c:v>0.57916666666666672</c:v>
                      </c:pt>
                      <c:pt idx="865" formatCode="h:mm:ss">
                        <c:v>0.57934027777777775</c:v>
                      </c:pt>
                      <c:pt idx="866" formatCode="h:mm:ss">
                        <c:v>0.57951388888888888</c:v>
                      </c:pt>
                      <c:pt idx="867" formatCode="h:mm:ss">
                        <c:v>0.57968750000000002</c:v>
                      </c:pt>
                      <c:pt idx="868" formatCode="h:mm:ss">
                        <c:v>0.57986111111111116</c:v>
                      </c:pt>
                      <c:pt idx="869" formatCode="h:mm:ss">
                        <c:v>0.58003472222222219</c:v>
                      </c:pt>
                      <c:pt idx="870" formatCode="h:mm:ss">
                        <c:v>0.58020833333333333</c:v>
                      </c:pt>
                      <c:pt idx="871" formatCode="h:mm:ss">
                        <c:v>0.58038194444444446</c:v>
                      </c:pt>
                      <c:pt idx="872" formatCode="h:mm:ss">
                        <c:v>0.5805555555555556</c:v>
                      </c:pt>
                      <c:pt idx="873" formatCode="h:mm:ss">
                        <c:v>0.58072916666666663</c:v>
                      </c:pt>
                      <c:pt idx="874" formatCode="h:mm:ss">
                        <c:v>0.58090277777777777</c:v>
                      </c:pt>
                      <c:pt idx="875" formatCode="h:mm:ss">
                        <c:v>0.58107638888888891</c:v>
                      </c:pt>
                      <c:pt idx="876" formatCode="h:mm:ss">
                        <c:v>0.58125000000000004</c:v>
                      </c:pt>
                      <c:pt idx="877" formatCode="h:mm:ss">
                        <c:v>0.58142361111111107</c:v>
                      </c:pt>
                      <c:pt idx="878" formatCode="h:mm:ss">
                        <c:v>0.58159722222222221</c:v>
                      </c:pt>
                      <c:pt idx="879" formatCode="h:mm:ss">
                        <c:v>0.58177083333333335</c:v>
                      </c:pt>
                      <c:pt idx="880" formatCode="h:mm:ss">
                        <c:v>0.58194444444444449</c:v>
                      </c:pt>
                      <c:pt idx="881" formatCode="h:mm:ss">
                        <c:v>0.58211805555555551</c:v>
                      </c:pt>
                      <c:pt idx="882" formatCode="h:mm:ss">
                        <c:v>0.58229166666666665</c:v>
                      </c:pt>
                      <c:pt idx="883" formatCode="h:mm:ss">
                        <c:v>0.58246527777777779</c:v>
                      </c:pt>
                      <c:pt idx="884" formatCode="h:mm:ss">
                        <c:v>0.58263888888888893</c:v>
                      </c:pt>
                      <c:pt idx="885" formatCode="h:mm:ss">
                        <c:v>0.58281249999999996</c:v>
                      </c:pt>
                      <c:pt idx="886" formatCode="h:mm:ss">
                        <c:v>0.58298611111111109</c:v>
                      </c:pt>
                      <c:pt idx="887" formatCode="h:mm:ss">
                        <c:v>0.58315972222222223</c:v>
                      </c:pt>
                      <c:pt idx="888" formatCode="h:mm:ss">
                        <c:v>0.58333333333333337</c:v>
                      </c:pt>
                      <c:pt idx="889" formatCode="h:mm:ss">
                        <c:v>0.5835069444444444</c:v>
                      </c:pt>
                      <c:pt idx="890" formatCode="h:mm:ss">
                        <c:v>0.58368055555555554</c:v>
                      </c:pt>
                      <c:pt idx="891" formatCode="h:mm:ss">
                        <c:v>0.58385416666666667</c:v>
                      </c:pt>
                      <c:pt idx="892" formatCode="h:mm:ss">
                        <c:v>0.58402777777777781</c:v>
                      </c:pt>
                      <c:pt idx="893" formatCode="h:mm:ss">
                        <c:v>0.58420138888888884</c:v>
                      </c:pt>
                      <c:pt idx="894" formatCode="h:mm:ss">
                        <c:v>0.58437499999999998</c:v>
                      </c:pt>
                      <c:pt idx="895" formatCode="h:mm:ss">
                        <c:v>0.58454861111111112</c:v>
                      </c:pt>
                      <c:pt idx="896" formatCode="h:mm:ss">
                        <c:v>0.58472222222222225</c:v>
                      </c:pt>
                      <c:pt idx="897" formatCode="h:mm:ss">
                        <c:v>0.58489583333333328</c:v>
                      </c:pt>
                      <c:pt idx="898" formatCode="h:mm:ss">
                        <c:v>0.58506944444444442</c:v>
                      </c:pt>
                      <c:pt idx="899" formatCode="h:mm:ss">
                        <c:v>0.58524305555555556</c:v>
                      </c:pt>
                      <c:pt idx="900" formatCode="h:mm:ss">
                        <c:v>0.5854166666666667</c:v>
                      </c:pt>
                      <c:pt idx="901" formatCode="h:mm:ss">
                        <c:v>0.58559027777777772</c:v>
                      </c:pt>
                      <c:pt idx="902" formatCode="h:mm:ss">
                        <c:v>0.58576388888888886</c:v>
                      </c:pt>
                      <c:pt idx="903" formatCode="h:mm:ss">
                        <c:v>0.5859375</c:v>
                      </c:pt>
                      <c:pt idx="904" formatCode="h:mm:ss">
                        <c:v>0.58611111111111114</c:v>
                      </c:pt>
                      <c:pt idx="905" formatCode="h:mm:ss">
                        <c:v>0.58628472222222228</c:v>
                      </c:pt>
                      <c:pt idx="906" formatCode="h:mm:ss">
                        <c:v>0.5864583333333333</c:v>
                      </c:pt>
                      <c:pt idx="907" formatCode="h:mm:ss">
                        <c:v>0.58663194444444444</c:v>
                      </c:pt>
                      <c:pt idx="908" formatCode="h:mm:ss">
                        <c:v>0.58680555555555558</c:v>
                      </c:pt>
                      <c:pt idx="909" formatCode="h:mm:ss">
                        <c:v>0.58697916666666672</c:v>
                      </c:pt>
                      <c:pt idx="910" formatCode="h:mm:ss">
                        <c:v>0.58715277777777775</c:v>
                      </c:pt>
                      <c:pt idx="911" formatCode="h:mm:ss">
                        <c:v>0.58732638888888888</c:v>
                      </c:pt>
                      <c:pt idx="912" formatCode="h:mm:ss">
                        <c:v>0.58750000000000002</c:v>
                      </c:pt>
                      <c:pt idx="913" formatCode="h:mm:ss">
                        <c:v>0.58767361111111116</c:v>
                      </c:pt>
                      <c:pt idx="914" formatCode="h:mm:ss">
                        <c:v>0.58784722222222219</c:v>
                      </c:pt>
                      <c:pt idx="915" formatCode="h:mm:ss">
                        <c:v>0.58802083333333333</c:v>
                      </c:pt>
                      <c:pt idx="916" formatCode="h:mm:ss">
                        <c:v>0.58819444444444446</c:v>
                      </c:pt>
                      <c:pt idx="917" formatCode="h:mm:ss">
                        <c:v>0.5883680555555556</c:v>
                      </c:pt>
                      <c:pt idx="918" formatCode="h:mm:ss">
                        <c:v>0.58854166666666663</c:v>
                      </c:pt>
                      <c:pt idx="919" formatCode="h:mm:ss">
                        <c:v>0.58871527777777777</c:v>
                      </c:pt>
                      <c:pt idx="920" formatCode="h:mm:ss">
                        <c:v>0.58888888888888891</c:v>
                      </c:pt>
                      <c:pt idx="921" formatCode="h:mm:ss">
                        <c:v>0.58906250000000004</c:v>
                      </c:pt>
                      <c:pt idx="922" formatCode="h:mm:ss">
                        <c:v>0.58923611111111107</c:v>
                      </c:pt>
                      <c:pt idx="923" formatCode="h:mm:ss">
                        <c:v>0.58940972222222221</c:v>
                      </c:pt>
                      <c:pt idx="924" formatCode="h:mm:ss">
                        <c:v>0.58958333333333335</c:v>
                      </c:pt>
                      <c:pt idx="925" formatCode="h:mm:ss">
                        <c:v>0.58975694444444449</c:v>
                      </c:pt>
                      <c:pt idx="926" formatCode="h:mm:ss">
                        <c:v>0.58993055555555551</c:v>
                      </c:pt>
                      <c:pt idx="927" formatCode="h:mm:ss">
                        <c:v>0.59010416666666665</c:v>
                      </c:pt>
                      <c:pt idx="928" formatCode="h:mm:ss">
                        <c:v>0.59027777777777779</c:v>
                      </c:pt>
                      <c:pt idx="929" formatCode="h:mm:ss">
                        <c:v>0.59045138888888893</c:v>
                      </c:pt>
                      <c:pt idx="930" formatCode="h:mm:ss">
                        <c:v>0.59062499999999996</c:v>
                      </c:pt>
                      <c:pt idx="931" formatCode="h:mm:ss">
                        <c:v>0.59079861111111109</c:v>
                      </c:pt>
                      <c:pt idx="932" formatCode="h:mm:ss">
                        <c:v>0.59097222222222223</c:v>
                      </c:pt>
                      <c:pt idx="933" formatCode="h:mm:ss">
                        <c:v>0.59114583333333337</c:v>
                      </c:pt>
                      <c:pt idx="934" formatCode="h:mm:ss">
                        <c:v>0.5913194444444444</c:v>
                      </c:pt>
                      <c:pt idx="935" formatCode="h:mm:ss">
                        <c:v>0.59149305555555554</c:v>
                      </c:pt>
                      <c:pt idx="936" formatCode="h:mm:ss">
                        <c:v>0.59166666666666667</c:v>
                      </c:pt>
                      <c:pt idx="937" formatCode="h:mm:ss">
                        <c:v>0.59184027777777781</c:v>
                      </c:pt>
                      <c:pt idx="938" formatCode="h:mm:ss">
                        <c:v>0.59201388888888884</c:v>
                      </c:pt>
                      <c:pt idx="939" formatCode="h:mm:ss">
                        <c:v>0.59218749999999998</c:v>
                      </c:pt>
                      <c:pt idx="940" formatCode="h:mm:ss">
                        <c:v>0.59236111111111112</c:v>
                      </c:pt>
                      <c:pt idx="941" formatCode="h:mm:ss">
                        <c:v>0.59253472222222225</c:v>
                      </c:pt>
                      <c:pt idx="942" formatCode="h:mm:ss">
                        <c:v>0.59270833333333328</c:v>
                      </c:pt>
                      <c:pt idx="943" formatCode="h:mm:ss">
                        <c:v>0.59288194444444442</c:v>
                      </c:pt>
                      <c:pt idx="944" formatCode="h:mm:ss">
                        <c:v>0.59305555555555556</c:v>
                      </c:pt>
                      <c:pt idx="945" formatCode="h:mm:ss">
                        <c:v>0.5932291666666667</c:v>
                      </c:pt>
                      <c:pt idx="946" formatCode="h:mm:ss">
                        <c:v>0.59340277777777772</c:v>
                      </c:pt>
                      <c:pt idx="947" formatCode="h:mm:ss">
                        <c:v>0.59357638888888886</c:v>
                      </c:pt>
                      <c:pt idx="948" formatCode="h:mm:ss">
                        <c:v>0.59375</c:v>
                      </c:pt>
                      <c:pt idx="949" formatCode="h:mm:ss">
                        <c:v>0.59392361111111114</c:v>
                      </c:pt>
                      <c:pt idx="950" formatCode="h:mm:ss">
                        <c:v>0.59409722222222228</c:v>
                      </c:pt>
                      <c:pt idx="951" formatCode="h:mm:ss">
                        <c:v>0.5942708333333333</c:v>
                      </c:pt>
                      <c:pt idx="952" formatCode="h:mm:ss">
                        <c:v>0.59444444444444444</c:v>
                      </c:pt>
                      <c:pt idx="953" formatCode="h:mm:ss">
                        <c:v>0.59461805555555558</c:v>
                      </c:pt>
                      <c:pt idx="954" formatCode="h:mm:ss">
                        <c:v>0.59479166666666672</c:v>
                      </c:pt>
                      <c:pt idx="955" formatCode="h:mm:ss">
                        <c:v>0.59496527777777775</c:v>
                      </c:pt>
                      <c:pt idx="956" formatCode="h:mm:ss">
                        <c:v>0.59513888888888888</c:v>
                      </c:pt>
                      <c:pt idx="957" formatCode="h:mm:ss">
                        <c:v>0.59531250000000002</c:v>
                      </c:pt>
                      <c:pt idx="958" formatCode="h:mm:ss">
                        <c:v>0.59548611111111116</c:v>
                      </c:pt>
                      <c:pt idx="959" formatCode="h:mm:ss">
                        <c:v>0.59565972222222219</c:v>
                      </c:pt>
                      <c:pt idx="960" formatCode="h:mm:ss">
                        <c:v>0.59583333333333333</c:v>
                      </c:pt>
                      <c:pt idx="961" formatCode="h:mm:ss">
                        <c:v>0.59600694444444446</c:v>
                      </c:pt>
                      <c:pt idx="962" formatCode="h:mm:ss">
                        <c:v>0.5961805555555556</c:v>
                      </c:pt>
                      <c:pt idx="963" formatCode="h:mm:ss">
                        <c:v>0.59635416666666663</c:v>
                      </c:pt>
                      <c:pt idx="964" formatCode="h:mm:ss">
                        <c:v>0.59652777777777777</c:v>
                      </c:pt>
                      <c:pt idx="965" formatCode="h:mm:ss">
                        <c:v>0.59670138888888891</c:v>
                      </c:pt>
                      <c:pt idx="966" formatCode="h:mm:ss">
                        <c:v>0.59687500000000004</c:v>
                      </c:pt>
                      <c:pt idx="967" formatCode="h:mm:ss">
                        <c:v>0.59704861111111107</c:v>
                      </c:pt>
                      <c:pt idx="968" formatCode="h:mm:ss">
                        <c:v>0.59722222222222221</c:v>
                      </c:pt>
                      <c:pt idx="969" formatCode="h:mm:ss">
                        <c:v>0.59739583333333335</c:v>
                      </c:pt>
                      <c:pt idx="970" formatCode="h:mm:ss">
                        <c:v>0.59756944444444449</c:v>
                      </c:pt>
                      <c:pt idx="971" formatCode="h:mm:ss">
                        <c:v>0.59774305555555551</c:v>
                      </c:pt>
                      <c:pt idx="972" formatCode="h:mm:ss">
                        <c:v>0.59791666666666665</c:v>
                      </c:pt>
                      <c:pt idx="973" formatCode="h:mm:ss">
                        <c:v>0.59809027777777779</c:v>
                      </c:pt>
                      <c:pt idx="974" formatCode="h:mm:ss">
                        <c:v>0.59826388888888893</c:v>
                      </c:pt>
                      <c:pt idx="975" formatCode="h:mm:ss">
                        <c:v>0.59843749999999996</c:v>
                      </c:pt>
                      <c:pt idx="976" formatCode="h:mm:ss">
                        <c:v>0.59861111111111109</c:v>
                      </c:pt>
                      <c:pt idx="977" formatCode="h:mm:ss">
                        <c:v>0.59878472222222223</c:v>
                      </c:pt>
                      <c:pt idx="978" formatCode="h:mm:ss">
                        <c:v>0.59895833333333337</c:v>
                      </c:pt>
                      <c:pt idx="979" formatCode="h:mm:ss">
                        <c:v>0.5991319444444444</c:v>
                      </c:pt>
                      <c:pt idx="980" formatCode="h:mm:ss">
                        <c:v>0.59930555555555554</c:v>
                      </c:pt>
                      <c:pt idx="981" formatCode="h:mm:ss">
                        <c:v>0.59947916666666667</c:v>
                      </c:pt>
                      <c:pt idx="982" formatCode="h:mm:ss">
                        <c:v>0.59965277777777781</c:v>
                      </c:pt>
                      <c:pt idx="983" formatCode="h:mm:ss">
                        <c:v>0.59982638888888884</c:v>
                      </c:pt>
                      <c:pt idx="984" formatCode="h:mm:ss">
                        <c:v>0.6</c:v>
                      </c:pt>
                      <c:pt idx="985" formatCode="h:mm:ss">
                        <c:v>0.60017361111111112</c:v>
                      </c:pt>
                      <c:pt idx="986" formatCode="h:mm:ss">
                        <c:v>0.60034722222222225</c:v>
                      </c:pt>
                      <c:pt idx="987" formatCode="h:mm:ss">
                        <c:v>0.60052083333333328</c:v>
                      </c:pt>
                      <c:pt idx="988" formatCode="h:mm:ss">
                        <c:v>0.60069444444444442</c:v>
                      </c:pt>
                      <c:pt idx="989" formatCode="h:mm:ss">
                        <c:v>0.60086805555555556</c:v>
                      </c:pt>
                      <c:pt idx="990" formatCode="h:mm:ss">
                        <c:v>0.6010416666666667</c:v>
                      </c:pt>
                      <c:pt idx="991" formatCode="h:mm:ss">
                        <c:v>0.60121527777777772</c:v>
                      </c:pt>
                      <c:pt idx="992" formatCode="h:mm:ss">
                        <c:v>0.60138888888888886</c:v>
                      </c:pt>
                      <c:pt idx="993" formatCode="h:mm:ss">
                        <c:v>0.6015625</c:v>
                      </c:pt>
                      <c:pt idx="994" formatCode="h:mm:ss">
                        <c:v>0.60173611111111114</c:v>
                      </c:pt>
                      <c:pt idx="995" formatCode="h:mm:ss">
                        <c:v>0.60190972222222228</c:v>
                      </c:pt>
                      <c:pt idx="996" formatCode="h:mm:ss">
                        <c:v>0.6020833333333333</c:v>
                      </c:pt>
                      <c:pt idx="997" formatCode="h:mm:ss">
                        <c:v>0.60225694444444444</c:v>
                      </c:pt>
                      <c:pt idx="998" formatCode="h:mm:ss">
                        <c:v>0.60243055555555558</c:v>
                      </c:pt>
                      <c:pt idx="999" formatCode="h:mm:ss">
                        <c:v>0.60260416666666672</c:v>
                      </c:pt>
                      <c:pt idx="1000" formatCode="h:mm:ss">
                        <c:v>0.60277777777777775</c:v>
                      </c:pt>
                      <c:pt idx="1001" formatCode="h:mm:ss">
                        <c:v>0.60295138888888888</c:v>
                      </c:pt>
                      <c:pt idx="1002" formatCode="h:mm:ss">
                        <c:v>0.60312500000000002</c:v>
                      </c:pt>
                      <c:pt idx="1003" formatCode="h:mm:ss">
                        <c:v>0.60329861111111116</c:v>
                      </c:pt>
                      <c:pt idx="1004" formatCode="h:mm:ss">
                        <c:v>0.60347222222222219</c:v>
                      </c:pt>
                      <c:pt idx="1005" formatCode="h:mm:ss">
                        <c:v>0.60364583333333333</c:v>
                      </c:pt>
                      <c:pt idx="1006" formatCode="h:mm:ss">
                        <c:v>0.60381944444444446</c:v>
                      </c:pt>
                      <c:pt idx="1007" formatCode="h:mm:ss">
                        <c:v>0.6039930555555556</c:v>
                      </c:pt>
                      <c:pt idx="1008" formatCode="h:mm:ss">
                        <c:v>0.60416666666666663</c:v>
                      </c:pt>
                      <c:pt idx="1009" formatCode="h:mm:ss">
                        <c:v>0.60434027777777777</c:v>
                      </c:pt>
                      <c:pt idx="1010" formatCode="h:mm:ss">
                        <c:v>0.60451388888888891</c:v>
                      </c:pt>
                      <c:pt idx="1011" formatCode="h:mm:ss">
                        <c:v>0.60468750000000004</c:v>
                      </c:pt>
                      <c:pt idx="1012" formatCode="h:mm:ss">
                        <c:v>0.60486111111111107</c:v>
                      </c:pt>
                      <c:pt idx="1013" formatCode="h:mm:ss">
                        <c:v>0.60503472222222221</c:v>
                      </c:pt>
                      <c:pt idx="1014" formatCode="h:mm:ss">
                        <c:v>0.60520833333333335</c:v>
                      </c:pt>
                      <c:pt idx="1015" formatCode="h:mm:ss">
                        <c:v>0.60538194444444449</c:v>
                      </c:pt>
                      <c:pt idx="1016" formatCode="h:mm:ss">
                        <c:v>0.60555555555555551</c:v>
                      </c:pt>
                      <c:pt idx="1017" formatCode="h:mm:ss">
                        <c:v>0.60572916666666665</c:v>
                      </c:pt>
                      <c:pt idx="1018" formatCode="h:mm:ss">
                        <c:v>0.60590277777777779</c:v>
                      </c:pt>
                      <c:pt idx="1019" formatCode="h:mm:ss">
                        <c:v>0.60607638888888893</c:v>
                      </c:pt>
                      <c:pt idx="1020" formatCode="h:mm:ss">
                        <c:v>0.60624999999999996</c:v>
                      </c:pt>
                      <c:pt idx="1021" formatCode="h:mm:ss">
                        <c:v>0.60642361111111109</c:v>
                      </c:pt>
                      <c:pt idx="1022" formatCode="h:mm:ss">
                        <c:v>0.60659722222222223</c:v>
                      </c:pt>
                      <c:pt idx="1023" formatCode="h:mm:ss">
                        <c:v>0.60677083333333337</c:v>
                      </c:pt>
                      <c:pt idx="1024" formatCode="h:mm:ss">
                        <c:v>0.6069444444444444</c:v>
                      </c:pt>
                      <c:pt idx="1025" formatCode="h:mm:ss">
                        <c:v>0.60711805555555554</c:v>
                      </c:pt>
                      <c:pt idx="1026" formatCode="h:mm:ss">
                        <c:v>0.60729166666666667</c:v>
                      </c:pt>
                      <c:pt idx="1027" formatCode="h:mm:ss">
                        <c:v>0.60746527777777781</c:v>
                      </c:pt>
                      <c:pt idx="1028" formatCode="h:mm:ss">
                        <c:v>0.60763888888888884</c:v>
                      </c:pt>
                      <c:pt idx="1029" formatCode="h:mm:ss">
                        <c:v>0.60781249999999998</c:v>
                      </c:pt>
                      <c:pt idx="1030" formatCode="h:mm:ss">
                        <c:v>0.60798611111111112</c:v>
                      </c:pt>
                      <c:pt idx="1031" formatCode="h:mm:ss">
                        <c:v>0.60815972222222225</c:v>
                      </c:pt>
                      <c:pt idx="1032" formatCode="h:mm:ss">
                        <c:v>0.60833333333333328</c:v>
                      </c:pt>
                      <c:pt idx="1033" formatCode="h:mm:ss">
                        <c:v>0.60850694444444442</c:v>
                      </c:pt>
                      <c:pt idx="1034" formatCode="h:mm:ss">
                        <c:v>0.60868055555555556</c:v>
                      </c:pt>
                      <c:pt idx="1035" formatCode="h:mm:ss">
                        <c:v>0.6088541666666667</c:v>
                      </c:pt>
                      <c:pt idx="1036" formatCode="h:mm:ss">
                        <c:v>0.60902777777777772</c:v>
                      </c:pt>
                      <c:pt idx="1037" formatCode="h:mm:ss">
                        <c:v>0.60920138888888886</c:v>
                      </c:pt>
                      <c:pt idx="1038" formatCode="h:mm:ss">
                        <c:v>0.609375</c:v>
                      </c:pt>
                      <c:pt idx="1039" formatCode="h:mm:ss">
                        <c:v>0.60954861111111114</c:v>
                      </c:pt>
                      <c:pt idx="1040" formatCode="h:mm:ss">
                        <c:v>0.60972222222222228</c:v>
                      </c:pt>
                      <c:pt idx="1041" formatCode="h:mm:ss">
                        <c:v>0.6098958333333333</c:v>
                      </c:pt>
                      <c:pt idx="1042" formatCode="h:mm:ss">
                        <c:v>0.61006944444444444</c:v>
                      </c:pt>
                      <c:pt idx="1043" formatCode="h:mm:ss">
                        <c:v>0.61024305555555558</c:v>
                      </c:pt>
                      <c:pt idx="1044" formatCode="h:mm:ss">
                        <c:v>0.61041666666666672</c:v>
                      </c:pt>
                      <c:pt idx="1045" formatCode="h:mm:ss">
                        <c:v>0.61059027777777775</c:v>
                      </c:pt>
                      <c:pt idx="1046" formatCode="h:mm:ss">
                        <c:v>0.61076388888888888</c:v>
                      </c:pt>
                      <c:pt idx="1047" formatCode="h:mm:ss">
                        <c:v>0.61093750000000002</c:v>
                      </c:pt>
                      <c:pt idx="1048" formatCode="h:mm:ss">
                        <c:v>0.61111111111111116</c:v>
                      </c:pt>
                      <c:pt idx="1049" formatCode="h:mm:ss">
                        <c:v>0.61128472222222219</c:v>
                      </c:pt>
                      <c:pt idx="1050" formatCode="h:mm:ss">
                        <c:v>0.61145833333333333</c:v>
                      </c:pt>
                      <c:pt idx="1051" formatCode="h:mm:ss">
                        <c:v>0.61163194444444446</c:v>
                      </c:pt>
                      <c:pt idx="1052" formatCode="h:mm:ss">
                        <c:v>0.6118055555555556</c:v>
                      </c:pt>
                      <c:pt idx="1053" formatCode="h:mm:ss">
                        <c:v>0.61197916666666663</c:v>
                      </c:pt>
                      <c:pt idx="1054" formatCode="h:mm:ss">
                        <c:v>0.61215277777777777</c:v>
                      </c:pt>
                      <c:pt idx="1055" formatCode="h:mm:ss">
                        <c:v>0.61232638888888891</c:v>
                      </c:pt>
                      <c:pt idx="1056" formatCode="h:mm:ss">
                        <c:v>0.61250000000000004</c:v>
                      </c:pt>
                      <c:pt idx="1057" formatCode="h:mm:ss">
                        <c:v>0.61267361111111107</c:v>
                      </c:pt>
                      <c:pt idx="1058" formatCode="h:mm:ss">
                        <c:v>0.61284722222222221</c:v>
                      </c:pt>
                      <c:pt idx="1059" formatCode="h:mm:ss">
                        <c:v>0.61302083333333335</c:v>
                      </c:pt>
                      <c:pt idx="1060" formatCode="h:mm:ss">
                        <c:v>0.61319444444444449</c:v>
                      </c:pt>
                      <c:pt idx="1061" formatCode="h:mm:ss">
                        <c:v>0.61336805555555551</c:v>
                      </c:pt>
                      <c:pt idx="1062" formatCode="h:mm:ss">
                        <c:v>0.61354166666666665</c:v>
                      </c:pt>
                      <c:pt idx="1063" formatCode="h:mm:ss">
                        <c:v>0.61371527777777779</c:v>
                      </c:pt>
                      <c:pt idx="1064" formatCode="h:mm:ss">
                        <c:v>0.61388888888888893</c:v>
                      </c:pt>
                      <c:pt idx="1065" formatCode="h:mm:ss">
                        <c:v>0.61406249999999996</c:v>
                      </c:pt>
                      <c:pt idx="1066" formatCode="h:mm:ss">
                        <c:v>0.61423611111111109</c:v>
                      </c:pt>
                      <c:pt idx="1067" formatCode="h:mm:ss">
                        <c:v>0.61440972222222223</c:v>
                      </c:pt>
                      <c:pt idx="1068" formatCode="h:mm:ss">
                        <c:v>0.61458333333333337</c:v>
                      </c:pt>
                      <c:pt idx="1069" formatCode="h:mm:ss">
                        <c:v>0.6147569444444444</c:v>
                      </c:pt>
                      <c:pt idx="1070" formatCode="h:mm:ss">
                        <c:v>0.61493055555555554</c:v>
                      </c:pt>
                      <c:pt idx="1071" formatCode="h:mm:ss">
                        <c:v>0.61510416666666667</c:v>
                      </c:pt>
                      <c:pt idx="1072" formatCode="h:mm:ss">
                        <c:v>0.61527777777777781</c:v>
                      </c:pt>
                      <c:pt idx="1073" formatCode="h:mm:ss">
                        <c:v>0.61545138888888884</c:v>
                      </c:pt>
                      <c:pt idx="1074" formatCode="h:mm:ss">
                        <c:v>0.61562499999999998</c:v>
                      </c:pt>
                      <c:pt idx="1075" formatCode="h:mm:ss">
                        <c:v>0.61579861111111112</c:v>
                      </c:pt>
                      <c:pt idx="1076" formatCode="h:mm:ss">
                        <c:v>0.61597222222222225</c:v>
                      </c:pt>
                      <c:pt idx="1077" formatCode="h:mm:ss">
                        <c:v>0.61614583333333328</c:v>
                      </c:pt>
                      <c:pt idx="1078" formatCode="h:mm:ss">
                        <c:v>0.61631944444444442</c:v>
                      </c:pt>
                      <c:pt idx="1079" formatCode="h:mm:ss">
                        <c:v>0.61649305555555556</c:v>
                      </c:pt>
                      <c:pt idx="1080" formatCode="h:mm:ss">
                        <c:v>0.6166666666666667</c:v>
                      </c:pt>
                      <c:pt idx="1081" formatCode="h:mm:ss">
                        <c:v>0.61684027777777772</c:v>
                      </c:pt>
                      <c:pt idx="1082" formatCode="h:mm:ss">
                        <c:v>0.61701388888888886</c:v>
                      </c:pt>
                      <c:pt idx="1083" formatCode="h:mm:ss">
                        <c:v>0.6171875</c:v>
                      </c:pt>
                      <c:pt idx="1084" formatCode="h:mm:ss">
                        <c:v>0.61736111111111114</c:v>
                      </c:pt>
                      <c:pt idx="1085" formatCode="h:mm:ss">
                        <c:v>0.61753472222222228</c:v>
                      </c:pt>
                      <c:pt idx="1086" formatCode="h:mm:ss">
                        <c:v>0.6177083333333333</c:v>
                      </c:pt>
                      <c:pt idx="1087" formatCode="h:mm:ss">
                        <c:v>0.61788194444444444</c:v>
                      </c:pt>
                      <c:pt idx="1088" formatCode="h:mm:ss">
                        <c:v>0.61805555555555558</c:v>
                      </c:pt>
                      <c:pt idx="1089" formatCode="h:mm:ss">
                        <c:v>0.61822916666666672</c:v>
                      </c:pt>
                      <c:pt idx="1090" formatCode="h:mm:ss">
                        <c:v>0.61840277777777775</c:v>
                      </c:pt>
                      <c:pt idx="1091" formatCode="h:mm:ss">
                        <c:v>0.61857638888888888</c:v>
                      </c:pt>
                      <c:pt idx="1092" formatCode="h:mm:ss">
                        <c:v>0.61875000000000002</c:v>
                      </c:pt>
                      <c:pt idx="1093" formatCode="h:mm:ss">
                        <c:v>0.61892361111111116</c:v>
                      </c:pt>
                      <c:pt idx="1094" formatCode="h:mm:ss">
                        <c:v>0.61909722222222219</c:v>
                      </c:pt>
                      <c:pt idx="1095" formatCode="h:mm:ss">
                        <c:v>0.61927083333333333</c:v>
                      </c:pt>
                      <c:pt idx="1096" formatCode="h:mm:ss">
                        <c:v>0.61944444444444446</c:v>
                      </c:pt>
                      <c:pt idx="1097" formatCode="h:mm:ss">
                        <c:v>0.6196180555555556</c:v>
                      </c:pt>
                      <c:pt idx="1098" formatCode="h:mm:ss">
                        <c:v>0.61979166666666663</c:v>
                      </c:pt>
                      <c:pt idx="1099" formatCode="h:mm:ss">
                        <c:v>0.61996527777777777</c:v>
                      </c:pt>
                      <c:pt idx="1100" formatCode="h:mm:ss">
                        <c:v>0.62013888888888891</c:v>
                      </c:pt>
                      <c:pt idx="1101" formatCode="h:mm:ss">
                        <c:v>0.62031250000000004</c:v>
                      </c:pt>
                      <c:pt idx="1102" formatCode="h:mm:ss">
                        <c:v>0.62048611111111107</c:v>
                      </c:pt>
                      <c:pt idx="1103" formatCode="h:mm:ss">
                        <c:v>0.62065972222222221</c:v>
                      </c:pt>
                      <c:pt idx="1104" formatCode="h:mm:ss">
                        <c:v>0.62083333333333335</c:v>
                      </c:pt>
                      <c:pt idx="1105" formatCode="h:mm:ss">
                        <c:v>0.62100694444444449</c:v>
                      </c:pt>
                      <c:pt idx="1106" formatCode="h:mm:ss">
                        <c:v>0.62118055555555551</c:v>
                      </c:pt>
                      <c:pt idx="1107" formatCode="h:mm:ss">
                        <c:v>0.62135416666666665</c:v>
                      </c:pt>
                      <c:pt idx="1108" formatCode="h:mm:ss">
                        <c:v>0.62152777777777779</c:v>
                      </c:pt>
                      <c:pt idx="1109" formatCode="h:mm:ss">
                        <c:v>0.62170138888888893</c:v>
                      </c:pt>
                      <c:pt idx="1110" formatCode="h:mm:ss">
                        <c:v>0.62187499999999996</c:v>
                      </c:pt>
                      <c:pt idx="1111" formatCode="h:mm:ss">
                        <c:v>0.62204861111111109</c:v>
                      </c:pt>
                      <c:pt idx="1112" formatCode="h:mm:ss">
                        <c:v>0.62222222222222223</c:v>
                      </c:pt>
                      <c:pt idx="1113" formatCode="h:mm:ss">
                        <c:v>0.62239583333333337</c:v>
                      </c:pt>
                      <c:pt idx="1114" formatCode="h:mm:ss">
                        <c:v>0.6225694444444444</c:v>
                      </c:pt>
                      <c:pt idx="1115" formatCode="h:mm:ss">
                        <c:v>0.62274305555555554</c:v>
                      </c:pt>
                      <c:pt idx="1116" formatCode="h:mm:ss">
                        <c:v>0.62291666666666667</c:v>
                      </c:pt>
                      <c:pt idx="1117" formatCode="h:mm:ss">
                        <c:v>0.62309027777777781</c:v>
                      </c:pt>
                      <c:pt idx="1118" formatCode="h:mm:ss">
                        <c:v>0.62326388888888884</c:v>
                      </c:pt>
                      <c:pt idx="1119" formatCode="h:mm:ss">
                        <c:v>0.62343749999999998</c:v>
                      </c:pt>
                      <c:pt idx="1120" formatCode="h:mm:ss">
                        <c:v>0.62361111111111112</c:v>
                      </c:pt>
                      <c:pt idx="1121" formatCode="h:mm:ss">
                        <c:v>0.62378472222222225</c:v>
                      </c:pt>
                      <c:pt idx="1122" formatCode="h:mm:ss">
                        <c:v>0.62395833333333328</c:v>
                      </c:pt>
                      <c:pt idx="1123" formatCode="h:mm:ss">
                        <c:v>0.62413194444444442</c:v>
                      </c:pt>
                      <c:pt idx="1124" formatCode="h:mm:ss">
                        <c:v>0.62430555555555556</c:v>
                      </c:pt>
                      <c:pt idx="1125" formatCode="h:mm:ss">
                        <c:v>0.6244791666666667</c:v>
                      </c:pt>
                      <c:pt idx="1126" formatCode="h:mm:ss">
                        <c:v>0.62465277777777772</c:v>
                      </c:pt>
                      <c:pt idx="1127" formatCode="h:mm:ss">
                        <c:v>0.62482638888888886</c:v>
                      </c:pt>
                      <c:pt idx="1128" formatCode="h:mm:ss">
                        <c:v>0.625</c:v>
                      </c:pt>
                      <c:pt idx="1129" formatCode="h:mm:ss">
                        <c:v>0.62517361111111114</c:v>
                      </c:pt>
                      <c:pt idx="1130" formatCode="h:mm:ss">
                        <c:v>0.62534722222222228</c:v>
                      </c:pt>
                      <c:pt idx="1131" formatCode="h:mm:ss">
                        <c:v>0.6255208333333333</c:v>
                      </c:pt>
                      <c:pt idx="1132" formatCode="h:mm:ss">
                        <c:v>0.62569444444444444</c:v>
                      </c:pt>
                      <c:pt idx="1133" formatCode="h:mm:ss">
                        <c:v>0.62586805555555558</c:v>
                      </c:pt>
                      <c:pt idx="1134" formatCode="h:mm:ss">
                        <c:v>0.62604166666666672</c:v>
                      </c:pt>
                      <c:pt idx="1135" formatCode="h:mm:ss">
                        <c:v>0.62621527777777775</c:v>
                      </c:pt>
                      <c:pt idx="1136" formatCode="h:mm:ss">
                        <c:v>0.62638888888888888</c:v>
                      </c:pt>
                      <c:pt idx="1137" formatCode="h:mm:ss">
                        <c:v>0.62656250000000002</c:v>
                      </c:pt>
                      <c:pt idx="1138" formatCode="h:mm:ss">
                        <c:v>0.62673611111111116</c:v>
                      </c:pt>
                      <c:pt idx="1139" formatCode="h:mm:ss">
                        <c:v>0.62690972222222219</c:v>
                      </c:pt>
                      <c:pt idx="1140" formatCode="h:mm:ss">
                        <c:v>0.62708333333333333</c:v>
                      </c:pt>
                      <c:pt idx="1141" formatCode="h:mm:ss">
                        <c:v>0.62725694444444446</c:v>
                      </c:pt>
                      <c:pt idx="1142" formatCode="h:mm:ss">
                        <c:v>0.6274305555555556</c:v>
                      </c:pt>
                      <c:pt idx="1143" formatCode="h:mm:ss">
                        <c:v>0.62760416666666663</c:v>
                      </c:pt>
                      <c:pt idx="1144" formatCode="h:mm:ss">
                        <c:v>0.62777777777777777</c:v>
                      </c:pt>
                      <c:pt idx="1145" formatCode="h:mm:ss">
                        <c:v>0.62795138888888891</c:v>
                      </c:pt>
                      <c:pt idx="1146" formatCode="h:mm:ss">
                        <c:v>0.62812500000000004</c:v>
                      </c:pt>
                      <c:pt idx="1147" formatCode="h:mm:ss">
                        <c:v>0.62829861111111107</c:v>
                      </c:pt>
                      <c:pt idx="1148" formatCode="h:mm:ss">
                        <c:v>0.62847222222222221</c:v>
                      </c:pt>
                      <c:pt idx="1149" formatCode="h:mm:ss">
                        <c:v>0.62864583333333335</c:v>
                      </c:pt>
                      <c:pt idx="1150" formatCode="h:mm:ss">
                        <c:v>0.62881944444444449</c:v>
                      </c:pt>
                      <c:pt idx="1151" formatCode="h:mm:ss">
                        <c:v>0.62899305555555551</c:v>
                      </c:pt>
                      <c:pt idx="1152" formatCode="h:mm:ss">
                        <c:v>0.62916666666666665</c:v>
                      </c:pt>
                      <c:pt idx="1153" formatCode="h:mm:ss">
                        <c:v>0.62934027777777779</c:v>
                      </c:pt>
                      <c:pt idx="1154" formatCode="h:mm:ss">
                        <c:v>0.62951388888888893</c:v>
                      </c:pt>
                      <c:pt idx="1155" formatCode="h:mm:ss">
                        <c:v>0.62968749999999996</c:v>
                      </c:pt>
                      <c:pt idx="1156" formatCode="h:mm:ss">
                        <c:v>0.62986111111111109</c:v>
                      </c:pt>
                      <c:pt idx="1157" formatCode="h:mm:ss">
                        <c:v>0.63003472222222223</c:v>
                      </c:pt>
                      <c:pt idx="1158" formatCode="h:mm:ss">
                        <c:v>0.63020833333333337</c:v>
                      </c:pt>
                      <c:pt idx="1159" formatCode="h:mm:ss">
                        <c:v>0.6303819444444444</c:v>
                      </c:pt>
                      <c:pt idx="1160" formatCode="h:mm:ss">
                        <c:v>0.63055555555555554</c:v>
                      </c:pt>
                      <c:pt idx="1161" formatCode="h:mm:ss">
                        <c:v>0.63072916666666667</c:v>
                      </c:pt>
                      <c:pt idx="1162" formatCode="h:mm:ss">
                        <c:v>0.63090277777777781</c:v>
                      </c:pt>
                      <c:pt idx="1163" formatCode="h:mm:ss">
                        <c:v>0.63107638888888884</c:v>
                      </c:pt>
                      <c:pt idx="1164" formatCode="h:mm:ss">
                        <c:v>0.63124999999999998</c:v>
                      </c:pt>
                      <c:pt idx="1165" formatCode="h:mm:ss">
                        <c:v>0.63142361111111112</c:v>
                      </c:pt>
                      <c:pt idx="1166" formatCode="h:mm:ss">
                        <c:v>0.63159722222222225</c:v>
                      </c:pt>
                      <c:pt idx="1167" formatCode="h:mm:ss">
                        <c:v>0.63177083333333328</c:v>
                      </c:pt>
                      <c:pt idx="1168" formatCode="h:mm:ss">
                        <c:v>0.63194444444444442</c:v>
                      </c:pt>
                      <c:pt idx="1169" formatCode="h:mm:ss">
                        <c:v>0.63211805555555556</c:v>
                      </c:pt>
                      <c:pt idx="1170" formatCode="h:mm:ss">
                        <c:v>0.6322916666666667</c:v>
                      </c:pt>
                      <c:pt idx="1171" formatCode="h:mm:ss">
                        <c:v>0.63246527777777772</c:v>
                      </c:pt>
                      <c:pt idx="1172" formatCode="h:mm:ss">
                        <c:v>0.63263888888888886</c:v>
                      </c:pt>
                      <c:pt idx="1173" formatCode="h:mm:ss">
                        <c:v>0.6328125</c:v>
                      </c:pt>
                      <c:pt idx="1174" formatCode="h:mm:ss">
                        <c:v>0.63298611111111114</c:v>
                      </c:pt>
                      <c:pt idx="1175" formatCode="h:mm:ss">
                        <c:v>0.63315972222222228</c:v>
                      </c:pt>
                      <c:pt idx="1176" formatCode="h:mm:ss">
                        <c:v>0.6333333333333333</c:v>
                      </c:pt>
                      <c:pt idx="1177" formatCode="h:mm:ss">
                        <c:v>0.63350694444444444</c:v>
                      </c:pt>
                      <c:pt idx="1178" formatCode="h:mm:ss">
                        <c:v>0.63368055555555558</c:v>
                      </c:pt>
                      <c:pt idx="1179" formatCode="h:mm:ss">
                        <c:v>0.63385416666666672</c:v>
                      </c:pt>
                      <c:pt idx="1180" formatCode="h:mm:ss">
                        <c:v>0.63402777777777775</c:v>
                      </c:pt>
                      <c:pt idx="1181" formatCode="h:mm:ss">
                        <c:v>0.63420138888888888</c:v>
                      </c:pt>
                      <c:pt idx="1182" formatCode="h:mm:ss">
                        <c:v>0.63437500000000002</c:v>
                      </c:pt>
                      <c:pt idx="1183" formatCode="h:mm:ss">
                        <c:v>0.63454861111111116</c:v>
                      </c:pt>
                      <c:pt idx="1184" formatCode="h:mm:ss">
                        <c:v>0.63472222222222219</c:v>
                      </c:pt>
                      <c:pt idx="1185" formatCode="h:mm:ss">
                        <c:v>0.63489583333333333</c:v>
                      </c:pt>
                      <c:pt idx="1186" formatCode="h:mm:ss">
                        <c:v>0.63506944444444446</c:v>
                      </c:pt>
                      <c:pt idx="1187" formatCode="h:mm:ss">
                        <c:v>0.6352430555555556</c:v>
                      </c:pt>
                      <c:pt idx="1188" formatCode="h:mm:ss">
                        <c:v>0.63541666666666663</c:v>
                      </c:pt>
                      <c:pt idx="1189" formatCode="h:mm:ss">
                        <c:v>0.63559027777777777</c:v>
                      </c:pt>
                      <c:pt idx="1190" formatCode="h:mm:ss">
                        <c:v>0.63576388888888891</c:v>
                      </c:pt>
                      <c:pt idx="1191" formatCode="h:mm:ss">
                        <c:v>0.63593750000000004</c:v>
                      </c:pt>
                      <c:pt idx="1192" formatCode="h:mm:ss">
                        <c:v>0.63611111111111107</c:v>
                      </c:pt>
                      <c:pt idx="1193" formatCode="h:mm:ss">
                        <c:v>0.63628472222222221</c:v>
                      </c:pt>
                      <c:pt idx="1194" formatCode="h:mm:ss">
                        <c:v>0.63645833333333335</c:v>
                      </c:pt>
                      <c:pt idx="1195" formatCode="h:mm:ss">
                        <c:v>0.63663194444444449</c:v>
                      </c:pt>
                      <c:pt idx="1196" formatCode="h:mm:ss">
                        <c:v>0.63680555555555551</c:v>
                      </c:pt>
                      <c:pt idx="1197" formatCode="h:mm:ss">
                        <c:v>0.63697916666666665</c:v>
                      </c:pt>
                      <c:pt idx="1198" formatCode="h:mm:ss">
                        <c:v>0.63715277777777779</c:v>
                      </c:pt>
                      <c:pt idx="1199" formatCode="h:mm:ss">
                        <c:v>0.63732638888888893</c:v>
                      </c:pt>
                      <c:pt idx="1200" formatCode="h:mm:ss">
                        <c:v>0.63749999999999996</c:v>
                      </c:pt>
                      <c:pt idx="1201" formatCode="h:mm:ss">
                        <c:v>0.63767361111111109</c:v>
                      </c:pt>
                      <c:pt idx="1202" formatCode="h:mm:ss">
                        <c:v>0.63784722222222223</c:v>
                      </c:pt>
                      <c:pt idx="1203" formatCode="h:mm:ss">
                        <c:v>0.63802083333333337</c:v>
                      </c:pt>
                      <c:pt idx="1204" formatCode="h:mm:ss">
                        <c:v>0.6381944444444444</c:v>
                      </c:pt>
                      <c:pt idx="1205" formatCode="h:mm:ss">
                        <c:v>0.63836805555555554</c:v>
                      </c:pt>
                      <c:pt idx="1206" formatCode="h:mm:ss">
                        <c:v>0.63854166666666667</c:v>
                      </c:pt>
                      <c:pt idx="1207" formatCode="h:mm:ss">
                        <c:v>0.63871527777777781</c:v>
                      </c:pt>
                      <c:pt idx="1208" formatCode="h:mm:ss">
                        <c:v>0.63888888888888884</c:v>
                      </c:pt>
                      <c:pt idx="1209" formatCode="h:mm:ss">
                        <c:v>0.63906249999999998</c:v>
                      </c:pt>
                      <c:pt idx="1210" formatCode="h:mm:ss">
                        <c:v>0.63923611111111112</c:v>
                      </c:pt>
                      <c:pt idx="1211" formatCode="h:mm:ss">
                        <c:v>0.63940972222222225</c:v>
                      </c:pt>
                      <c:pt idx="1212" formatCode="h:mm:ss">
                        <c:v>0.63958333333333328</c:v>
                      </c:pt>
                      <c:pt idx="1213" formatCode="h:mm:ss">
                        <c:v>0.63975694444444442</c:v>
                      </c:pt>
                      <c:pt idx="1214" formatCode="h:mm:ss">
                        <c:v>0.63993055555555556</c:v>
                      </c:pt>
                      <c:pt idx="1215" formatCode="h:mm:ss">
                        <c:v>0.6401041666666667</c:v>
                      </c:pt>
                      <c:pt idx="1216" formatCode="h:mm:ss">
                        <c:v>0.64027777777777772</c:v>
                      </c:pt>
                      <c:pt idx="1217" formatCode="h:mm:ss">
                        <c:v>0.64045138888888886</c:v>
                      </c:pt>
                      <c:pt idx="1218" formatCode="h:mm:ss">
                        <c:v>0.640625</c:v>
                      </c:pt>
                      <c:pt idx="1219" formatCode="h:mm:ss">
                        <c:v>0.64079861111111114</c:v>
                      </c:pt>
                      <c:pt idx="1220" formatCode="h:mm:ss">
                        <c:v>0.64097222222222228</c:v>
                      </c:pt>
                      <c:pt idx="1221" formatCode="h:mm:ss">
                        <c:v>0.6411458333333333</c:v>
                      </c:pt>
                      <c:pt idx="1222" formatCode="h:mm:ss">
                        <c:v>0.64131944444444444</c:v>
                      </c:pt>
                      <c:pt idx="1223" formatCode="h:mm:ss">
                        <c:v>0.64149305555555558</c:v>
                      </c:pt>
                      <c:pt idx="1224" formatCode="h:mm:ss">
                        <c:v>0.64166666666666672</c:v>
                      </c:pt>
                      <c:pt idx="1225" formatCode="h:mm:ss">
                        <c:v>0.64184027777777775</c:v>
                      </c:pt>
                      <c:pt idx="1226" formatCode="h:mm:ss">
                        <c:v>0.64201388888888888</c:v>
                      </c:pt>
                      <c:pt idx="1227" formatCode="h:mm:ss">
                        <c:v>0.64218750000000002</c:v>
                      </c:pt>
                      <c:pt idx="1228" formatCode="h:mm:ss">
                        <c:v>0.64236111111111116</c:v>
                      </c:pt>
                      <c:pt idx="1229" formatCode="h:mm:ss">
                        <c:v>0.64253472222222219</c:v>
                      </c:pt>
                      <c:pt idx="1230" formatCode="h:mm:ss">
                        <c:v>0.64270833333333333</c:v>
                      </c:pt>
                      <c:pt idx="1231" formatCode="h:mm:ss">
                        <c:v>0.64288194444444446</c:v>
                      </c:pt>
                      <c:pt idx="1232" formatCode="h:mm:ss">
                        <c:v>0.6430555555555556</c:v>
                      </c:pt>
                      <c:pt idx="1233" formatCode="h:mm:ss">
                        <c:v>0.64322916666666663</c:v>
                      </c:pt>
                      <c:pt idx="1234" formatCode="h:mm:ss">
                        <c:v>0.64340277777777777</c:v>
                      </c:pt>
                      <c:pt idx="1235" formatCode="h:mm:ss">
                        <c:v>0.64357638888888891</c:v>
                      </c:pt>
                      <c:pt idx="1236" formatCode="h:mm:ss">
                        <c:v>0.64375000000000004</c:v>
                      </c:pt>
                      <c:pt idx="1237" formatCode="h:mm:ss">
                        <c:v>0.64392361111111107</c:v>
                      </c:pt>
                      <c:pt idx="1238" formatCode="h:mm:ss">
                        <c:v>0.64409722222222221</c:v>
                      </c:pt>
                      <c:pt idx="1239" formatCode="h:mm:ss">
                        <c:v>0.64427083333333335</c:v>
                      </c:pt>
                      <c:pt idx="1240" formatCode="h:mm:ss">
                        <c:v>0.64444444444444449</c:v>
                      </c:pt>
                      <c:pt idx="1241" formatCode="h:mm:ss">
                        <c:v>0.64461805555555551</c:v>
                      </c:pt>
                      <c:pt idx="1242" formatCode="h:mm:ss">
                        <c:v>0.64479166666666665</c:v>
                      </c:pt>
                      <c:pt idx="1243" formatCode="h:mm:ss">
                        <c:v>0.64496527777777779</c:v>
                      </c:pt>
                      <c:pt idx="1244" formatCode="h:mm:ss">
                        <c:v>0.64513888888888893</c:v>
                      </c:pt>
                      <c:pt idx="1245" formatCode="h:mm:ss">
                        <c:v>0.64531249999999996</c:v>
                      </c:pt>
                      <c:pt idx="1246" formatCode="h:mm:ss">
                        <c:v>0.64548611111111109</c:v>
                      </c:pt>
                      <c:pt idx="1247" formatCode="h:mm:ss">
                        <c:v>0.64565972222222223</c:v>
                      </c:pt>
                      <c:pt idx="1248" formatCode="h:mm:ss">
                        <c:v>0.64583333333333337</c:v>
                      </c:pt>
                      <c:pt idx="1249" formatCode="h:mm:ss">
                        <c:v>0.6460069444444444</c:v>
                      </c:pt>
                      <c:pt idx="1250" formatCode="h:mm:ss">
                        <c:v>0.64618055555555554</c:v>
                      </c:pt>
                      <c:pt idx="1251" formatCode="h:mm:ss">
                        <c:v>0.64635416666666667</c:v>
                      </c:pt>
                      <c:pt idx="1252" formatCode="h:mm:ss">
                        <c:v>0.64652777777777781</c:v>
                      </c:pt>
                      <c:pt idx="1253" formatCode="h:mm:ss">
                        <c:v>0.64670138888888884</c:v>
                      </c:pt>
                      <c:pt idx="1254" formatCode="h:mm:ss">
                        <c:v>0.64687499999999998</c:v>
                      </c:pt>
                      <c:pt idx="1255" formatCode="h:mm:ss">
                        <c:v>0.64704861111111112</c:v>
                      </c:pt>
                      <c:pt idx="1256" formatCode="h:mm:ss">
                        <c:v>0.64722222222222225</c:v>
                      </c:pt>
                      <c:pt idx="1257" formatCode="h:mm:ss">
                        <c:v>0.64739583333333328</c:v>
                      </c:pt>
                      <c:pt idx="1258" formatCode="h:mm:ss">
                        <c:v>0.64756944444444442</c:v>
                      </c:pt>
                      <c:pt idx="1259" formatCode="h:mm:ss">
                        <c:v>0.64774305555555556</c:v>
                      </c:pt>
                      <c:pt idx="1260" formatCode="h:mm:ss">
                        <c:v>0.6479166666666667</c:v>
                      </c:pt>
                      <c:pt idx="1261" formatCode="h:mm:ss">
                        <c:v>0.64809027777777772</c:v>
                      </c:pt>
                      <c:pt idx="1262" formatCode="h:mm:ss">
                        <c:v>0.64826388888888886</c:v>
                      </c:pt>
                      <c:pt idx="1263" formatCode="h:mm:ss">
                        <c:v>0.6484375</c:v>
                      </c:pt>
                      <c:pt idx="1264" formatCode="h:mm:ss">
                        <c:v>0.64861111111111114</c:v>
                      </c:pt>
                      <c:pt idx="1265" formatCode="h:mm:ss">
                        <c:v>0.64878472222222228</c:v>
                      </c:pt>
                      <c:pt idx="1266" formatCode="h:mm:ss">
                        <c:v>0.6489583333333333</c:v>
                      </c:pt>
                      <c:pt idx="1267" formatCode="h:mm:ss">
                        <c:v>0.64913194444444444</c:v>
                      </c:pt>
                      <c:pt idx="1268" formatCode="h:mm:ss">
                        <c:v>0.64930555555555558</c:v>
                      </c:pt>
                      <c:pt idx="1269" formatCode="h:mm:ss">
                        <c:v>0.64947916666666672</c:v>
                      </c:pt>
                      <c:pt idx="1270" formatCode="h:mm:ss">
                        <c:v>0.64965277777777775</c:v>
                      </c:pt>
                      <c:pt idx="1271" formatCode="h:mm:ss">
                        <c:v>0.64982638888888888</c:v>
                      </c:pt>
                      <c:pt idx="1272" formatCode="h:mm:ss">
                        <c:v>0.65</c:v>
                      </c:pt>
                      <c:pt idx="1273" formatCode="h:mm:ss">
                        <c:v>0.65017361111111116</c:v>
                      </c:pt>
                      <c:pt idx="1274" formatCode="h:mm:ss">
                        <c:v>0.65034722222222219</c:v>
                      </c:pt>
                      <c:pt idx="1275" formatCode="h:mm:ss">
                        <c:v>0.65052083333333333</c:v>
                      </c:pt>
                      <c:pt idx="1276" formatCode="h:mm:ss">
                        <c:v>0.65069444444444446</c:v>
                      </c:pt>
                      <c:pt idx="1277" formatCode="h:mm:ss">
                        <c:v>0.6508680555555556</c:v>
                      </c:pt>
                      <c:pt idx="1278" formatCode="h:mm:ss">
                        <c:v>0.65104166666666663</c:v>
                      </c:pt>
                      <c:pt idx="1279" formatCode="h:mm:ss">
                        <c:v>0.65121527777777777</c:v>
                      </c:pt>
                      <c:pt idx="1280" formatCode="h:mm:ss">
                        <c:v>0.65138888888888891</c:v>
                      </c:pt>
                      <c:pt idx="1281" formatCode="h:mm:ss">
                        <c:v>0.65156250000000004</c:v>
                      </c:pt>
                      <c:pt idx="1282" formatCode="h:mm:ss">
                        <c:v>0.65173611111111107</c:v>
                      </c:pt>
                      <c:pt idx="1283" formatCode="h:mm:ss">
                        <c:v>0.65190972222222221</c:v>
                      </c:pt>
                      <c:pt idx="1284" formatCode="h:mm:ss">
                        <c:v>0.65208333333333335</c:v>
                      </c:pt>
                      <c:pt idx="1285" formatCode="h:mm:ss">
                        <c:v>0.65225694444444449</c:v>
                      </c:pt>
                      <c:pt idx="1286" formatCode="h:mm:ss">
                        <c:v>0.65243055555555551</c:v>
                      </c:pt>
                      <c:pt idx="1287" formatCode="h:mm:ss">
                        <c:v>0.65260416666666665</c:v>
                      </c:pt>
                      <c:pt idx="1288" formatCode="h:mm:ss">
                        <c:v>0.65277777777777779</c:v>
                      </c:pt>
                      <c:pt idx="1289" formatCode="h:mm:ss">
                        <c:v>0.65295138888888893</c:v>
                      </c:pt>
                      <c:pt idx="1290" formatCode="h:mm:ss">
                        <c:v>0.65312499999999996</c:v>
                      </c:pt>
                      <c:pt idx="1291" formatCode="h:mm:ss">
                        <c:v>0.65329861111111109</c:v>
                      </c:pt>
                      <c:pt idx="1292" formatCode="h:mm:ss">
                        <c:v>0.65347222222222223</c:v>
                      </c:pt>
                      <c:pt idx="1293" formatCode="h:mm:ss">
                        <c:v>0.65364583333333337</c:v>
                      </c:pt>
                      <c:pt idx="1294" formatCode="h:mm:ss">
                        <c:v>0.6538194444444444</c:v>
                      </c:pt>
                      <c:pt idx="1295" formatCode="h:mm:ss">
                        <c:v>0.65399305555555554</c:v>
                      </c:pt>
                      <c:pt idx="1296" formatCode="h:mm:ss">
                        <c:v>0.65416666666666667</c:v>
                      </c:pt>
                      <c:pt idx="1297" formatCode="h:mm:ss">
                        <c:v>0.65434027777777781</c:v>
                      </c:pt>
                      <c:pt idx="1298" formatCode="h:mm:ss">
                        <c:v>0.65451388888888884</c:v>
                      </c:pt>
                      <c:pt idx="1299" formatCode="h:mm:ss">
                        <c:v>0.65468749999999998</c:v>
                      </c:pt>
                      <c:pt idx="1300" formatCode="h:mm:ss">
                        <c:v>0.65486111111111112</c:v>
                      </c:pt>
                      <c:pt idx="1301" formatCode="h:mm:ss">
                        <c:v>0.65503472222222225</c:v>
                      </c:pt>
                      <c:pt idx="1302" formatCode="h:mm:ss">
                        <c:v>0.65520833333333328</c:v>
                      </c:pt>
                      <c:pt idx="1303" formatCode="h:mm:ss">
                        <c:v>0.65538194444444442</c:v>
                      </c:pt>
                      <c:pt idx="1304" formatCode="h:mm:ss">
                        <c:v>0.65555555555555556</c:v>
                      </c:pt>
                      <c:pt idx="1305" formatCode="h:mm:ss">
                        <c:v>0.6557291666666667</c:v>
                      </c:pt>
                      <c:pt idx="1306" formatCode="h:mm:ss">
                        <c:v>0.65590277777777772</c:v>
                      </c:pt>
                      <c:pt idx="1307" formatCode="h:mm:ss">
                        <c:v>0.65607638888888886</c:v>
                      </c:pt>
                      <c:pt idx="1308" formatCode="h:mm:ss">
                        <c:v>0.65625</c:v>
                      </c:pt>
                      <c:pt idx="1309" formatCode="h:mm:ss">
                        <c:v>0.65642361111111114</c:v>
                      </c:pt>
                      <c:pt idx="1310" formatCode="h:mm:ss">
                        <c:v>0.65659722222222228</c:v>
                      </c:pt>
                      <c:pt idx="1311" formatCode="h:mm:ss">
                        <c:v>0.6567708333333333</c:v>
                      </c:pt>
                      <c:pt idx="1312" formatCode="h:mm:ss">
                        <c:v>0.65694444444444444</c:v>
                      </c:pt>
                      <c:pt idx="1313" formatCode="h:mm:ss">
                        <c:v>0.65711805555555558</c:v>
                      </c:pt>
                      <c:pt idx="1314" formatCode="h:mm:ss">
                        <c:v>0.65729166666666672</c:v>
                      </c:pt>
                      <c:pt idx="1315" formatCode="h:mm:ss">
                        <c:v>0.65746527777777775</c:v>
                      </c:pt>
                      <c:pt idx="1316" formatCode="h:mm:ss">
                        <c:v>0.65763888888888888</c:v>
                      </c:pt>
                      <c:pt idx="1317" formatCode="h:mm:ss">
                        <c:v>0.65781250000000002</c:v>
                      </c:pt>
                      <c:pt idx="1318" formatCode="h:mm:ss">
                        <c:v>0.65798611111111116</c:v>
                      </c:pt>
                      <c:pt idx="1319" formatCode="h:mm:ss">
                        <c:v>0.65815972222222219</c:v>
                      </c:pt>
                      <c:pt idx="1320" formatCode="h:mm:ss">
                        <c:v>0.65833333333333333</c:v>
                      </c:pt>
                      <c:pt idx="1321" formatCode="h:mm:ss">
                        <c:v>0.65850694444444446</c:v>
                      </c:pt>
                      <c:pt idx="1322" formatCode="h:mm:ss">
                        <c:v>0.6586805555555556</c:v>
                      </c:pt>
                      <c:pt idx="1323" formatCode="h:mm:ss">
                        <c:v>0.65885416666666663</c:v>
                      </c:pt>
                      <c:pt idx="1324" formatCode="h:mm:ss">
                        <c:v>0.65902777777777777</c:v>
                      </c:pt>
                      <c:pt idx="1325" formatCode="h:mm:ss">
                        <c:v>0.65920138888888891</c:v>
                      </c:pt>
                      <c:pt idx="1326" formatCode="h:mm:ss">
                        <c:v>0.65937500000000004</c:v>
                      </c:pt>
                      <c:pt idx="1327" formatCode="h:mm:ss">
                        <c:v>0.65954861111111107</c:v>
                      </c:pt>
                      <c:pt idx="1328" formatCode="h:mm:ss">
                        <c:v>0.65972222222222221</c:v>
                      </c:pt>
                      <c:pt idx="1329" formatCode="h:mm:ss">
                        <c:v>0.65989583333333335</c:v>
                      </c:pt>
                      <c:pt idx="1330" formatCode="h:mm:ss">
                        <c:v>0.66006944444444449</c:v>
                      </c:pt>
                      <c:pt idx="1331" formatCode="h:mm:ss">
                        <c:v>0.66024305555555551</c:v>
                      </c:pt>
                      <c:pt idx="1332" formatCode="h:mm:ss">
                        <c:v>0.66041666666666665</c:v>
                      </c:pt>
                      <c:pt idx="1333" formatCode="h:mm:ss">
                        <c:v>0.66059027777777779</c:v>
                      </c:pt>
                      <c:pt idx="1334" formatCode="h:mm:ss">
                        <c:v>0.66076388888888893</c:v>
                      </c:pt>
                      <c:pt idx="1335" formatCode="h:mm:ss">
                        <c:v>0.66093749999999996</c:v>
                      </c:pt>
                      <c:pt idx="1336" formatCode="h:mm:ss">
                        <c:v>0.66111111111111109</c:v>
                      </c:pt>
                      <c:pt idx="1337" formatCode="h:mm:ss">
                        <c:v>0.66128472222222223</c:v>
                      </c:pt>
                      <c:pt idx="1338" formatCode="h:mm:ss">
                        <c:v>0.66145833333333337</c:v>
                      </c:pt>
                      <c:pt idx="1339" formatCode="h:mm:ss">
                        <c:v>0.6616319444444444</c:v>
                      </c:pt>
                      <c:pt idx="1340" formatCode="h:mm:ss">
                        <c:v>0.66180555555555554</c:v>
                      </c:pt>
                      <c:pt idx="1341" formatCode="h:mm:ss">
                        <c:v>0.66197916666666667</c:v>
                      </c:pt>
                      <c:pt idx="1342" formatCode="h:mm:ss">
                        <c:v>0.66215277777777781</c:v>
                      </c:pt>
                      <c:pt idx="1343" formatCode="h:mm:ss">
                        <c:v>0.66232638888888884</c:v>
                      </c:pt>
                      <c:pt idx="1344" formatCode="h:mm:ss">
                        <c:v>0.66249999999999998</c:v>
                      </c:pt>
                      <c:pt idx="1345" formatCode="h:mm:ss">
                        <c:v>0.66267361111111112</c:v>
                      </c:pt>
                      <c:pt idx="1346" formatCode="h:mm:ss">
                        <c:v>0.66284722222222225</c:v>
                      </c:pt>
                      <c:pt idx="1347" formatCode="h:mm:ss">
                        <c:v>0.66302083333333328</c:v>
                      </c:pt>
                      <c:pt idx="1348" formatCode="h:mm:ss">
                        <c:v>0.66319444444444442</c:v>
                      </c:pt>
                      <c:pt idx="1349" formatCode="h:mm:ss">
                        <c:v>0.66336805555555556</c:v>
                      </c:pt>
                      <c:pt idx="1350" formatCode="h:mm:ss">
                        <c:v>0.6635416666666667</c:v>
                      </c:pt>
                      <c:pt idx="1351" formatCode="h:mm:ss">
                        <c:v>0.66371527777777772</c:v>
                      </c:pt>
                      <c:pt idx="1352" formatCode="h:mm:ss">
                        <c:v>0.66388888888888886</c:v>
                      </c:pt>
                      <c:pt idx="1353" formatCode="h:mm:ss">
                        <c:v>0.6640625</c:v>
                      </c:pt>
                      <c:pt idx="1354" formatCode="h:mm:ss">
                        <c:v>0.66423611111111114</c:v>
                      </c:pt>
                      <c:pt idx="1355" formatCode="h:mm:ss">
                        <c:v>0.66440972222222228</c:v>
                      </c:pt>
                      <c:pt idx="1356" formatCode="h:mm:ss">
                        <c:v>0.6645833333333333</c:v>
                      </c:pt>
                      <c:pt idx="1357" formatCode="h:mm:ss">
                        <c:v>0.66475694444444444</c:v>
                      </c:pt>
                      <c:pt idx="1358" formatCode="h:mm:ss">
                        <c:v>0.66493055555555558</c:v>
                      </c:pt>
                      <c:pt idx="1359" formatCode="h:mm:ss">
                        <c:v>0.66510416666666672</c:v>
                      </c:pt>
                      <c:pt idx="1360" formatCode="h:mm:ss">
                        <c:v>0.66527777777777775</c:v>
                      </c:pt>
                      <c:pt idx="1361" formatCode="h:mm:ss">
                        <c:v>0.66545138888888888</c:v>
                      </c:pt>
                      <c:pt idx="1362" formatCode="h:mm:ss">
                        <c:v>0.66562500000000002</c:v>
                      </c:pt>
                      <c:pt idx="1363" formatCode="h:mm:ss">
                        <c:v>0.66579861111111116</c:v>
                      </c:pt>
                      <c:pt idx="1364" formatCode="h:mm:ss">
                        <c:v>0.66597222222222219</c:v>
                      </c:pt>
                      <c:pt idx="1365" formatCode="h:mm:ss">
                        <c:v>0.66614583333333333</c:v>
                      </c:pt>
                      <c:pt idx="1366" formatCode="h:mm:ss">
                        <c:v>0.66631944444444446</c:v>
                      </c:pt>
                      <c:pt idx="1367" formatCode="h:mm:ss">
                        <c:v>0.6664930555555556</c:v>
                      </c:pt>
                      <c:pt idx="1368" formatCode="h:mm:ss">
                        <c:v>0.66666666666666663</c:v>
                      </c:pt>
                      <c:pt idx="1369" formatCode="h:mm:ss">
                        <c:v>0.66684027777777777</c:v>
                      </c:pt>
                      <c:pt idx="1370" formatCode="h:mm:ss">
                        <c:v>0.66701388888888891</c:v>
                      </c:pt>
                      <c:pt idx="1371" formatCode="h:mm:ss">
                        <c:v>0.66718750000000004</c:v>
                      </c:pt>
                      <c:pt idx="1372" formatCode="h:mm:ss">
                        <c:v>0.66736111111111107</c:v>
                      </c:pt>
                      <c:pt idx="1373" formatCode="h:mm:ss">
                        <c:v>0.66753472222222221</c:v>
                      </c:pt>
                      <c:pt idx="1374" formatCode="h:mm:ss">
                        <c:v>0.66770833333333335</c:v>
                      </c:pt>
                      <c:pt idx="1375" formatCode="h:mm:ss">
                        <c:v>0.66788194444444449</c:v>
                      </c:pt>
                      <c:pt idx="1376" formatCode="h:mm:ss">
                        <c:v>0.66805555555555551</c:v>
                      </c:pt>
                      <c:pt idx="1377" formatCode="h:mm:ss">
                        <c:v>0.66822916666666665</c:v>
                      </c:pt>
                      <c:pt idx="1378" formatCode="h:mm:ss">
                        <c:v>0.66840277777777779</c:v>
                      </c:pt>
                      <c:pt idx="1379" formatCode="h:mm:ss">
                        <c:v>0.66857638888888893</c:v>
                      </c:pt>
                      <c:pt idx="1380" formatCode="h:mm:ss">
                        <c:v>0.66874999999999996</c:v>
                      </c:pt>
                      <c:pt idx="1381" formatCode="h:mm:ss">
                        <c:v>0.66892361111111109</c:v>
                      </c:pt>
                      <c:pt idx="1382" formatCode="h:mm:ss">
                        <c:v>0.66909722222222223</c:v>
                      </c:pt>
                      <c:pt idx="1383" formatCode="h:mm:ss">
                        <c:v>0.66927083333333337</c:v>
                      </c:pt>
                      <c:pt idx="1384" formatCode="h:mm:ss">
                        <c:v>0.6694444444444444</c:v>
                      </c:pt>
                      <c:pt idx="1385" formatCode="h:mm:ss">
                        <c:v>0.66961805555555554</c:v>
                      </c:pt>
                      <c:pt idx="1386" formatCode="h:mm:ss">
                        <c:v>0.66979166666666667</c:v>
                      </c:pt>
                      <c:pt idx="1387" formatCode="h:mm:ss">
                        <c:v>0.66996527777777781</c:v>
                      </c:pt>
                      <c:pt idx="1388" formatCode="h:mm:ss">
                        <c:v>0.67013888888888884</c:v>
                      </c:pt>
                      <c:pt idx="1389" formatCode="h:mm:ss">
                        <c:v>0.67031249999999998</c:v>
                      </c:pt>
                      <c:pt idx="1390" formatCode="h:mm:ss">
                        <c:v>0.67048611111111112</c:v>
                      </c:pt>
                      <c:pt idx="1391" formatCode="h:mm:ss">
                        <c:v>0.67065972222222225</c:v>
                      </c:pt>
                      <c:pt idx="1392" formatCode="h:mm:ss">
                        <c:v>0.67083333333333328</c:v>
                      </c:pt>
                      <c:pt idx="1393" formatCode="h:mm:ss">
                        <c:v>0.67100694444444442</c:v>
                      </c:pt>
                      <c:pt idx="1394" formatCode="h:mm:ss">
                        <c:v>0.67118055555555556</c:v>
                      </c:pt>
                      <c:pt idx="1395" formatCode="h:mm:ss">
                        <c:v>0.6713541666666667</c:v>
                      </c:pt>
                      <c:pt idx="1396" formatCode="h:mm:ss">
                        <c:v>0.67152777777777772</c:v>
                      </c:pt>
                      <c:pt idx="1397" formatCode="h:mm:ss">
                        <c:v>0.67170138888888886</c:v>
                      </c:pt>
                      <c:pt idx="1398" formatCode="h:mm:ss">
                        <c:v>0.671875</c:v>
                      </c:pt>
                      <c:pt idx="1399" formatCode="h:mm:ss">
                        <c:v>0.67204861111111114</c:v>
                      </c:pt>
                      <c:pt idx="1400" formatCode="h:mm:ss">
                        <c:v>0.67222222222222228</c:v>
                      </c:pt>
                      <c:pt idx="1401" formatCode="h:mm:ss">
                        <c:v>0.6723958333333333</c:v>
                      </c:pt>
                      <c:pt idx="1402" formatCode="h:mm:ss">
                        <c:v>0.67256944444444444</c:v>
                      </c:pt>
                      <c:pt idx="1403" formatCode="h:mm:ss">
                        <c:v>0.67274305555555558</c:v>
                      </c:pt>
                      <c:pt idx="1404" formatCode="h:mm:ss">
                        <c:v>0.67291666666666672</c:v>
                      </c:pt>
                      <c:pt idx="1405" formatCode="h:mm:ss">
                        <c:v>0.67309027777777775</c:v>
                      </c:pt>
                      <c:pt idx="1406" formatCode="h:mm:ss">
                        <c:v>0.67326388888888888</c:v>
                      </c:pt>
                      <c:pt idx="1407" formatCode="h:mm:ss">
                        <c:v>0.67343750000000002</c:v>
                      </c:pt>
                      <c:pt idx="1408" formatCode="h:mm:ss">
                        <c:v>0.67361111111111116</c:v>
                      </c:pt>
                      <c:pt idx="1409" formatCode="h:mm:ss">
                        <c:v>0.67378472222222219</c:v>
                      </c:pt>
                      <c:pt idx="1410" formatCode="h:mm:ss">
                        <c:v>0.67395833333333333</c:v>
                      </c:pt>
                      <c:pt idx="1411" formatCode="h:mm:ss">
                        <c:v>0.67413194444444446</c:v>
                      </c:pt>
                      <c:pt idx="1412" formatCode="h:mm:ss">
                        <c:v>0.6743055555555556</c:v>
                      </c:pt>
                      <c:pt idx="1413" formatCode="h:mm:ss">
                        <c:v>0.67447916666666663</c:v>
                      </c:pt>
                      <c:pt idx="1414" formatCode="h:mm:ss">
                        <c:v>0.67465277777777777</c:v>
                      </c:pt>
                      <c:pt idx="1415" formatCode="h:mm:ss">
                        <c:v>0.67482638888888891</c:v>
                      </c:pt>
                      <c:pt idx="1416" formatCode="h:mm:ss">
                        <c:v>0.67500000000000004</c:v>
                      </c:pt>
                      <c:pt idx="1417" formatCode="h:mm:ss">
                        <c:v>0.67517361111111107</c:v>
                      </c:pt>
                      <c:pt idx="1418" formatCode="h:mm:ss">
                        <c:v>0.67534722222222221</c:v>
                      </c:pt>
                      <c:pt idx="1419" formatCode="h:mm:ss">
                        <c:v>0.67552083333333335</c:v>
                      </c:pt>
                      <c:pt idx="1420" formatCode="h:mm:ss">
                        <c:v>0.67569444444444449</c:v>
                      </c:pt>
                      <c:pt idx="1421" formatCode="h:mm:ss">
                        <c:v>0.67586805555555551</c:v>
                      </c:pt>
                      <c:pt idx="1422" formatCode="h:mm:ss">
                        <c:v>0.67604166666666665</c:v>
                      </c:pt>
                      <c:pt idx="1423" formatCode="h:mm:ss">
                        <c:v>0.67621527777777779</c:v>
                      </c:pt>
                      <c:pt idx="1424" formatCode="h:mm:ss">
                        <c:v>0.67638888888888893</c:v>
                      </c:pt>
                      <c:pt idx="1425" formatCode="h:mm:ss">
                        <c:v>0.67656249999999996</c:v>
                      </c:pt>
                      <c:pt idx="1426" formatCode="h:mm:ss">
                        <c:v>0.67673611111111109</c:v>
                      </c:pt>
                      <c:pt idx="1427" formatCode="h:mm:ss">
                        <c:v>0.67690972222222223</c:v>
                      </c:pt>
                      <c:pt idx="1428" formatCode="h:mm:ss">
                        <c:v>0.67708333333333337</c:v>
                      </c:pt>
                      <c:pt idx="1429" formatCode="h:mm:ss">
                        <c:v>0.6772569444444444</c:v>
                      </c:pt>
                      <c:pt idx="1430" formatCode="h:mm:ss">
                        <c:v>0.67743055555555554</c:v>
                      </c:pt>
                      <c:pt idx="1431" formatCode="h:mm:ss">
                        <c:v>0.67760416666666667</c:v>
                      </c:pt>
                      <c:pt idx="1432" formatCode="h:mm:ss">
                        <c:v>0.67777777777777781</c:v>
                      </c:pt>
                      <c:pt idx="1433" formatCode="h:mm:ss">
                        <c:v>0.67795138888888884</c:v>
                      </c:pt>
                      <c:pt idx="1434" formatCode="h:mm:ss">
                        <c:v>0.67812499999999998</c:v>
                      </c:pt>
                      <c:pt idx="1435" formatCode="h:mm:ss">
                        <c:v>0.67829861111111112</c:v>
                      </c:pt>
                      <c:pt idx="1436" formatCode="h:mm:ss">
                        <c:v>0.67847222222222225</c:v>
                      </c:pt>
                      <c:pt idx="1437" formatCode="h:mm:ss">
                        <c:v>0.67864583333333328</c:v>
                      </c:pt>
                      <c:pt idx="1438" formatCode="h:mm:ss">
                        <c:v>0.67881944444444442</c:v>
                      </c:pt>
                      <c:pt idx="1439" formatCode="h:mm:ss">
                        <c:v>0.67899305555555556</c:v>
                      </c:pt>
                      <c:pt idx="1440" formatCode="h:mm:ss">
                        <c:v>0.6791666666666667</c:v>
                      </c:pt>
                      <c:pt idx="1441" formatCode="h:mm:ss">
                        <c:v>0.67934027777777772</c:v>
                      </c:pt>
                      <c:pt idx="1442" formatCode="h:mm:ss">
                        <c:v>0.67951388888888886</c:v>
                      </c:pt>
                      <c:pt idx="1443" formatCode="h:mm:ss">
                        <c:v>0.6796875</c:v>
                      </c:pt>
                      <c:pt idx="1444" formatCode="h:mm:ss">
                        <c:v>0.67986111111111114</c:v>
                      </c:pt>
                      <c:pt idx="1445" formatCode="h:mm:ss">
                        <c:v>0.68003472222222228</c:v>
                      </c:pt>
                      <c:pt idx="1446" formatCode="h:mm:ss">
                        <c:v>0.6802083333333333</c:v>
                      </c:pt>
                      <c:pt idx="1447" formatCode="h:mm:ss">
                        <c:v>0.68038194444444444</c:v>
                      </c:pt>
                      <c:pt idx="1448" formatCode="h:mm:ss">
                        <c:v>0.68055555555555558</c:v>
                      </c:pt>
                      <c:pt idx="1449" formatCode="h:mm:ss">
                        <c:v>0.68072916666666672</c:v>
                      </c:pt>
                      <c:pt idx="1450" formatCode="h:mm:ss">
                        <c:v>0.68090277777777775</c:v>
                      </c:pt>
                      <c:pt idx="1451" formatCode="h:mm:ss">
                        <c:v>0.68107638888888888</c:v>
                      </c:pt>
                      <c:pt idx="1452" formatCode="h:mm:ss">
                        <c:v>0.68125000000000002</c:v>
                      </c:pt>
                      <c:pt idx="1453" formatCode="h:mm:ss">
                        <c:v>0.68142361111111116</c:v>
                      </c:pt>
                      <c:pt idx="1454" formatCode="h:mm:ss">
                        <c:v>0.68159722222222219</c:v>
                      </c:pt>
                      <c:pt idx="1455" formatCode="h:mm:ss">
                        <c:v>0.68177083333333333</c:v>
                      </c:pt>
                      <c:pt idx="1456" formatCode="h:mm:ss">
                        <c:v>0.68194444444444446</c:v>
                      </c:pt>
                      <c:pt idx="1457" formatCode="h:mm:ss">
                        <c:v>0.6821180555555556</c:v>
                      </c:pt>
                      <c:pt idx="1458" formatCode="h:mm:ss">
                        <c:v>0.68229166666666663</c:v>
                      </c:pt>
                      <c:pt idx="1459" formatCode="h:mm:ss">
                        <c:v>0.68246527777777777</c:v>
                      </c:pt>
                      <c:pt idx="1460" formatCode="h:mm:ss">
                        <c:v>0.68263888888888891</c:v>
                      </c:pt>
                      <c:pt idx="1461" formatCode="h:mm:ss">
                        <c:v>0.68281250000000004</c:v>
                      </c:pt>
                      <c:pt idx="1462" formatCode="h:mm:ss">
                        <c:v>0.68298611111111107</c:v>
                      </c:pt>
                      <c:pt idx="1463" formatCode="h:mm:ss">
                        <c:v>0.68315972222222221</c:v>
                      </c:pt>
                      <c:pt idx="1464" formatCode="h:mm:ss">
                        <c:v>0.68333333333333335</c:v>
                      </c:pt>
                      <c:pt idx="1465" formatCode="h:mm:ss">
                        <c:v>0.68350694444444449</c:v>
                      </c:pt>
                      <c:pt idx="1466" formatCode="h:mm:ss">
                        <c:v>0.68368055555555551</c:v>
                      </c:pt>
                      <c:pt idx="1467" formatCode="h:mm:ss">
                        <c:v>0.68385416666666665</c:v>
                      </c:pt>
                      <c:pt idx="1468" formatCode="h:mm:ss">
                        <c:v>0.68402777777777779</c:v>
                      </c:pt>
                      <c:pt idx="1469" formatCode="h:mm:ss">
                        <c:v>0.68420138888888893</c:v>
                      </c:pt>
                      <c:pt idx="1470" formatCode="h:mm:ss">
                        <c:v>0.68437499999999996</c:v>
                      </c:pt>
                      <c:pt idx="1471" formatCode="h:mm:ss">
                        <c:v>0.68454861111111109</c:v>
                      </c:pt>
                      <c:pt idx="1472" formatCode="h:mm:ss">
                        <c:v>0.68472222222222223</c:v>
                      </c:pt>
                      <c:pt idx="1473" formatCode="h:mm:ss">
                        <c:v>0.68489583333333337</c:v>
                      </c:pt>
                      <c:pt idx="1474" formatCode="h:mm:ss">
                        <c:v>0.6850694444444444</c:v>
                      </c:pt>
                      <c:pt idx="1475" formatCode="h:mm:ss">
                        <c:v>0.68524305555555554</c:v>
                      </c:pt>
                      <c:pt idx="1476" formatCode="h:mm:ss">
                        <c:v>0.68541666666666667</c:v>
                      </c:pt>
                      <c:pt idx="1477" formatCode="h:mm:ss">
                        <c:v>0.68559027777777781</c:v>
                      </c:pt>
                      <c:pt idx="1478" formatCode="h:mm:ss">
                        <c:v>0.68576388888888884</c:v>
                      </c:pt>
                      <c:pt idx="1479" formatCode="h:mm:ss">
                        <c:v>0.68593749999999998</c:v>
                      </c:pt>
                      <c:pt idx="1480" formatCode="h:mm:ss">
                        <c:v>0.68611111111111112</c:v>
                      </c:pt>
                      <c:pt idx="1481" formatCode="h:mm:ss">
                        <c:v>0.68628472222222225</c:v>
                      </c:pt>
                      <c:pt idx="1482" formatCode="h:mm:ss">
                        <c:v>0.68645833333333328</c:v>
                      </c:pt>
                      <c:pt idx="1483" formatCode="h:mm:ss">
                        <c:v>0.68663194444444442</c:v>
                      </c:pt>
                      <c:pt idx="1484" formatCode="h:mm:ss">
                        <c:v>0.68680555555555556</c:v>
                      </c:pt>
                      <c:pt idx="1485" formatCode="h:mm:ss">
                        <c:v>0.6869791666666667</c:v>
                      </c:pt>
                      <c:pt idx="1486" formatCode="h:mm:ss">
                        <c:v>0.68715277777777772</c:v>
                      </c:pt>
                      <c:pt idx="1487" formatCode="h:mm:ss">
                        <c:v>0.68732638888888886</c:v>
                      </c:pt>
                      <c:pt idx="1488" formatCode="h:mm:ss">
                        <c:v>0.6875</c:v>
                      </c:pt>
                      <c:pt idx="1489" formatCode="h:mm:ss">
                        <c:v>0.68767361111111114</c:v>
                      </c:pt>
                      <c:pt idx="1490" formatCode="h:mm:ss">
                        <c:v>0.68784722222222228</c:v>
                      </c:pt>
                      <c:pt idx="1491" formatCode="h:mm:ss">
                        <c:v>0.6880208333333333</c:v>
                      </c:pt>
                      <c:pt idx="1492" formatCode="h:mm:ss">
                        <c:v>0.68819444444444444</c:v>
                      </c:pt>
                      <c:pt idx="1493" formatCode="h:mm:ss">
                        <c:v>0.68836805555555558</c:v>
                      </c:pt>
                      <c:pt idx="1494" formatCode="h:mm:ss">
                        <c:v>0.68854166666666672</c:v>
                      </c:pt>
                      <c:pt idx="1495" formatCode="h:mm:ss">
                        <c:v>0.68871527777777775</c:v>
                      </c:pt>
                      <c:pt idx="1496" formatCode="h:mm:ss">
                        <c:v>0.68888888888888888</c:v>
                      </c:pt>
                      <c:pt idx="1497" formatCode="h:mm:ss">
                        <c:v>0.68906250000000002</c:v>
                      </c:pt>
                      <c:pt idx="1498" formatCode="h:mm:ss">
                        <c:v>0.68923611111111116</c:v>
                      </c:pt>
                      <c:pt idx="1499" formatCode="h:mm:ss">
                        <c:v>0.68940972222222219</c:v>
                      </c:pt>
                      <c:pt idx="1500" formatCode="h:mm:ss">
                        <c:v>0.68958333333333333</c:v>
                      </c:pt>
                      <c:pt idx="1501" formatCode="h:mm:ss">
                        <c:v>0.68975694444444446</c:v>
                      </c:pt>
                      <c:pt idx="1502" formatCode="h:mm:ss">
                        <c:v>0.6899305555555556</c:v>
                      </c:pt>
                      <c:pt idx="1503" formatCode="h:mm:ss">
                        <c:v>0.69010416666666663</c:v>
                      </c:pt>
                      <c:pt idx="1504" formatCode="h:mm:ss">
                        <c:v>0.69027777777777777</c:v>
                      </c:pt>
                      <c:pt idx="1505" formatCode="h:mm:ss">
                        <c:v>0.69045138888888891</c:v>
                      </c:pt>
                      <c:pt idx="1506" formatCode="h:mm:ss">
                        <c:v>0.69062500000000004</c:v>
                      </c:pt>
                      <c:pt idx="1507" formatCode="h:mm:ss">
                        <c:v>0.69079861111111107</c:v>
                      </c:pt>
                      <c:pt idx="1508" formatCode="h:mm:ss">
                        <c:v>0.69097222222222221</c:v>
                      </c:pt>
                      <c:pt idx="1509" formatCode="h:mm:ss">
                        <c:v>0.69114583333333335</c:v>
                      </c:pt>
                      <c:pt idx="1510" formatCode="h:mm:ss">
                        <c:v>0.69131944444444449</c:v>
                      </c:pt>
                      <c:pt idx="1511" formatCode="h:mm:ss">
                        <c:v>0.69149305555555551</c:v>
                      </c:pt>
                      <c:pt idx="1512" formatCode="h:mm:ss">
                        <c:v>0.69166666666666665</c:v>
                      </c:pt>
                      <c:pt idx="1513" formatCode="h:mm:ss">
                        <c:v>0.69184027777777779</c:v>
                      </c:pt>
                      <c:pt idx="1514" formatCode="h:mm:ss">
                        <c:v>0.69201388888888893</c:v>
                      </c:pt>
                      <c:pt idx="1515" formatCode="h:mm:ss">
                        <c:v>0.69218749999999996</c:v>
                      </c:pt>
                      <c:pt idx="1516" formatCode="h:mm:ss">
                        <c:v>0.69236111111111109</c:v>
                      </c:pt>
                      <c:pt idx="1517" formatCode="h:mm:ss">
                        <c:v>0.69253472222222223</c:v>
                      </c:pt>
                      <c:pt idx="1518" formatCode="h:mm:ss">
                        <c:v>0.69270833333333337</c:v>
                      </c:pt>
                      <c:pt idx="1519" formatCode="h:mm:ss">
                        <c:v>0.6928819444444444</c:v>
                      </c:pt>
                      <c:pt idx="1520" formatCode="h:mm:ss">
                        <c:v>0.69305555555555554</c:v>
                      </c:pt>
                      <c:pt idx="1521" formatCode="h:mm:ss">
                        <c:v>0.69322916666666667</c:v>
                      </c:pt>
                      <c:pt idx="1522" formatCode="h:mm:ss">
                        <c:v>0.69340277777777781</c:v>
                      </c:pt>
                      <c:pt idx="1523" formatCode="h:mm:ss">
                        <c:v>0.69357638888888884</c:v>
                      </c:pt>
                      <c:pt idx="1524" formatCode="h:mm:ss">
                        <c:v>0.69374999999999998</c:v>
                      </c:pt>
                      <c:pt idx="1525" formatCode="h:mm:ss">
                        <c:v>0.69392361111111112</c:v>
                      </c:pt>
                      <c:pt idx="1526" formatCode="h:mm:ss">
                        <c:v>0.69409722222222225</c:v>
                      </c:pt>
                      <c:pt idx="1527" formatCode="h:mm:ss">
                        <c:v>0.69427083333333328</c:v>
                      </c:pt>
                      <c:pt idx="1528" formatCode="h:mm:ss">
                        <c:v>0.69444444444444442</c:v>
                      </c:pt>
                      <c:pt idx="1529" formatCode="h:mm:ss">
                        <c:v>0.69461805555555556</c:v>
                      </c:pt>
                      <c:pt idx="1530" formatCode="h:mm:ss">
                        <c:v>0.6947916666666667</c:v>
                      </c:pt>
                      <c:pt idx="1531" formatCode="h:mm:ss">
                        <c:v>0.69496527777777772</c:v>
                      </c:pt>
                      <c:pt idx="1532" formatCode="h:mm:ss">
                        <c:v>0.69513888888888886</c:v>
                      </c:pt>
                      <c:pt idx="1533" formatCode="h:mm:ss">
                        <c:v>0.6953125</c:v>
                      </c:pt>
                      <c:pt idx="1534" formatCode="h:mm:ss">
                        <c:v>0.69548611111111114</c:v>
                      </c:pt>
                      <c:pt idx="1535" formatCode="h:mm:ss">
                        <c:v>0.69565972222222228</c:v>
                      </c:pt>
                      <c:pt idx="1536" formatCode="h:mm:ss">
                        <c:v>0.6958333333333333</c:v>
                      </c:pt>
                      <c:pt idx="1537" formatCode="h:mm:ss">
                        <c:v>0.69600694444444444</c:v>
                      </c:pt>
                      <c:pt idx="1538" formatCode="h:mm:ss">
                        <c:v>0.69618055555555558</c:v>
                      </c:pt>
                      <c:pt idx="1539" formatCode="h:mm:ss">
                        <c:v>0.69635416666666672</c:v>
                      </c:pt>
                      <c:pt idx="1540" formatCode="h:mm:ss">
                        <c:v>0.69652777777777775</c:v>
                      </c:pt>
                      <c:pt idx="1541" formatCode="h:mm:ss">
                        <c:v>0.69670138888888888</c:v>
                      </c:pt>
                      <c:pt idx="1542" formatCode="h:mm:ss">
                        <c:v>0.69687500000000002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2'!$E$10:$E$1552</c15:sqref>
                        </c15:formulaRef>
                      </c:ext>
                    </c:extLst>
                    <c:numCache>
                      <c:formatCode>General</c:formatCode>
                      <c:ptCount val="1543"/>
                      <c:pt idx="0">
                        <c:v>27</c:v>
                      </c:pt>
                      <c:pt idx="1">
                        <c:v>36</c:v>
                      </c:pt>
                      <c:pt idx="2">
                        <c:v>5</c:v>
                      </c:pt>
                      <c:pt idx="3">
                        <c:v>1</c:v>
                      </c:pt>
                      <c:pt idx="4">
                        <c:v>0</c:v>
                      </c:pt>
                      <c:pt idx="5">
                        <c:v>1</c:v>
                      </c:pt>
                      <c:pt idx="6">
                        <c:v>1</c:v>
                      </c:pt>
                      <c:pt idx="7">
                        <c:v>1</c:v>
                      </c:pt>
                      <c:pt idx="8">
                        <c:v>1</c:v>
                      </c:pt>
                      <c:pt idx="9">
                        <c:v>1</c:v>
                      </c:pt>
                      <c:pt idx="10">
                        <c:v>1</c:v>
                      </c:pt>
                      <c:pt idx="11">
                        <c:v>1</c:v>
                      </c:pt>
                      <c:pt idx="12">
                        <c:v>0</c:v>
                      </c:pt>
                      <c:pt idx="13">
                        <c:v>2</c:v>
                      </c:pt>
                      <c:pt idx="14">
                        <c:v>2</c:v>
                      </c:pt>
                      <c:pt idx="15">
                        <c:v>0</c:v>
                      </c:pt>
                      <c:pt idx="16">
                        <c:v>1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1</c:v>
                      </c:pt>
                      <c:pt idx="21">
                        <c:v>1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1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1</c:v>
                      </c:pt>
                      <c:pt idx="32">
                        <c:v>0</c:v>
                      </c:pt>
                      <c:pt idx="33">
                        <c:v>0</c:v>
                      </c:pt>
                      <c:pt idx="34">
                        <c:v>0</c:v>
                      </c:pt>
                      <c:pt idx="35">
                        <c:v>2</c:v>
                      </c:pt>
                      <c:pt idx="36">
                        <c:v>1</c:v>
                      </c:pt>
                      <c:pt idx="37">
                        <c:v>1</c:v>
                      </c:pt>
                      <c:pt idx="38">
                        <c:v>0</c:v>
                      </c:pt>
                      <c:pt idx="39">
                        <c:v>0</c:v>
                      </c:pt>
                      <c:pt idx="40">
                        <c:v>0</c:v>
                      </c:pt>
                      <c:pt idx="41">
                        <c:v>0</c:v>
                      </c:pt>
                      <c:pt idx="42">
                        <c:v>0</c:v>
                      </c:pt>
                      <c:pt idx="43">
                        <c:v>0</c:v>
                      </c:pt>
                      <c:pt idx="44">
                        <c:v>1</c:v>
                      </c:pt>
                      <c:pt idx="45">
                        <c:v>1</c:v>
                      </c:pt>
                      <c:pt idx="46">
                        <c:v>0</c:v>
                      </c:pt>
                      <c:pt idx="47">
                        <c:v>0</c:v>
                      </c:pt>
                      <c:pt idx="48">
                        <c:v>0</c:v>
                      </c:pt>
                      <c:pt idx="49">
                        <c:v>0</c:v>
                      </c:pt>
                      <c:pt idx="50">
                        <c:v>0</c:v>
                      </c:pt>
                      <c:pt idx="51">
                        <c:v>0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1</c:v>
                      </c:pt>
                      <c:pt idx="60">
                        <c:v>1</c:v>
                      </c:pt>
                      <c:pt idx="61">
                        <c:v>1</c:v>
                      </c:pt>
                      <c:pt idx="62">
                        <c:v>0</c:v>
                      </c:pt>
                      <c:pt idx="63">
                        <c:v>1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1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1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1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  <c:pt idx="100">
                        <c:v>0</c:v>
                      </c:pt>
                      <c:pt idx="101">
                        <c:v>0</c:v>
                      </c:pt>
                      <c:pt idx="102">
                        <c:v>0</c:v>
                      </c:pt>
                      <c:pt idx="103">
                        <c:v>0</c:v>
                      </c:pt>
                      <c:pt idx="104">
                        <c:v>0</c:v>
                      </c:pt>
                      <c:pt idx="105">
                        <c:v>0</c:v>
                      </c:pt>
                      <c:pt idx="106">
                        <c:v>0</c:v>
                      </c:pt>
                      <c:pt idx="107">
                        <c:v>0</c:v>
                      </c:pt>
                      <c:pt idx="108">
                        <c:v>0</c:v>
                      </c:pt>
                      <c:pt idx="109">
                        <c:v>0</c:v>
                      </c:pt>
                      <c:pt idx="110">
                        <c:v>0</c:v>
                      </c:pt>
                      <c:pt idx="111">
                        <c:v>0</c:v>
                      </c:pt>
                      <c:pt idx="112">
                        <c:v>0</c:v>
                      </c:pt>
                      <c:pt idx="113">
                        <c:v>0</c:v>
                      </c:pt>
                      <c:pt idx="114">
                        <c:v>0</c:v>
                      </c:pt>
                      <c:pt idx="115">
                        <c:v>0</c:v>
                      </c:pt>
                      <c:pt idx="116">
                        <c:v>0</c:v>
                      </c:pt>
                      <c:pt idx="117">
                        <c:v>0</c:v>
                      </c:pt>
                      <c:pt idx="118">
                        <c:v>0</c:v>
                      </c:pt>
                      <c:pt idx="119">
                        <c:v>0</c:v>
                      </c:pt>
                      <c:pt idx="120">
                        <c:v>0</c:v>
                      </c:pt>
                      <c:pt idx="121">
                        <c:v>0</c:v>
                      </c:pt>
                      <c:pt idx="122">
                        <c:v>0</c:v>
                      </c:pt>
                      <c:pt idx="123">
                        <c:v>1</c:v>
                      </c:pt>
                      <c:pt idx="124">
                        <c:v>1</c:v>
                      </c:pt>
                      <c:pt idx="125">
                        <c:v>0</c:v>
                      </c:pt>
                      <c:pt idx="126">
                        <c:v>0</c:v>
                      </c:pt>
                      <c:pt idx="127">
                        <c:v>0</c:v>
                      </c:pt>
                      <c:pt idx="128">
                        <c:v>0</c:v>
                      </c:pt>
                      <c:pt idx="129">
                        <c:v>0</c:v>
                      </c:pt>
                      <c:pt idx="130">
                        <c:v>0</c:v>
                      </c:pt>
                      <c:pt idx="131">
                        <c:v>0</c:v>
                      </c:pt>
                      <c:pt idx="132">
                        <c:v>0</c:v>
                      </c:pt>
                      <c:pt idx="133">
                        <c:v>1</c:v>
                      </c:pt>
                      <c:pt idx="134">
                        <c:v>1</c:v>
                      </c:pt>
                      <c:pt idx="135">
                        <c:v>0</c:v>
                      </c:pt>
                      <c:pt idx="136">
                        <c:v>0</c:v>
                      </c:pt>
                      <c:pt idx="137">
                        <c:v>0</c:v>
                      </c:pt>
                      <c:pt idx="138">
                        <c:v>0</c:v>
                      </c:pt>
                      <c:pt idx="139">
                        <c:v>0</c:v>
                      </c:pt>
                      <c:pt idx="140">
                        <c:v>0</c:v>
                      </c:pt>
                      <c:pt idx="141">
                        <c:v>0</c:v>
                      </c:pt>
                      <c:pt idx="142">
                        <c:v>0</c:v>
                      </c:pt>
                      <c:pt idx="143">
                        <c:v>0</c:v>
                      </c:pt>
                      <c:pt idx="144">
                        <c:v>0</c:v>
                      </c:pt>
                      <c:pt idx="145">
                        <c:v>0</c:v>
                      </c:pt>
                      <c:pt idx="146">
                        <c:v>0</c:v>
                      </c:pt>
                      <c:pt idx="147">
                        <c:v>0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0</c:v>
                      </c:pt>
                      <c:pt idx="151">
                        <c:v>0</c:v>
                      </c:pt>
                      <c:pt idx="152">
                        <c:v>1</c:v>
                      </c:pt>
                      <c:pt idx="153">
                        <c:v>0</c:v>
                      </c:pt>
                      <c:pt idx="154">
                        <c:v>0</c:v>
                      </c:pt>
                      <c:pt idx="155">
                        <c:v>0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0</c:v>
                      </c:pt>
                      <c:pt idx="160">
                        <c:v>0</c:v>
                      </c:pt>
                      <c:pt idx="161">
                        <c:v>1</c:v>
                      </c:pt>
                      <c:pt idx="162">
                        <c:v>0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0</c:v>
                      </c:pt>
                      <c:pt idx="167">
                        <c:v>1</c:v>
                      </c:pt>
                      <c:pt idx="168">
                        <c:v>0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0</c:v>
                      </c:pt>
                      <c:pt idx="172">
                        <c:v>0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0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1</c:v>
                      </c:pt>
                      <c:pt idx="186">
                        <c:v>1</c:v>
                      </c:pt>
                      <c:pt idx="187">
                        <c:v>0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  <c:pt idx="200">
                        <c:v>0</c:v>
                      </c:pt>
                      <c:pt idx="201">
                        <c:v>0</c:v>
                      </c:pt>
                      <c:pt idx="202">
                        <c:v>0</c:v>
                      </c:pt>
                      <c:pt idx="203">
                        <c:v>1</c:v>
                      </c:pt>
                      <c:pt idx="204">
                        <c:v>1</c:v>
                      </c:pt>
                      <c:pt idx="205">
                        <c:v>0</c:v>
                      </c:pt>
                      <c:pt idx="206">
                        <c:v>0</c:v>
                      </c:pt>
                      <c:pt idx="207">
                        <c:v>0</c:v>
                      </c:pt>
                      <c:pt idx="208">
                        <c:v>0</c:v>
                      </c:pt>
                      <c:pt idx="209">
                        <c:v>0</c:v>
                      </c:pt>
                      <c:pt idx="210">
                        <c:v>0</c:v>
                      </c:pt>
                      <c:pt idx="211">
                        <c:v>0</c:v>
                      </c:pt>
                      <c:pt idx="212">
                        <c:v>0</c:v>
                      </c:pt>
                      <c:pt idx="213">
                        <c:v>0</c:v>
                      </c:pt>
                      <c:pt idx="214">
                        <c:v>0</c:v>
                      </c:pt>
                      <c:pt idx="215">
                        <c:v>0</c:v>
                      </c:pt>
                      <c:pt idx="216">
                        <c:v>0</c:v>
                      </c:pt>
                      <c:pt idx="217">
                        <c:v>0</c:v>
                      </c:pt>
                      <c:pt idx="218">
                        <c:v>0</c:v>
                      </c:pt>
                      <c:pt idx="219">
                        <c:v>0</c:v>
                      </c:pt>
                      <c:pt idx="220">
                        <c:v>0</c:v>
                      </c:pt>
                      <c:pt idx="221">
                        <c:v>0</c:v>
                      </c:pt>
                      <c:pt idx="222">
                        <c:v>1</c:v>
                      </c:pt>
                      <c:pt idx="223">
                        <c:v>0</c:v>
                      </c:pt>
                      <c:pt idx="224">
                        <c:v>0</c:v>
                      </c:pt>
                      <c:pt idx="225">
                        <c:v>0</c:v>
                      </c:pt>
                      <c:pt idx="226">
                        <c:v>0</c:v>
                      </c:pt>
                      <c:pt idx="227">
                        <c:v>0</c:v>
                      </c:pt>
                      <c:pt idx="228">
                        <c:v>0</c:v>
                      </c:pt>
                      <c:pt idx="229">
                        <c:v>0</c:v>
                      </c:pt>
                      <c:pt idx="230">
                        <c:v>0</c:v>
                      </c:pt>
                      <c:pt idx="231">
                        <c:v>0</c:v>
                      </c:pt>
                      <c:pt idx="232">
                        <c:v>0</c:v>
                      </c:pt>
                      <c:pt idx="233">
                        <c:v>0</c:v>
                      </c:pt>
                      <c:pt idx="234">
                        <c:v>0</c:v>
                      </c:pt>
                      <c:pt idx="235">
                        <c:v>0</c:v>
                      </c:pt>
                      <c:pt idx="236">
                        <c:v>0</c:v>
                      </c:pt>
                      <c:pt idx="237">
                        <c:v>0</c:v>
                      </c:pt>
                      <c:pt idx="238">
                        <c:v>0</c:v>
                      </c:pt>
                      <c:pt idx="239">
                        <c:v>0</c:v>
                      </c:pt>
                      <c:pt idx="240">
                        <c:v>0</c:v>
                      </c:pt>
                      <c:pt idx="241">
                        <c:v>0</c:v>
                      </c:pt>
                      <c:pt idx="242">
                        <c:v>0</c:v>
                      </c:pt>
                      <c:pt idx="243">
                        <c:v>0</c:v>
                      </c:pt>
                      <c:pt idx="244">
                        <c:v>0</c:v>
                      </c:pt>
                      <c:pt idx="245">
                        <c:v>0</c:v>
                      </c:pt>
                      <c:pt idx="246">
                        <c:v>0</c:v>
                      </c:pt>
                      <c:pt idx="247">
                        <c:v>0</c:v>
                      </c:pt>
                      <c:pt idx="248">
                        <c:v>0</c:v>
                      </c:pt>
                      <c:pt idx="249">
                        <c:v>1</c:v>
                      </c:pt>
                      <c:pt idx="250">
                        <c:v>0</c:v>
                      </c:pt>
                      <c:pt idx="251">
                        <c:v>0</c:v>
                      </c:pt>
                      <c:pt idx="252">
                        <c:v>0</c:v>
                      </c:pt>
                      <c:pt idx="253">
                        <c:v>0</c:v>
                      </c:pt>
                      <c:pt idx="254">
                        <c:v>0</c:v>
                      </c:pt>
                      <c:pt idx="255">
                        <c:v>0</c:v>
                      </c:pt>
                      <c:pt idx="256">
                        <c:v>0</c:v>
                      </c:pt>
                      <c:pt idx="257">
                        <c:v>0</c:v>
                      </c:pt>
                      <c:pt idx="258">
                        <c:v>0</c:v>
                      </c:pt>
                      <c:pt idx="259">
                        <c:v>0</c:v>
                      </c:pt>
                      <c:pt idx="260">
                        <c:v>0</c:v>
                      </c:pt>
                      <c:pt idx="261">
                        <c:v>1</c:v>
                      </c:pt>
                      <c:pt idx="262">
                        <c:v>1</c:v>
                      </c:pt>
                      <c:pt idx="263">
                        <c:v>0</c:v>
                      </c:pt>
                      <c:pt idx="264">
                        <c:v>0</c:v>
                      </c:pt>
                      <c:pt idx="265">
                        <c:v>0</c:v>
                      </c:pt>
                      <c:pt idx="266">
                        <c:v>0</c:v>
                      </c:pt>
                      <c:pt idx="267">
                        <c:v>0</c:v>
                      </c:pt>
                      <c:pt idx="268">
                        <c:v>0</c:v>
                      </c:pt>
                      <c:pt idx="269">
                        <c:v>0</c:v>
                      </c:pt>
                      <c:pt idx="270">
                        <c:v>0</c:v>
                      </c:pt>
                      <c:pt idx="271">
                        <c:v>0</c:v>
                      </c:pt>
                      <c:pt idx="272">
                        <c:v>0</c:v>
                      </c:pt>
                      <c:pt idx="273">
                        <c:v>0</c:v>
                      </c:pt>
                      <c:pt idx="274">
                        <c:v>0</c:v>
                      </c:pt>
                      <c:pt idx="275">
                        <c:v>0</c:v>
                      </c:pt>
                      <c:pt idx="276">
                        <c:v>0</c:v>
                      </c:pt>
                      <c:pt idx="277">
                        <c:v>1</c:v>
                      </c:pt>
                      <c:pt idx="278">
                        <c:v>0</c:v>
                      </c:pt>
                      <c:pt idx="279">
                        <c:v>0</c:v>
                      </c:pt>
                      <c:pt idx="280">
                        <c:v>0</c:v>
                      </c:pt>
                      <c:pt idx="281">
                        <c:v>0</c:v>
                      </c:pt>
                      <c:pt idx="282">
                        <c:v>0</c:v>
                      </c:pt>
                      <c:pt idx="283">
                        <c:v>0</c:v>
                      </c:pt>
                      <c:pt idx="284">
                        <c:v>0</c:v>
                      </c:pt>
                      <c:pt idx="285">
                        <c:v>0</c:v>
                      </c:pt>
                      <c:pt idx="286">
                        <c:v>0</c:v>
                      </c:pt>
                      <c:pt idx="287">
                        <c:v>0</c:v>
                      </c:pt>
                      <c:pt idx="288">
                        <c:v>0</c:v>
                      </c:pt>
                      <c:pt idx="289">
                        <c:v>0</c:v>
                      </c:pt>
                      <c:pt idx="290">
                        <c:v>0</c:v>
                      </c:pt>
                      <c:pt idx="291">
                        <c:v>0</c:v>
                      </c:pt>
                      <c:pt idx="292">
                        <c:v>0</c:v>
                      </c:pt>
                      <c:pt idx="293">
                        <c:v>0</c:v>
                      </c:pt>
                      <c:pt idx="294">
                        <c:v>0</c:v>
                      </c:pt>
                      <c:pt idx="295">
                        <c:v>0</c:v>
                      </c:pt>
                      <c:pt idx="296">
                        <c:v>0</c:v>
                      </c:pt>
                      <c:pt idx="297">
                        <c:v>0</c:v>
                      </c:pt>
                      <c:pt idx="298">
                        <c:v>0</c:v>
                      </c:pt>
                      <c:pt idx="299">
                        <c:v>0</c:v>
                      </c:pt>
                      <c:pt idx="300">
                        <c:v>0</c:v>
                      </c:pt>
                      <c:pt idx="301">
                        <c:v>0</c:v>
                      </c:pt>
                      <c:pt idx="302">
                        <c:v>0</c:v>
                      </c:pt>
                      <c:pt idx="303">
                        <c:v>0</c:v>
                      </c:pt>
                      <c:pt idx="304">
                        <c:v>0</c:v>
                      </c:pt>
                      <c:pt idx="305">
                        <c:v>0</c:v>
                      </c:pt>
                      <c:pt idx="306">
                        <c:v>0</c:v>
                      </c:pt>
                      <c:pt idx="307">
                        <c:v>1</c:v>
                      </c:pt>
                      <c:pt idx="308">
                        <c:v>0</c:v>
                      </c:pt>
                      <c:pt idx="309">
                        <c:v>0</c:v>
                      </c:pt>
                      <c:pt idx="310">
                        <c:v>0</c:v>
                      </c:pt>
                      <c:pt idx="311">
                        <c:v>0</c:v>
                      </c:pt>
                      <c:pt idx="312">
                        <c:v>0</c:v>
                      </c:pt>
                      <c:pt idx="313">
                        <c:v>0</c:v>
                      </c:pt>
                      <c:pt idx="314">
                        <c:v>0</c:v>
                      </c:pt>
                      <c:pt idx="315">
                        <c:v>0</c:v>
                      </c:pt>
                      <c:pt idx="316">
                        <c:v>0</c:v>
                      </c:pt>
                      <c:pt idx="317">
                        <c:v>0</c:v>
                      </c:pt>
                      <c:pt idx="318">
                        <c:v>0</c:v>
                      </c:pt>
                      <c:pt idx="319">
                        <c:v>0</c:v>
                      </c:pt>
                      <c:pt idx="320">
                        <c:v>0</c:v>
                      </c:pt>
                      <c:pt idx="321">
                        <c:v>0</c:v>
                      </c:pt>
                      <c:pt idx="322">
                        <c:v>0</c:v>
                      </c:pt>
                      <c:pt idx="323">
                        <c:v>0</c:v>
                      </c:pt>
                      <c:pt idx="324">
                        <c:v>0</c:v>
                      </c:pt>
                      <c:pt idx="325">
                        <c:v>1</c:v>
                      </c:pt>
                      <c:pt idx="326">
                        <c:v>0</c:v>
                      </c:pt>
                      <c:pt idx="327">
                        <c:v>0</c:v>
                      </c:pt>
                      <c:pt idx="328">
                        <c:v>0</c:v>
                      </c:pt>
                      <c:pt idx="329">
                        <c:v>0</c:v>
                      </c:pt>
                      <c:pt idx="330">
                        <c:v>0</c:v>
                      </c:pt>
                      <c:pt idx="331">
                        <c:v>0</c:v>
                      </c:pt>
                      <c:pt idx="332">
                        <c:v>0</c:v>
                      </c:pt>
                      <c:pt idx="333">
                        <c:v>0</c:v>
                      </c:pt>
                      <c:pt idx="334">
                        <c:v>0</c:v>
                      </c:pt>
                      <c:pt idx="335">
                        <c:v>0</c:v>
                      </c:pt>
                      <c:pt idx="336">
                        <c:v>0</c:v>
                      </c:pt>
                      <c:pt idx="337">
                        <c:v>0</c:v>
                      </c:pt>
                      <c:pt idx="338">
                        <c:v>0</c:v>
                      </c:pt>
                      <c:pt idx="339">
                        <c:v>0</c:v>
                      </c:pt>
                      <c:pt idx="340">
                        <c:v>0</c:v>
                      </c:pt>
                      <c:pt idx="341">
                        <c:v>0</c:v>
                      </c:pt>
                      <c:pt idx="342">
                        <c:v>0</c:v>
                      </c:pt>
                      <c:pt idx="343">
                        <c:v>0</c:v>
                      </c:pt>
                      <c:pt idx="344">
                        <c:v>0</c:v>
                      </c:pt>
                      <c:pt idx="345">
                        <c:v>0</c:v>
                      </c:pt>
                      <c:pt idx="346">
                        <c:v>0</c:v>
                      </c:pt>
                      <c:pt idx="347">
                        <c:v>0</c:v>
                      </c:pt>
                      <c:pt idx="348">
                        <c:v>0</c:v>
                      </c:pt>
                      <c:pt idx="349">
                        <c:v>1</c:v>
                      </c:pt>
                      <c:pt idx="350">
                        <c:v>1</c:v>
                      </c:pt>
                      <c:pt idx="351">
                        <c:v>0</c:v>
                      </c:pt>
                      <c:pt idx="352">
                        <c:v>0</c:v>
                      </c:pt>
                      <c:pt idx="353">
                        <c:v>0</c:v>
                      </c:pt>
                      <c:pt idx="354">
                        <c:v>0</c:v>
                      </c:pt>
                      <c:pt idx="355">
                        <c:v>0</c:v>
                      </c:pt>
                      <c:pt idx="356">
                        <c:v>0</c:v>
                      </c:pt>
                      <c:pt idx="357">
                        <c:v>0</c:v>
                      </c:pt>
                      <c:pt idx="358">
                        <c:v>0</c:v>
                      </c:pt>
                      <c:pt idx="359">
                        <c:v>0</c:v>
                      </c:pt>
                      <c:pt idx="360">
                        <c:v>0</c:v>
                      </c:pt>
                      <c:pt idx="361">
                        <c:v>0</c:v>
                      </c:pt>
                      <c:pt idx="362">
                        <c:v>0</c:v>
                      </c:pt>
                      <c:pt idx="363">
                        <c:v>0</c:v>
                      </c:pt>
                      <c:pt idx="364">
                        <c:v>0</c:v>
                      </c:pt>
                      <c:pt idx="365">
                        <c:v>0</c:v>
                      </c:pt>
                      <c:pt idx="366">
                        <c:v>0</c:v>
                      </c:pt>
                      <c:pt idx="367">
                        <c:v>0</c:v>
                      </c:pt>
                      <c:pt idx="368">
                        <c:v>0</c:v>
                      </c:pt>
                      <c:pt idx="369">
                        <c:v>0</c:v>
                      </c:pt>
                      <c:pt idx="370">
                        <c:v>0</c:v>
                      </c:pt>
                      <c:pt idx="371">
                        <c:v>0</c:v>
                      </c:pt>
                      <c:pt idx="372">
                        <c:v>0</c:v>
                      </c:pt>
                      <c:pt idx="373">
                        <c:v>0</c:v>
                      </c:pt>
                      <c:pt idx="374">
                        <c:v>0</c:v>
                      </c:pt>
                      <c:pt idx="375">
                        <c:v>0</c:v>
                      </c:pt>
                      <c:pt idx="376">
                        <c:v>0</c:v>
                      </c:pt>
                      <c:pt idx="377">
                        <c:v>0</c:v>
                      </c:pt>
                      <c:pt idx="378">
                        <c:v>0</c:v>
                      </c:pt>
                      <c:pt idx="379">
                        <c:v>0</c:v>
                      </c:pt>
                      <c:pt idx="380">
                        <c:v>0</c:v>
                      </c:pt>
                      <c:pt idx="381">
                        <c:v>0</c:v>
                      </c:pt>
                      <c:pt idx="382">
                        <c:v>0</c:v>
                      </c:pt>
                      <c:pt idx="383">
                        <c:v>0</c:v>
                      </c:pt>
                      <c:pt idx="384">
                        <c:v>0</c:v>
                      </c:pt>
                      <c:pt idx="385">
                        <c:v>0</c:v>
                      </c:pt>
                      <c:pt idx="386">
                        <c:v>0</c:v>
                      </c:pt>
                      <c:pt idx="387">
                        <c:v>0</c:v>
                      </c:pt>
                      <c:pt idx="388">
                        <c:v>0</c:v>
                      </c:pt>
                      <c:pt idx="389">
                        <c:v>0</c:v>
                      </c:pt>
                      <c:pt idx="390">
                        <c:v>0</c:v>
                      </c:pt>
                      <c:pt idx="391">
                        <c:v>0</c:v>
                      </c:pt>
                      <c:pt idx="392">
                        <c:v>0</c:v>
                      </c:pt>
                      <c:pt idx="393">
                        <c:v>0</c:v>
                      </c:pt>
                      <c:pt idx="394">
                        <c:v>0</c:v>
                      </c:pt>
                      <c:pt idx="395">
                        <c:v>0</c:v>
                      </c:pt>
                      <c:pt idx="396">
                        <c:v>0</c:v>
                      </c:pt>
                      <c:pt idx="397">
                        <c:v>0</c:v>
                      </c:pt>
                      <c:pt idx="398">
                        <c:v>0</c:v>
                      </c:pt>
                      <c:pt idx="399">
                        <c:v>0</c:v>
                      </c:pt>
                      <c:pt idx="400">
                        <c:v>0</c:v>
                      </c:pt>
                      <c:pt idx="401">
                        <c:v>0</c:v>
                      </c:pt>
                      <c:pt idx="402">
                        <c:v>0</c:v>
                      </c:pt>
                      <c:pt idx="403">
                        <c:v>0</c:v>
                      </c:pt>
                      <c:pt idx="404">
                        <c:v>0</c:v>
                      </c:pt>
                      <c:pt idx="405">
                        <c:v>0</c:v>
                      </c:pt>
                      <c:pt idx="406">
                        <c:v>0</c:v>
                      </c:pt>
                      <c:pt idx="407">
                        <c:v>0</c:v>
                      </c:pt>
                      <c:pt idx="408">
                        <c:v>0</c:v>
                      </c:pt>
                      <c:pt idx="409">
                        <c:v>0</c:v>
                      </c:pt>
                      <c:pt idx="410">
                        <c:v>0</c:v>
                      </c:pt>
                      <c:pt idx="411">
                        <c:v>0</c:v>
                      </c:pt>
                      <c:pt idx="412">
                        <c:v>0</c:v>
                      </c:pt>
                      <c:pt idx="413">
                        <c:v>0</c:v>
                      </c:pt>
                      <c:pt idx="414">
                        <c:v>0</c:v>
                      </c:pt>
                      <c:pt idx="415">
                        <c:v>0</c:v>
                      </c:pt>
                      <c:pt idx="416">
                        <c:v>0</c:v>
                      </c:pt>
                      <c:pt idx="417">
                        <c:v>0</c:v>
                      </c:pt>
                      <c:pt idx="418">
                        <c:v>0</c:v>
                      </c:pt>
                      <c:pt idx="419">
                        <c:v>0</c:v>
                      </c:pt>
                      <c:pt idx="420">
                        <c:v>0</c:v>
                      </c:pt>
                      <c:pt idx="421">
                        <c:v>1</c:v>
                      </c:pt>
                      <c:pt idx="422">
                        <c:v>0</c:v>
                      </c:pt>
                      <c:pt idx="423">
                        <c:v>0</c:v>
                      </c:pt>
                      <c:pt idx="424">
                        <c:v>0</c:v>
                      </c:pt>
                      <c:pt idx="425">
                        <c:v>0</c:v>
                      </c:pt>
                      <c:pt idx="426">
                        <c:v>0</c:v>
                      </c:pt>
                      <c:pt idx="427">
                        <c:v>0</c:v>
                      </c:pt>
                      <c:pt idx="428">
                        <c:v>0</c:v>
                      </c:pt>
                      <c:pt idx="429">
                        <c:v>0</c:v>
                      </c:pt>
                      <c:pt idx="430">
                        <c:v>0</c:v>
                      </c:pt>
                      <c:pt idx="431">
                        <c:v>0</c:v>
                      </c:pt>
                      <c:pt idx="432">
                        <c:v>0</c:v>
                      </c:pt>
                      <c:pt idx="433">
                        <c:v>0</c:v>
                      </c:pt>
                      <c:pt idx="434">
                        <c:v>0</c:v>
                      </c:pt>
                      <c:pt idx="435">
                        <c:v>0</c:v>
                      </c:pt>
                      <c:pt idx="436">
                        <c:v>0</c:v>
                      </c:pt>
                      <c:pt idx="437">
                        <c:v>0</c:v>
                      </c:pt>
                      <c:pt idx="438">
                        <c:v>0</c:v>
                      </c:pt>
                      <c:pt idx="439">
                        <c:v>0</c:v>
                      </c:pt>
                      <c:pt idx="440">
                        <c:v>0</c:v>
                      </c:pt>
                      <c:pt idx="441">
                        <c:v>0</c:v>
                      </c:pt>
                      <c:pt idx="442">
                        <c:v>0</c:v>
                      </c:pt>
                      <c:pt idx="443">
                        <c:v>0</c:v>
                      </c:pt>
                      <c:pt idx="444">
                        <c:v>0</c:v>
                      </c:pt>
                      <c:pt idx="445">
                        <c:v>0</c:v>
                      </c:pt>
                      <c:pt idx="446">
                        <c:v>0</c:v>
                      </c:pt>
                      <c:pt idx="447">
                        <c:v>0</c:v>
                      </c:pt>
                      <c:pt idx="448">
                        <c:v>0</c:v>
                      </c:pt>
                      <c:pt idx="449">
                        <c:v>0</c:v>
                      </c:pt>
                      <c:pt idx="450">
                        <c:v>0</c:v>
                      </c:pt>
                      <c:pt idx="451">
                        <c:v>0</c:v>
                      </c:pt>
                      <c:pt idx="452">
                        <c:v>0</c:v>
                      </c:pt>
                      <c:pt idx="453">
                        <c:v>0</c:v>
                      </c:pt>
                      <c:pt idx="454">
                        <c:v>0</c:v>
                      </c:pt>
                      <c:pt idx="455">
                        <c:v>0</c:v>
                      </c:pt>
                      <c:pt idx="456">
                        <c:v>0</c:v>
                      </c:pt>
                      <c:pt idx="457">
                        <c:v>0</c:v>
                      </c:pt>
                      <c:pt idx="458">
                        <c:v>0</c:v>
                      </c:pt>
                      <c:pt idx="459">
                        <c:v>0</c:v>
                      </c:pt>
                      <c:pt idx="460">
                        <c:v>0</c:v>
                      </c:pt>
                      <c:pt idx="461">
                        <c:v>0</c:v>
                      </c:pt>
                      <c:pt idx="462">
                        <c:v>0</c:v>
                      </c:pt>
                      <c:pt idx="463">
                        <c:v>0</c:v>
                      </c:pt>
                      <c:pt idx="464">
                        <c:v>0</c:v>
                      </c:pt>
                      <c:pt idx="465">
                        <c:v>0</c:v>
                      </c:pt>
                      <c:pt idx="466">
                        <c:v>0</c:v>
                      </c:pt>
                      <c:pt idx="467">
                        <c:v>0</c:v>
                      </c:pt>
                      <c:pt idx="468">
                        <c:v>0</c:v>
                      </c:pt>
                      <c:pt idx="469">
                        <c:v>0</c:v>
                      </c:pt>
                      <c:pt idx="470">
                        <c:v>0</c:v>
                      </c:pt>
                      <c:pt idx="471">
                        <c:v>0</c:v>
                      </c:pt>
                      <c:pt idx="472">
                        <c:v>0</c:v>
                      </c:pt>
                      <c:pt idx="473">
                        <c:v>0</c:v>
                      </c:pt>
                      <c:pt idx="474">
                        <c:v>0</c:v>
                      </c:pt>
                      <c:pt idx="475">
                        <c:v>0</c:v>
                      </c:pt>
                      <c:pt idx="476">
                        <c:v>0</c:v>
                      </c:pt>
                      <c:pt idx="477">
                        <c:v>0</c:v>
                      </c:pt>
                      <c:pt idx="478">
                        <c:v>0</c:v>
                      </c:pt>
                      <c:pt idx="479">
                        <c:v>1</c:v>
                      </c:pt>
                      <c:pt idx="480">
                        <c:v>0</c:v>
                      </c:pt>
                      <c:pt idx="481">
                        <c:v>0</c:v>
                      </c:pt>
                      <c:pt idx="482">
                        <c:v>0</c:v>
                      </c:pt>
                      <c:pt idx="483">
                        <c:v>0</c:v>
                      </c:pt>
                      <c:pt idx="484">
                        <c:v>0</c:v>
                      </c:pt>
                      <c:pt idx="485">
                        <c:v>0</c:v>
                      </c:pt>
                      <c:pt idx="486">
                        <c:v>0</c:v>
                      </c:pt>
                      <c:pt idx="487">
                        <c:v>0</c:v>
                      </c:pt>
                      <c:pt idx="488">
                        <c:v>0</c:v>
                      </c:pt>
                      <c:pt idx="489">
                        <c:v>0</c:v>
                      </c:pt>
                      <c:pt idx="490">
                        <c:v>0</c:v>
                      </c:pt>
                      <c:pt idx="491">
                        <c:v>0</c:v>
                      </c:pt>
                      <c:pt idx="492">
                        <c:v>0</c:v>
                      </c:pt>
                      <c:pt idx="493">
                        <c:v>0</c:v>
                      </c:pt>
                      <c:pt idx="494">
                        <c:v>1</c:v>
                      </c:pt>
                      <c:pt idx="495">
                        <c:v>1</c:v>
                      </c:pt>
                      <c:pt idx="496">
                        <c:v>0</c:v>
                      </c:pt>
                      <c:pt idx="497">
                        <c:v>0</c:v>
                      </c:pt>
                      <c:pt idx="498">
                        <c:v>0</c:v>
                      </c:pt>
                      <c:pt idx="499">
                        <c:v>0</c:v>
                      </c:pt>
                      <c:pt idx="500">
                        <c:v>0</c:v>
                      </c:pt>
                      <c:pt idx="501">
                        <c:v>0</c:v>
                      </c:pt>
                      <c:pt idx="502">
                        <c:v>0</c:v>
                      </c:pt>
                      <c:pt idx="503">
                        <c:v>0</c:v>
                      </c:pt>
                      <c:pt idx="504">
                        <c:v>0</c:v>
                      </c:pt>
                      <c:pt idx="505">
                        <c:v>0</c:v>
                      </c:pt>
                      <c:pt idx="506">
                        <c:v>0</c:v>
                      </c:pt>
                      <c:pt idx="507">
                        <c:v>0</c:v>
                      </c:pt>
                      <c:pt idx="508">
                        <c:v>0</c:v>
                      </c:pt>
                      <c:pt idx="509">
                        <c:v>0</c:v>
                      </c:pt>
                      <c:pt idx="510">
                        <c:v>0</c:v>
                      </c:pt>
                      <c:pt idx="511">
                        <c:v>0</c:v>
                      </c:pt>
                      <c:pt idx="512">
                        <c:v>0</c:v>
                      </c:pt>
                      <c:pt idx="513">
                        <c:v>0</c:v>
                      </c:pt>
                      <c:pt idx="514">
                        <c:v>0</c:v>
                      </c:pt>
                      <c:pt idx="515">
                        <c:v>0</c:v>
                      </c:pt>
                      <c:pt idx="516">
                        <c:v>0</c:v>
                      </c:pt>
                      <c:pt idx="517">
                        <c:v>0</c:v>
                      </c:pt>
                      <c:pt idx="518">
                        <c:v>0</c:v>
                      </c:pt>
                      <c:pt idx="519">
                        <c:v>0</c:v>
                      </c:pt>
                      <c:pt idx="520">
                        <c:v>0</c:v>
                      </c:pt>
                      <c:pt idx="521">
                        <c:v>0</c:v>
                      </c:pt>
                      <c:pt idx="522">
                        <c:v>0</c:v>
                      </c:pt>
                      <c:pt idx="523">
                        <c:v>0</c:v>
                      </c:pt>
                      <c:pt idx="524">
                        <c:v>0</c:v>
                      </c:pt>
                      <c:pt idx="525">
                        <c:v>0</c:v>
                      </c:pt>
                      <c:pt idx="526">
                        <c:v>0</c:v>
                      </c:pt>
                      <c:pt idx="527">
                        <c:v>0</c:v>
                      </c:pt>
                      <c:pt idx="528">
                        <c:v>0</c:v>
                      </c:pt>
                      <c:pt idx="529">
                        <c:v>0</c:v>
                      </c:pt>
                      <c:pt idx="530">
                        <c:v>0</c:v>
                      </c:pt>
                      <c:pt idx="531">
                        <c:v>0</c:v>
                      </c:pt>
                      <c:pt idx="532">
                        <c:v>0</c:v>
                      </c:pt>
                      <c:pt idx="533">
                        <c:v>0</c:v>
                      </c:pt>
                      <c:pt idx="534">
                        <c:v>0</c:v>
                      </c:pt>
                      <c:pt idx="535">
                        <c:v>0</c:v>
                      </c:pt>
                      <c:pt idx="536">
                        <c:v>0</c:v>
                      </c:pt>
                      <c:pt idx="537">
                        <c:v>0</c:v>
                      </c:pt>
                      <c:pt idx="538">
                        <c:v>0</c:v>
                      </c:pt>
                      <c:pt idx="539">
                        <c:v>0</c:v>
                      </c:pt>
                      <c:pt idx="540">
                        <c:v>0</c:v>
                      </c:pt>
                      <c:pt idx="541">
                        <c:v>0</c:v>
                      </c:pt>
                      <c:pt idx="542">
                        <c:v>0</c:v>
                      </c:pt>
                      <c:pt idx="543">
                        <c:v>0</c:v>
                      </c:pt>
                      <c:pt idx="544">
                        <c:v>0</c:v>
                      </c:pt>
                      <c:pt idx="545">
                        <c:v>0</c:v>
                      </c:pt>
                      <c:pt idx="546">
                        <c:v>0</c:v>
                      </c:pt>
                      <c:pt idx="547">
                        <c:v>0</c:v>
                      </c:pt>
                      <c:pt idx="548">
                        <c:v>0</c:v>
                      </c:pt>
                      <c:pt idx="549">
                        <c:v>0</c:v>
                      </c:pt>
                      <c:pt idx="550">
                        <c:v>0</c:v>
                      </c:pt>
                      <c:pt idx="551">
                        <c:v>0</c:v>
                      </c:pt>
                      <c:pt idx="552">
                        <c:v>0</c:v>
                      </c:pt>
                      <c:pt idx="553">
                        <c:v>0</c:v>
                      </c:pt>
                      <c:pt idx="554">
                        <c:v>0</c:v>
                      </c:pt>
                      <c:pt idx="555">
                        <c:v>0</c:v>
                      </c:pt>
                      <c:pt idx="556">
                        <c:v>0</c:v>
                      </c:pt>
                      <c:pt idx="557">
                        <c:v>0</c:v>
                      </c:pt>
                      <c:pt idx="558">
                        <c:v>0</c:v>
                      </c:pt>
                      <c:pt idx="559">
                        <c:v>0</c:v>
                      </c:pt>
                      <c:pt idx="560">
                        <c:v>0</c:v>
                      </c:pt>
                      <c:pt idx="561">
                        <c:v>0</c:v>
                      </c:pt>
                      <c:pt idx="562">
                        <c:v>0</c:v>
                      </c:pt>
                      <c:pt idx="563">
                        <c:v>0</c:v>
                      </c:pt>
                      <c:pt idx="564">
                        <c:v>0</c:v>
                      </c:pt>
                      <c:pt idx="565">
                        <c:v>0</c:v>
                      </c:pt>
                      <c:pt idx="566">
                        <c:v>0</c:v>
                      </c:pt>
                      <c:pt idx="567">
                        <c:v>0</c:v>
                      </c:pt>
                      <c:pt idx="568">
                        <c:v>0</c:v>
                      </c:pt>
                      <c:pt idx="569">
                        <c:v>0</c:v>
                      </c:pt>
                      <c:pt idx="570">
                        <c:v>0</c:v>
                      </c:pt>
                      <c:pt idx="571">
                        <c:v>0</c:v>
                      </c:pt>
                      <c:pt idx="572">
                        <c:v>0</c:v>
                      </c:pt>
                      <c:pt idx="573">
                        <c:v>0</c:v>
                      </c:pt>
                      <c:pt idx="574">
                        <c:v>0</c:v>
                      </c:pt>
                      <c:pt idx="575">
                        <c:v>0</c:v>
                      </c:pt>
                      <c:pt idx="576">
                        <c:v>0</c:v>
                      </c:pt>
                      <c:pt idx="577">
                        <c:v>0</c:v>
                      </c:pt>
                      <c:pt idx="578">
                        <c:v>1</c:v>
                      </c:pt>
                      <c:pt idx="579">
                        <c:v>0</c:v>
                      </c:pt>
                      <c:pt idx="580">
                        <c:v>0</c:v>
                      </c:pt>
                      <c:pt idx="581">
                        <c:v>0</c:v>
                      </c:pt>
                      <c:pt idx="582">
                        <c:v>0</c:v>
                      </c:pt>
                      <c:pt idx="583">
                        <c:v>0</c:v>
                      </c:pt>
                      <c:pt idx="584">
                        <c:v>0</c:v>
                      </c:pt>
                      <c:pt idx="585">
                        <c:v>0</c:v>
                      </c:pt>
                      <c:pt idx="586">
                        <c:v>0</c:v>
                      </c:pt>
                      <c:pt idx="587">
                        <c:v>0</c:v>
                      </c:pt>
                      <c:pt idx="588">
                        <c:v>0</c:v>
                      </c:pt>
                      <c:pt idx="589">
                        <c:v>0</c:v>
                      </c:pt>
                      <c:pt idx="590">
                        <c:v>0</c:v>
                      </c:pt>
                      <c:pt idx="591">
                        <c:v>0</c:v>
                      </c:pt>
                      <c:pt idx="592">
                        <c:v>0</c:v>
                      </c:pt>
                      <c:pt idx="593">
                        <c:v>0</c:v>
                      </c:pt>
                      <c:pt idx="594">
                        <c:v>0</c:v>
                      </c:pt>
                      <c:pt idx="595">
                        <c:v>0</c:v>
                      </c:pt>
                      <c:pt idx="596">
                        <c:v>0</c:v>
                      </c:pt>
                      <c:pt idx="597">
                        <c:v>0</c:v>
                      </c:pt>
                      <c:pt idx="598">
                        <c:v>0</c:v>
                      </c:pt>
                      <c:pt idx="599">
                        <c:v>0</c:v>
                      </c:pt>
                      <c:pt idx="600">
                        <c:v>0</c:v>
                      </c:pt>
                      <c:pt idx="601">
                        <c:v>0</c:v>
                      </c:pt>
                      <c:pt idx="602">
                        <c:v>0</c:v>
                      </c:pt>
                      <c:pt idx="603">
                        <c:v>1</c:v>
                      </c:pt>
                      <c:pt idx="604">
                        <c:v>1</c:v>
                      </c:pt>
                      <c:pt idx="605">
                        <c:v>0</c:v>
                      </c:pt>
                      <c:pt idx="606">
                        <c:v>0</c:v>
                      </c:pt>
                      <c:pt idx="607">
                        <c:v>0</c:v>
                      </c:pt>
                      <c:pt idx="608">
                        <c:v>0</c:v>
                      </c:pt>
                      <c:pt idx="609">
                        <c:v>0</c:v>
                      </c:pt>
                      <c:pt idx="610">
                        <c:v>0</c:v>
                      </c:pt>
                      <c:pt idx="611">
                        <c:v>0</c:v>
                      </c:pt>
                      <c:pt idx="612">
                        <c:v>0</c:v>
                      </c:pt>
                      <c:pt idx="613">
                        <c:v>0</c:v>
                      </c:pt>
                      <c:pt idx="614">
                        <c:v>0</c:v>
                      </c:pt>
                      <c:pt idx="615">
                        <c:v>0</c:v>
                      </c:pt>
                      <c:pt idx="616">
                        <c:v>0</c:v>
                      </c:pt>
                      <c:pt idx="617">
                        <c:v>0</c:v>
                      </c:pt>
                      <c:pt idx="618">
                        <c:v>0</c:v>
                      </c:pt>
                      <c:pt idx="619">
                        <c:v>0</c:v>
                      </c:pt>
                      <c:pt idx="620">
                        <c:v>0</c:v>
                      </c:pt>
                      <c:pt idx="621">
                        <c:v>0</c:v>
                      </c:pt>
                      <c:pt idx="622">
                        <c:v>0</c:v>
                      </c:pt>
                      <c:pt idx="623">
                        <c:v>0</c:v>
                      </c:pt>
                      <c:pt idx="624">
                        <c:v>0</c:v>
                      </c:pt>
                      <c:pt idx="625">
                        <c:v>0</c:v>
                      </c:pt>
                      <c:pt idx="626">
                        <c:v>0</c:v>
                      </c:pt>
                      <c:pt idx="627">
                        <c:v>1</c:v>
                      </c:pt>
                      <c:pt idx="628">
                        <c:v>0</c:v>
                      </c:pt>
                      <c:pt idx="629">
                        <c:v>0</c:v>
                      </c:pt>
                      <c:pt idx="630">
                        <c:v>0</c:v>
                      </c:pt>
                      <c:pt idx="631">
                        <c:v>0</c:v>
                      </c:pt>
                      <c:pt idx="632">
                        <c:v>0</c:v>
                      </c:pt>
                      <c:pt idx="633">
                        <c:v>0</c:v>
                      </c:pt>
                      <c:pt idx="634">
                        <c:v>0</c:v>
                      </c:pt>
                      <c:pt idx="635">
                        <c:v>0</c:v>
                      </c:pt>
                      <c:pt idx="636">
                        <c:v>0</c:v>
                      </c:pt>
                      <c:pt idx="637">
                        <c:v>0</c:v>
                      </c:pt>
                      <c:pt idx="638">
                        <c:v>0</c:v>
                      </c:pt>
                      <c:pt idx="639">
                        <c:v>0</c:v>
                      </c:pt>
                      <c:pt idx="640">
                        <c:v>0</c:v>
                      </c:pt>
                      <c:pt idx="641">
                        <c:v>0</c:v>
                      </c:pt>
                      <c:pt idx="642">
                        <c:v>0</c:v>
                      </c:pt>
                      <c:pt idx="643">
                        <c:v>0</c:v>
                      </c:pt>
                      <c:pt idx="644">
                        <c:v>0</c:v>
                      </c:pt>
                      <c:pt idx="645">
                        <c:v>0</c:v>
                      </c:pt>
                      <c:pt idx="646">
                        <c:v>0</c:v>
                      </c:pt>
                      <c:pt idx="647">
                        <c:v>0</c:v>
                      </c:pt>
                      <c:pt idx="648">
                        <c:v>0</c:v>
                      </c:pt>
                      <c:pt idx="649">
                        <c:v>0</c:v>
                      </c:pt>
                      <c:pt idx="650">
                        <c:v>0</c:v>
                      </c:pt>
                      <c:pt idx="651">
                        <c:v>0</c:v>
                      </c:pt>
                      <c:pt idx="652">
                        <c:v>0</c:v>
                      </c:pt>
                      <c:pt idx="653">
                        <c:v>0</c:v>
                      </c:pt>
                      <c:pt idx="654">
                        <c:v>0</c:v>
                      </c:pt>
                      <c:pt idx="655">
                        <c:v>0</c:v>
                      </c:pt>
                      <c:pt idx="656">
                        <c:v>0</c:v>
                      </c:pt>
                      <c:pt idx="657">
                        <c:v>0</c:v>
                      </c:pt>
                      <c:pt idx="658">
                        <c:v>0</c:v>
                      </c:pt>
                      <c:pt idx="659">
                        <c:v>0</c:v>
                      </c:pt>
                      <c:pt idx="660">
                        <c:v>0</c:v>
                      </c:pt>
                      <c:pt idx="661">
                        <c:v>0</c:v>
                      </c:pt>
                      <c:pt idx="662">
                        <c:v>0</c:v>
                      </c:pt>
                      <c:pt idx="663">
                        <c:v>0</c:v>
                      </c:pt>
                      <c:pt idx="664">
                        <c:v>0</c:v>
                      </c:pt>
                      <c:pt idx="665">
                        <c:v>0</c:v>
                      </c:pt>
                      <c:pt idx="666">
                        <c:v>0</c:v>
                      </c:pt>
                      <c:pt idx="667">
                        <c:v>0</c:v>
                      </c:pt>
                      <c:pt idx="668">
                        <c:v>0</c:v>
                      </c:pt>
                      <c:pt idx="669">
                        <c:v>0</c:v>
                      </c:pt>
                      <c:pt idx="670">
                        <c:v>0</c:v>
                      </c:pt>
                      <c:pt idx="671">
                        <c:v>0</c:v>
                      </c:pt>
                      <c:pt idx="672">
                        <c:v>0</c:v>
                      </c:pt>
                      <c:pt idx="673">
                        <c:v>0</c:v>
                      </c:pt>
                      <c:pt idx="674">
                        <c:v>0</c:v>
                      </c:pt>
                      <c:pt idx="675">
                        <c:v>0</c:v>
                      </c:pt>
                      <c:pt idx="676">
                        <c:v>0</c:v>
                      </c:pt>
                      <c:pt idx="677">
                        <c:v>0</c:v>
                      </c:pt>
                      <c:pt idx="678">
                        <c:v>0</c:v>
                      </c:pt>
                      <c:pt idx="679">
                        <c:v>0</c:v>
                      </c:pt>
                      <c:pt idx="680">
                        <c:v>0</c:v>
                      </c:pt>
                      <c:pt idx="681">
                        <c:v>0</c:v>
                      </c:pt>
                      <c:pt idx="682">
                        <c:v>0</c:v>
                      </c:pt>
                      <c:pt idx="683">
                        <c:v>0</c:v>
                      </c:pt>
                      <c:pt idx="684">
                        <c:v>0</c:v>
                      </c:pt>
                      <c:pt idx="685">
                        <c:v>0</c:v>
                      </c:pt>
                      <c:pt idx="686">
                        <c:v>0</c:v>
                      </c:pt>
                      <c:pt idx="687">
                        <c:v>0</c:v>
                      </c:pt>
                      <c:pt idx="688">
                        <c:v>0</c:v>
                      </c:pt>
                      <c:pt idx="689">
                        <c:v>0</c:v>
                      </c:pt>
                      <c:pt idx="690">
                        <c:v>0</c:v>
                      </c:pt>
                      <c:pt idx="691">
                        <c:v>0</c:v>
                      </c:pt>
                      <c:pt idx="692">
                        <c:v>0</c:v>
                      </c:pt>
                      <c:pt idx="693">
                        <c:v>0</c:v>
                      </c:pt>
                      <c:pt idx="694">
                        <c:v>0</c:v>
                      </c:pt>
                      <c:pt idx="695">
                        <c:v>0</c:v>
                      </c:pt>
                      <c:pt idx="696">
                        <c:v>0</c:v>
                      </c:pt>
                      <c:pt idx="697">
                        <c:v>0</c:v>
                      </c:pt>
                      <c:pt idx="698">
                        <c:v>0</c:v>
                      </c:pt>
                      <c:pt idx="699">
                        <c:v>0</c:v>
                      </c:pt>
                      <c:pt idx="700">
                        <c:v>0</c:v>
                      </c:pt>
                      <c:pt idx="701">
                        <c:v>0</c:v>
                      </c:pt>
                      <c:pt idx="702">
                        <c:v>0</c:v>
                      </c:pt>
                      <c:pt idx="703">
                        <c:v>0</c:v>
                      </c:pt>
                      <c:pt idx="704">
                        <c:v>0</c:v>
                      </c:pt>
                      <c:pt idx="705">
                        <c:v>0</c:v>
                      </c:pt>
                      <c:pt idx="706">
                        <c:v>0</c:v>
                      </c:pt>
                      <c:pt idx="707">
                        <c:v>0</c:v>
                      </c:pt>
                      <c:pt idx="708">
                        <c:v>0</c:v>
                      </c:pt>
                      <c:pt idx="709">
                        <c:v>0</c:v>
                      </c:pt>
                      <c:pt idx="710">
                        <c:v>0</c:v>
                      </c:pt>
                      <c:pt idx="711">
                        <c:v>0</c:v>
                      </c:pt>
                      <c:pt idx="712">
                        <c:v>0</c:v>
                      </c:pt>
                      <c:pt idx="713">
                        <c:v>0</c:v>
                      </c:pt>
                      <c:pt idx="714">
                        <c:v>0</c:v>
                      </c:pt>
                      <c:pt idx="715">
                        <c:v>0</c:v>
                      </c:pt>
                      <c:pt idx="716">
                        <c:v>0</c:v>
                      </c:pt>
                      <c:pt idx="717">
                        <c:v>0</c:v>
                      </c:pt>
                      <c:pt idx="718">
                        <c:v>0</c:v>
                      </c:pt>
                      <c:pt idx="719">
                        <c:v>0</c:v>
                      </c:pt>
                      <c:pt idx="720">
                        <c:v>0</c:v>
                      </c:pt>
                      <c:pt idx="721">
                        <c:v>0</c:v>
                      </c:pt>
                      <c:pt idx="722">
                        <c:v>0</c:v>
                      </c:pt>
                      <c:pt idx="723">
                        <c:v>0</c:v>
                      </c:pt>
                      <c:pt idx="724">
                        <c:v>0</c:v>
                      </c:pt>
                      <c:pt idx="725">
                        <c:v>0</c:v>
                      </c:pt>
                      <c:pt idx="726">
                        <c:v>0</c:v>
                      </c:pt>
                      <c:pt idx="727">
                        <c:v>0</c:v>
                      </c:pt>
                      <c:pt idx="728">
                        <c:v>0</c:v>
                      </c:pt>
                      <c:pt idx="729">
                        <c:v>0</c:v>
                      </c:pt>
                      <c:pt idx="730">
                        <c:v>0</c:v>
                      </c:pt>
                      <c:pt idx="731">
                        <c:v>0</c:v>
                      </c:pt>
                      <c:pt idx="732">
                        <c:v>0</c:v>
                      </c:pt>
                      <c:pt idx="733">
                        <c:v>0</c:v>
                      </c:pt>
                      <c:pt idx="734">
                        <c:v>0</c:v>
                      </c:pt>
                      <c:pt idx="735">
                        <c:v>0</c:v>
                      </c:pt>
                      <c:pt idx="736">
                        <c:v>0</c:v>
                      </c:pt>
                      <c:pt idx="737">
                        <c:v>0</c:v>
                      </c:pt>
                      <c:pt idx="738">
                        <c:v>0</c:v>
                      </c:pt>
                      <c:pt idx="739">
                        <c:v>0</c:v>
                      </c:pt>
                      <c:pt idx="740">
                        <c:v>0</c:v>
                      </c:pt>
                      <c:pt idx="741">
                        <c:v>0</c:v>
                      </c:pt>
                      <c:pt idx="742">
                        <c:v>0</c:v>
                      </c:pt>
                      <c:pt idx="743">
                        <c:v>0</c:v>
                      </c:pt>
                      <c:pt idx="744">
                        <c:v>0</c:v>
                      </c:pt>
                      <c:pt idx="745">
                        <c:v>0</c:v>
                      </c:pt>
                      <c:pt idx="746">
                        <c:v>0</c:v>
                      </c:pt>
                      <c:pt idx="747">
                        <c:v>0</c:v>
                      </c:pt>
                      <c:pt idx="748">
                        <c:v>0</c:v>
                      </c:pt>
                      <c:pt idx="749">
                        <c:v>0</c:v>
                      </c:pt>
                      <c:pt idx="750">
                        <c:v>0</c:v>
                      </c:pt>
                      <c:pt idx="751">
                        <c:v>1</c:v>
                      </c:pt>
                      <c:pt idx="752">
                        <c:v>0</c:v>
                      </c:pt>
                      <c:pt idx="753">
                        <c:v>0</c:v>
                      </c:pt>
                      <c:pt idx="754">
                        <c:v>0</c:v>
                      </c:pt>
                      <c:pt idx="755">
                        <c:v>0</c:v>
                      </c:pt>
                      <c:pt idx="756">
                        <c:v>0</c:v>
                      </c:pt>
                      <c:pt idx="757">
                        <c:v>0</c:v>
                      </c:pt>
                      <c:pt idx="758">
                        <c:v>0</c:v>
                      </c:pt>
                      <c:pt idx="759">
                        <c:v>0</c:v>
                      </c:pt>
                      <c:pt idx="760">
                        <c:v>0</c:v>
                      </c:pt>
                      <c:pt idx="761">
                        <c:v>0</c:v>
                      </c:pt>
                      <c:pt idx="762">
                        <c:v>0</c:v>
                      </c:pt>
                      <c:pt idx="763">
                        <c:v>0</c:v>
                      </c:pt>
                      <c:pt idx="764">
                        <c:v>0</c:v>
                      </c:pt>
                      <c:pt idx="765">
                        <c:v>0</c:v>
                      </c:pt>
                      <c:pt idx="766">
                        <c:v>0</c:v>
                      </c:pt>
                      <c:pt idx="767">
                        <c:v>0</c:v>
                      </c:pt>
                      <c:pt idx="768">
                        <c:v>0</c:v>
                      </c:pt>
                      <c:pt idx="769">
                        <c:v>0</c:v>
                      </c:pt>
                      <c:pt idx="770">
                        <c:v>0</c:v>
                      </c:pt>
                      <c:pt idx="771">
                        <c:v>0</c:v>
                      </c:pt>
                      <c:pt idx="772">
                        <c:v>0</c:v>
                      </c:pt>
                      <c:pt idx="773">
                        <c:v>0</c:v>
                      </c:pt>
                      <c:pt idx="774">
                        <c:v>0</c:v>
                      </c:pt>
                      <c:pt idx="775">
                        <c:v>0</c:v>
                      </c:pt>
                      <c:pt idx="776">
                        <c:v>0</c:v>
                      </c:pt>
                      <c:pt idx="777">
                        <c:v>0</c:v>
                      </c:pt>
                      <c:pt idx="778">
                        <c:v>0</c:v>
                      </c:pt>
                      <c:pt idx="779">
                        <c:v>0</c:v>
                      </c:pt>
                      <c:pt idx="780">
                        <c:v>0</c:v>
                      </c:pt>
                      <c:pt idx="781">
                        <c:v>0</c:v>
                      </c:pt>
                      <c:pt idx="782">
                        <c:v>0</c:v>
                      </c:pt>
                      <c:pt idx="783">
                        <c:v>0</c:v>
                      </c:pt>
                      <c:pt idx="784">
                        <c:v>0</c:v>
                      </c:pt>
                      <c:pt idx="785">
                        <c:v>0</c:v>
                      </c:pt>
                      <c:pt idx="786">
                        <c:v>0</c:v>
                      </c:pt>
                      <c:pt idx="787">
                        <c:v>0</c:v>
                      </c:pt>
                      <c:pt idx="788">
                        <c:v>0</c:v>
                      </c:pt>
                      <c:pt idx="789">
                        <c:v>0</c:v>
                      </c:pt>
                      <c:pt idx="790">
                        <c:v>0</c:v>
                      </c:pt>
                      <c:pt idx="791">
                        <c:v>0</c:v>
                      </c:pt>
                      <c:pt idx="792">
                        <c:v>0</c:v>
                      </c:pt>
                      <c:pt idx="793">
                        <c:v>0</c:v>
                      </c:pt>
                      <c:pt idx="794">
                        <c:v>0</c:v>
                      </c:pt>
                      <c:pt idx="795">
                        <c:v>0</c:v>
                      </c:pt>
                      <c:pt idx="796">
                        <c:v>0</c:v>
                      </c:pt>
                      <c:pt idx="797">
                        <c:v>0</c:v>
                      </c:pt>
                      <c:pt idx="798">
                        <c:v>0</c:v>
                      </c:pt>
                      <c:pt idx="799">
                        <c:v>0</c:v>
                      </c:pt>
                      <c:pt idx="800">
                        <c:v>0</c:v>
                      </c:pt>
                      <c:pt idx="801">
                        <c:v>0</c:v>
                      </c:pt>
                      <c:pt idx="802">
                        <c:v>0</c:v>
                      </c:pt>
                      <c:pt idx="803">
                        <c:v>0</c:v>
                      </c:pt>
                      <c:pt idx="804">
                        <c:v>0</c:v>
                      </c:pt>
                      <c:pt idx="805">
                        <c:v>0</c:v>
                      </c:pt>
                      <c:pt idx="806">
                        <c:v>0</c:v>
                      </c:pt>
                      <c:pt idx="807">
                        <c:v>0</c:v>
                      </c:pt>
                      <c:pt idx="808">
                        <c:v>1</c:v>
                      </c:pt>
                      <c:pt idx="809">
                        <c:v>1</c:v>
                      </c:pt>
                      <c:pt idx="810">
                        <c:v>0</c:v>
                      </c:pt>
                      <c:pt idx="811">
                        <c:v>0</c:v>
                      </c:pt>
                      <c:pt idx="812">
                        <c:v>0</c:v>
                      </c:pt>
                      <c:pt idx="813">
                        <c:v>0</c:v>
                      </c:pt>
                      <c:pt idx="814">
                        <c:v>0</c:v>
                      </c:pt>
                      <c:pt idx="815">
                        <c:v>0</c:v>
                      </c:pt>
                      <c:pt idx="816">
                        <c:v>0</c:v>
                      </c:pt>
                      <c:pt idx="817">
                        <c:v>0</c:v>
                      </c:pt>
                      <c:pt idx="818">
                        <c:v>0</c:v>
                      </c:pt>
                      <c:pt idx="819">
                        <c:v>0</c:v>
                      </c:pt>
                      <c:pt idx="820">
                        <c:v>0</c:v>
                      </c:pt>
                      <c:pt idx="821">
                        <c:v>0</c:v>
                      </c:pt>
                      <c:pt idx="822">
                        <c:v>0</c:v>
                      </c:pt>
                      <c:pt idx="823">
                        <c:v>0</c:v>
                      </c:pt>
                      <c:pt idx="824">
                        <c:v>0</c:v>
                      </c:pt>
                      <c:pt idx="825">
                        <c:v>0</c:v>
                      </c:pt>
                      <c:pt idx="826">
                        <c:v>0</c:v>
                      </c:pt>
                      <c:pt idx="827">
                        <c:v>0</c:v>
                      </c:pt>
                      <c:pt idx="828">
                        <c:v>0</c:v>
                      </c:pt>
                      <c:pt idx="829">
                        <c:v>0</c:v>
                      </c:pt>
                      <c:pt idx="830">
                        <c:v>0</c:v>
                      </c:pt>
                      <c:pt idx="831">
                        <c:v>0</c:v>
                      </c:pt>
                      <c:pt idx="832">
                        <c:v>0</c:v>
                      </c:pt>
                      <c:pt idx="833">
                        <c:v>0</c:v>
                      </c:pt>
                      <c:pt idx="834">
                        <c:v>0</c:v>
                      </c:pt>
                      <c:pt idx="835">
                        <c:v>0</c:v>
                      </c:pt>
                      <c:pt idx="836">
                        <c:v>0</c:v>
                      </c:pt>
                      <c:pt idx="837">
                        <c:v>0</c:v>
                      </c:pt>
                      <c:pt idx="838">
                        <c:v>0</c:v>
                      </c:pt>
                      <c:pt idx="839">
                        <c:v>0</c:v>
                      </c:pt>
                      <c:pt idx="840">
                        <c:v>0</c:v>
                      </c:pt>
                      <c:pt idx="841">
                        <c:v>0</c:v>
                      </c:pt>
                      <c:pt idx="842">
                        <c:v>0</c:v>
                      </c:pt>
                      <c:pt idx="843">
                        <c:v>0</c:v>
                      </c:pt>
                      <c:pt idx="844">
                        <c:v>0</c:v>
                      </c:pt>
                      <c:pt idx="845">
                        <c:v>0</c:v>
                      </c:pt>
                      <c:pt idx="846">
                        <c:v>0</c:v>
                      </c:pt>
                      <c:pt idx="847">
                        <c:v>0</c:v>
                      </c:pt>
                      <c:pt idx="848">
                        <c:v>0</c:v>
                      </c:pt>
                      <c:pt idx="849">
                        <c:v>0</c:v>
                      </c:pt>
                      <c:pt idx="850">
                        <c:v>0</c:v>
                      </c:pt>
                      <c:pt idx="851">
                        <c:v>0</c:v>
                      </c:pt>
                      <c:pt idx="852">
                        <c:v>0</c:v>
                      </c:pt>
                      <c:pt idx="853">
                        <c:v>0</c:v>
                      </c:pt>
                      <c:pt idx="854">
                        <c:v>0</c:v>
                      </c:pt>
                      <c:pt idx="855">
                        <c:v>0</c:v>
                      </c:pt>
                      <c:pt idx="856">
                        <c:v>0</c:v>
                      </c:pt>
                      <c:pt idx="857">
                        <c:v>0</c:v>
                      </c:pt>
                      <c:pt idx="858">
                        <c:v>0</c:v>
                      </c:pt>
                      <c:pt idx="859">
                        <c:v>0</c:v>
                      </c:pt>
                      <c:pt idx="860">
                        <c:v>0</c:v>
                      </c:pt>
                      <c:pt idx="861">
                        <c:v>0</c:v>
                      </c:pt>
                      <c:pt idx="862">
                        <c:v>0</c:v>
                      </c:pt>
                      <c:pt idx="863">
                        <c:v>1</c:v>
                      </c:pt>
                      <c:pt idx="864">
                        <c:v>1</c:v>
                      </c:pt>
                      <c:pt idx="865">
                        <c:v>0</c:v>
                      </c:pt>
                      <c:pt idx="866">
                        <c:v>0</c:v>
                      </c:pt>
                      <c:pt idx="867">
                        <c:v>0</c:v>
                      </c:pt>
                      <c:pt idx="868">
                        <c:v>0</c:v>
                      </c:pt>
                      <c:pt idx="869">
                        <c:v>0</c:v>
                      </c:pt>
                      <c:pt idx="870">
                        <c:v>0</c:v>
                      </c:pt>
                      <c:pt idx="871">
                        <c:v>0</c:v>
                      </c:pt>
                      <c:pt idx="872">
                        <c:v>0</c:v>
                      </c:pt>
                      <c:pt idx="873">
                        <c:v>0</c:v>
                      </c:pt>
                      <c:pt idx="874">
                        <c:v>0</c:v>
                      </c:pt>
                      <c:pt idx="875">
                        <c:v>0</c:v>
                      </c:pt>
                      <c:pt idx="876">
                        <c:v>0</c:v>
                      </c:pt>
                      <c:pt idx="877">
                        <c:v>0</c:v>
                      </c:pt>
                      <c:pt idx="878">
                        <c:v>0</c:v>
                      </c:pt>
                      <c:pt idx="879">
                        <c:v>0</c:v>
                      </c:pt>
                      <c:pt idx="880">
                        <c:v>0</c:v>
                      </c:pt>
                      <c:pt idx="881">
                        <c:v>0</c:v>
                      </c:pt>
                      <c:pt idx="882">
                        <c:v>0</c:v>
                      </c:pt>
                      <c:pt idx="883">
                        <c:v>0</c:v>
                      </c:pt>
                      <c:pt idx="884">
                        <c:v>0</c:v>
                      </c:pt>
                      <c:pt idx="885">
                        <c:v>0</c:v>
                      </c:pt>
                      <c:pt idx="886">
                        <c:v>0</c:v>
                      </c:pt>
                      <c:pt idx="887">
                        <c:v>0</c:v>
                      </c:pt>
                      <c:pt idx="888">
                        <c:v>0</c:v>
                      </c:pt>
                      <c:pt idx="889">
                        <c:v>0</c:v>
                      </c:pt>
                      <c:pt idx="890">
                        <c:v>0</c:v>
                      </c:pt>
                      <c:pt idx="891">
                        <c:v>0</c:v>
                      </c:pt>
                      <c:pt idx="892">
                        <c:v>0</c:v>
                      </c:pt>
                      <c:pt idx="893">
                        <c:v>0</c:v>
                      </c:pt>
                      <c:pt idx="894">
                        <c:v>0</c:v>
                      </c:pt>
                      <c:pt idx="895">
                        <c:v>0</c:v>
                      </c:pt>
                      <c:pt idx="896">
                        <c:v>0</c:v>
                      </c:pt>
                      <c:pt idx="897">
                        <c:v>0</c:v>
                      </c:pt>
                      <c:pt idx="898">
                        <c:v>0</c:v>
                      </c:pt>
                      <c:pt idx="899">
                        <c:v>0</c:v>
                      </c:pt>
                      <c:pt idx="900">
                        <c:v>0</c:v>
                      </c:pt>
                      <c:pt idx="901">
                        <c:v>0</c:v>
                      </c:pt>
                      <c:pt idx="902">
                        <c:v>0</c:v>
                      </c:pt>
                      <c:pt idx="903">
                        <c:v>0</c:v>
                      </c:pt>
                      <c:pt idx="904">
                        <c:v>0</c:v>
                      </c:pt>
                      <c:pt idx="905">
                        <c:v>0</c:v>
                      </c:pt>
                      <c:pt idx="906">
                        <c:v>0</c:v>
                      </c:pt>
                      <c:pt idx="907">
                        <c:v>0</c:v>
                      </c:pt>
                      <c:pt idx="908">
                        <c:v>0</c:v>
                      </c:pt>
                      <c:pt idx="909">
                        <c:v>0</c:v>
                      </c:pt>
                      <c:pt idx="910">
                        <c:v>0</c:v>
                      </c:pt>
                      <c:pt idx="911">
                        <c:v>0</c:v>
                      </c:pt>
                      <c:pt idx="912">
                        <c:v>0</c:v>
                      </c:pt>
                      <c:pt idx="913">
                        <c:v>0</c:v>
                      </c:pt>
                      <c:pt idx="914">
                        <c:v>0</c:v>
                      </c:pt>
                      <c:pt idx="915">
                        <c:v>0</c:v>
                      </c:pt>
                      <c:pt idx="916">
                        <c:v>0</c:v>
                      </c:pt>
                      <c:pt idx="917">
                        <c:v>0</c:v>
                      </c:pt>
                      <c:pt idx="918">
                        <c:v>0</c:v>
                      </c:pt>
                      <c:pt idx="919">
                        <c:v>0</c:v>
                      </c:pt>
                      <c:pt idx="920">
                        <c:v>0</c:v>
                      </c:pt>
                      <c:pt idx="921">
                        <c:v>0</c:v>
                      </c:pt>
                      <c:pt idx="922">
                        <c:v>0</c:v>
                      </c:pt>
                      <c:pt idx="923">
                        <c:v>0</c:v>
                      </c:pt>
                      <c:pt idx="924">
                        <c:v>0</c:v>
                      </c:pt>
                      <c:pt idx="925">
                        <c:v>0</c:v>
                      </c:pt>
                      <c:pt idx="926">
                        <c:v>0</c:v>
                      </c:pt>
                      <c:pt idx="927">
                        <c:v>0</c:v>
                      </c:pt>
                      <c:pt idx="928">
                        <c:v>0</c:v>
                      </c:pt>
                      <c:pt idx="929">
                        <c:v>0</c:v>
                      </c:pt>
                      <c:pt idx="930">
                        <c:v>0</c:v>
                      </c:pt>
                      <c:pt idx="931">
                        <c:v>0</c:v>
                      </c:pt>
                      <c:pt idx="932">
                        <c:v>0</c:v>
                      </c:pt>
                      <c:pt idx="933">
                        <c:v>0</c:v>
                      </c:pt>
                      <c:pt idx="934">
                        <c:v>0</c:v>
                      </c:pt>
                      <c:pt idx="935">
                        <c:v>0</c:v>
                      </c:pt>
                      <c:pt idx="936">
                        <c:v>0</c:v>
                      </c:pt>
                      <c:pt idx="937">
                        <c:v>0</c:v>
                      </c:pt>
                      <c:pt idx="938">
                        <c:v>0</c:v>
                      </c:pt>
                      <c:pt idx="939">
                        <c:v>0</c:v>
                      </c:pt>
                      <c:pt idx="940">
                        <c:v>0</c:v>
                      </c:pt>
                      <c:pt idx="941">
                        <c:v>0</c:v>
                      </c:pt>
                      <c:pt idx="942">
                        <c:v>0</c:v>
                      </c:pt>
                      <c:pt idx="943">
                        <c:v>0</c:v>
                      </c:pt>
                      <c:pt idx="944">
                        <c:v>0</c:v>
                      </c:pt>
                      <c:pt idx="945">
                        <c:v>0</c:v>
                      </c:pt>
                      <c:pt idx="946">
                        <c:v>0</c:v>
                      </c:pt>
                      <c:pt idx="947">
                        <c:v>0</c:v>
                      </c:pt>
                      <c:pt idx="948">
                        <c:v>0</c:v>
                      </c:pt>
                      <c:pt idx="949">
                        <c:v>0</c:v>
                      </c:pt>
                      <c:pt idx="950">
                        <c:v>0</c:v>
                      </c:pt>
                      <c:pt idx="951">
                        <c:v>0</c:v>
                      </c:pt>
                      <c:pt idx="952">
                        <c:v>0</c:v>
                      </c:pt>
                      <c:pt idx="953">
                        <c:v>0</c:v>
                      </c:pt>
                      <c:pt idx="954">
                        <c:v>0</c:v>
                      </c:pt>
                      <c:pt idx="955">
                        <c:v>0</c:v>
                      </c:pt>
                      <c:pt idx="956">
                        <c:v>0</c:v>
                      </c:pt>
                      <c:pt idx="957">
                        <c:v>0</c:v>
                      </c:pt>
                      <c:pt idx="958">
                        <c:v>0</c:v>
                      </c:pt>
                      <c:pt idx="959">
                        <c:v>0</c:v>
                      </c:pt>
                      <c:pt idx="960">
                        <c:v>0</c:v>
                      </c:pt>
                      <c:pt idx="961">
                        <c:v>0</c:v>
                      </c:pt>
                      <c:pt idx="962">
                        <c:v>0</c:v>
                      </c:pt>
                      <c:pt idx="963">
                        <c:v>0</c:v>
                      </c:pt>
                      <c:pt idx="964">
                        <c:v>0</c:v>
                      </c:pt>
                      <c:pt idx="965">
                        <c:v>0</c:v>
                      </c:pt>
                      <c:pt idx="966">
                        <c:v>0</c:v>
                      </c:pt>
                      <c:pt idx="967">
                        <c:v>0</c:v>
                      </c:pt>
                      <c:pt idx="968">
                        <c:v>0</c:v>
                      </c:pt>
                      <c:pt idx="969">
                        <c:v>0</c:v>
                      </c:pt>
                      <c:pt idx="970">
                        <c:v>0</c:v>
                      </c:pt>
                      <c:pt idx="971">
                        <c:v>0</c:v>
                      </c:pt>
                      <c:pt idx="972">
                        <c:v>0</c:v>
                      </c:pt>
                      <c:pt idx="973">
                        <c:v>0</c:v>
                      </c:pt>
                      <c:pt idx="974">
                        <c:v>0</c:v>
                      </c:pt>
                      <c:pt idx="975">
                        <c:v>0</c:v>
                      </c:pt>
                      <c:pt idx="976">
                        <c:v>0</c:v>
                      </c:pt>
                      <c:pt idx="977">
                        <c:v>0</c:v>
                      </c:pt>
                      <c:pt idx="978">
                        <c:v>0</c:v>
                      </c:pt>
                      <c:pt idx="979">
                        <c:v>0</c:v>
                      </c:pt>
                      <c:pt idx="980">
                        <c:v>0</c:v>
                      </c:pt>
                      <c:pt idx="981">
                        <c:v>0</c:v>
                      </c:pt>
                      <c:pt idx="982">
                        <c:v>0</c:v>
                      </c:pt>
                      <c:pt idx="983">
                        <c:v>0</c:v>
                      </c:pt>
                      <c:pt idx="984">
                        <c:v>0</c:v>
                      </c:pt>
                      <c:pt idx="985">
                        <c:v>0</c:v>
                      </c:pt>
                      <c:pt idx="986">
                        <c:v>0</c:v>
                      </c:pt>
                      <c:pt idx="987">
                        <c:v>0</c:v>
                      </c:pt>
                      <c:pt idx="988">
                        <c:v>0</c:v>
                      </c:pt>
                      <c:pt idx="989">
                        <c:v>0</c:v>
                      </c:pt>
                      <c:pt idx="990">
                        <c:v>0</c:v>
                      </c:pt>
                      <c:pt idx="991">
                        <c:v>0</c:v>
                      </c:pt>
                      <c:pt idx="992">
                        <c:v>0</c:v>
                      </c:pt>
                      <c:pt idx="993">
                        <c:v>0</c:v>
                      </c:pt>
                      <c:pt idx="994">
                        <c:v>0</c:v>
                      </c:pt>
                      <c:pt idx="995">
                        <c:v>0</c:v>
                      </c:pt>
                      <c:pt idx="996">
                        <c:v>0</c:v>
                      </c:pt>
                      <c:pt idx="997">
                        <c:v>0</c:v>
                      </c:pt>
                      <c:pt idx="998">
                        <c:v>0</c:v>
                      </c:pt>
                      <c:pt idx="999">
                        <c:v>0</c:v>
                      </c:pt>
                      <c:pt idx="1000">
                        <c:v>0</c:v>
                      </c:pt>
                      <c:pt idx="1001">
                        <c:v>0</c:v>
                      </c:pt>
                      <c:pt idx="1002">
                        <c:v>0</c:v>
                      </c:pt>
                      <c:pt idx="1003">
                        <c:v>0</c:v>
                      </c:pt>
                      <c:pt idx="1004">
                        <c:v>0</c:v>
                      </c:pt>
                      <c:pt idx="1005">
                        <c:v>0</c:v>
                      </c:pt>
                      <c:pt idx="1006">
                        <c:v>0</c:v>
                      </c:pt>
                      <c:pt idx="1007">
                        <c:v>0</c:v>
                      </c:pt>
                      <c:pt idx="1008">
                        <c:v>0</c:v>
                      </c:pt>
                      <c:pt idx="1009">
                        <c:v>0</c:v>
                      </c:pt>
                      <c:pt idx="1010">
                        <c:v>0</c:v>
                      </c:pt>
                      <c:pt idx="1011">
                        <c:v>0</c:v>
                      </c:pt>
                      <c:pt idx="1012">
                        <c:v>0</c:v>
                      </c:pt>
                      <c:pt idx="1013">
                        <c:v>0</c:v>
                      </c:pt>
                      <c:pt idx="1014">
                        <c:v>0</c:v>
                      </c:pt>
                      <c:pt idx="1015">
                        <c:v>0</c:v>
                      </c:pt>
                      <c:pt idx="1016">
                        <c:v>0</c:v>
                      </c:pt>
                      <c:pt idx="1017">
                        <c:v>0</c:v>
                      </c:pt>
                      <c:pt idx="1018">
                        <c:v>0</c:v>
                      </c:pt>
                      <c:pt idx="1019">
                        <c:v>0</c:v>
                      </c:pt>
                      <c:pt idx="1020">
                        <c:v>0</c:v>
                      </c:pt>
                      <c:pt idx="1021">
                        <c:v>0</c:v>
                      </c:pt>
                      <c:pt idx="1022">
                        <c:v>0</c:v>
                      </c:pt>
                      <c:pt idx="1023">
                        <c:v>0</c:v>
                      </c:pt>
                      <c:pt idx="1024">
                        <c:v>0</c:v>
                      </c:pt>
                      <c:pt idx="1025">
                        <c:v>0</c:v>
                      </c:pt>
                      <c:pt idx="1026">
                        <c:v>0</c:v>
                      </c:pt>
                      <c:pt idx="1027">
                        <c:v>0</c:v>
                      </c:pt>
                      <c:pt idx="1028">
                        <c:v>0</c:v>
                      </c:pt>
                      <c:pt idx="1029">
                        <c:v>0</c:v>
                      </c:pt>
                      <c:pt idx="1030">
                        <c:v>0</c:v>
                      </c:pt>
                      <c:pt idx="1031">
                        <c:v>0</c:v>
                      </c:pt>
                      <c:pt idx="1032">
                        <c:v>0</c:v>
                      </c:pt>
                      <c:pt idx="1033">
                        <c:v>0</c:v>
                      </c:pt>
                      <c:pt idx="1034">
                        <c:v>0</c:v>
                      </c:pt>
                      <c:pt idx="1035">
                        <c:v>0</c:v>
                      </c:pt>
                      <c:pt idx="1036">
                        <c:v>0</c:v>
                      </c:pt>
                      <c:pt idx="1037">
                        <c:v>0</c:v>
                      </c:pt>
                      <c:pt idx="1038">
                        <c:v>0</c:v>
                      </c:pt>
                      <c:pt idx="1039">
                        <c:v>0</c:v>
                      </c:pt>
                      <c:pt idx="1040">
                        <c:v>0</c:v>
                      </c:pt>
                      <c:pt idx="1041">
                        <c:v>0</c:v>
                      </c:pt>
                      <c:pt idx="1042">
                        <c:v>0</c:v>
                      </c:pt>
                      <c:pt idx="1043">
                        <c:v>0</c:v>
                      </c:pt>
                      <c:pt idx="1044">
                        <c:v>0</c:v>
                      </c:pt>
                      <c:pt idx="1045">
                        <c:v>0</c:v>
                      </c:pt>
                      <c:pt idx="1046">
                        <c:v>0</c:v>
                      </c:pt>
                      <c:pt idx="1047">
                        <c:v>0</c:v>
                      </c:pt>
                      <c:pt idx="1048">
                        <c:v>0</c:v>
                      </c:pt>
                      <c:pt idx="1049">
                        <c:v>0</c:v>
                      </c:pt>
                      <c:pt idx="1050">
                        <c:v>0</c:v>
                      </c:pt>
                      <c:pt idx="1051">
                        <c:v>0</c:v>
                      </c:pt>
                      <c:pt idx="1052">
                        <c:v>0</c:v>
                      </c:pt>
                      <c:pt idx="1053">
                        <c:v>0</c:v>
                      </c:pt>
                      <c:pt idx="1054">
                        <c:v>0</c:v>
                      </c:pt>
                      <c:pt idx="1055">
                        <c:v>0</c:v>
                      </c:pt>
                      <c:pt idx="1056">
                        <c:v>0</c:v>
                      </c:pt>
                      <c:pt idx="1057">
                        <c:v>0</c:v>
                      </c:pt>
                      <c:pt idx="1058">
                        <c:v>0</c:v>
                      </c:pt>
                      <c:pt idx="1059">
                        <c:v>0</c:v>
                      </c:pt>
                      <c:pt idx="1060">
                        <c:v>0</c:v>
                      </c:pt>
                      <c:pt idx="1061">
                        <c:v>0</c:v>
                      </c:pt>
                      <c:pt idx="1062">
                        <c:v>0</c:v>
                      </c:pt>
                      <c:pt idx="1063">
                        <c:v>0</c:v>
                      </c:pt>
                      <c:pt idx="1064">
                        <c:v>0</c:v>
                      </c:pt>
                      <c:pt idx="1065">
                        <c:v>0</c:v>
                      </c:pt>
                      <c:pt idx="1066">
                        <c:v>0</c:v>
                      </c:pt>
                      <c:pt idx="1067">
                        <c:v>0</c:v>
                      </c:pt>
                      <c:pt idx="1068">
                        <c:v>0</c:v>
                      </c:pt>
                      <c:pt idx="1069">
                        <c:v>0</c:v>
                      </c:pt>
                      <c:pt idx="1070">
                        <c:v>0</c:v>
                      </c:pt>
                      <c:pt idx="1071">
                        <c:v>0</c:v>
                      </c:pt>
                      <c:pt idx="1072">
                        <c:v>0</c:v>
                      </c:pt>
                      <c:pt idx="1073">
                        <c:v>0</c:v>
                      </c:pt>
                      <c:pt idx="1074">
                        <c:v>0</c:v>
                      </c:pt>
                      <c:pt idx="1075">
                        <c:v>0</c:v>
                      </c:pt>
                      <c:pt idx="1076">
                        <c:v>0</c:v>
                      </c:pt>
                      <c:pt idx="1077">
                        <c:v>0</c:v>
                      </c:pt>
                      <c:pt idx="1078">
                        <c:v>0</c:v>
                      </c:pt>
                      <c:pt idx="1079">
                        <c:v>0</c:v>
                      </c:pt>
                      <c:pt idx="1080">
                        <c:v>0</c:v>
                      </c:pt>
                      <c:pt idx="1081">
                        <c:v>0</c:v>
                      </c:pt>
                      <c:pt idx="1082">
                        <c:v>0</c:v>
                      </c:pt>
                      <c:pt idx="1083">
                        <c:v>0</c:v>
                      </c:pt>
                      <c:pt idx="1084">
                        <c:v>0</c:v>
                      </c:pt>
                      <c:pt idx="1085">
                        <c:v>0</c:v>
                      </c:pt>
                      <c:pt idx="1086">
                        <c:v>0</c:v>
                      </c:pt>
                      <c:pt idx="1087">
                        <c:v>0</c:v>
                      </c:pt>
                      <c:pt idx="1088">
                        <c:v>0</c:v>
                      </c:pt>
                      <c:pt idx="1089">
                        <c:v>0</c:v>
                      </c:pt>
                      <c:pt idx="1090">
                        <c:v>0</c:v>
                      </c:pt>
                      <c:pt idx="1091">
                        <c:v>0</c:v>
                      </c:pt>
                      <c:pt idx="1092">
                        <c:v>0</c:v>
                      </c:pt>
                      <c:pt idx="1093">
                        <c:v>0</c:v>
                      </c:pt>
                      <c:pt idx="1094">
                        <c:v>0</c:v>
                      </c:pt>
                      <c:pt idx="1095">
                        <c:v>0</c:v>
                      </c:pt>
                      <c:pt idx="1096">
                        <c:v>0</c:v>
                      </c:pt>
                      <c:pt idx="1097">
                        <c:v>0</c:v>
                      </c:pt>
                      <c:pt idx="1098">
                        <c:v>0</c:v>
                      </c:pt>
                      <c:pt idx="1099">
                        <c:v>0</c:v>
                      </c:pt>
                      <c:pt idx="1100">
                        <c:v>0</c:v>
                      </c:pt>
                      <c:pt idx="1101">
                        <c:v>0</c:v>
                      </c:pt>
                      <c:pt idx="1102">
                        <c:v>0</c:v>
                      </c:pt>
                      <c:pt idx="1103">
                        <c:v>0</c:v>
                      </c:pt>
                      <c:pt idx="1104">
                        <c:v>0</c:v>
                      </c:pt>
                      <c:pt idx="1105">
                        <c:v>0</c:v>
                      </c:pt>
                      <c:pt idx="1106">
                        <c:v>0</c:v>
                      </c:pt>
                      <c:pt idx="1107">
                        <c:v>0</c:v>
                      </c:pt>
                      <c:pt idx="1108">
                        <c:v>0</c:v>
                      </c:pt>
                      <c:pt idx="1109">
                        <c:v>0</c:v>
                      </c:pt>
                      <c:pt idx="1110">
                        <c:v>0</c:v>
                      </c:pt>
                      <c:pt idx="1111">
                        <c:v>0</c:v>
                      </c:pt>
                      <c:pt idx="1112">
                        <c:v>0</c:v>
                      </c:pt>
                      <c:pt idx="1113">
                        <c:v>0</c:v>
                      </c:pt>
                      <c:pt idx="1114">
                        <c:v>0</c:v>
                      </c:pt>
                      <c:pt idx="1115">
                        <c:v>0</c:v>
                      </c:pt>
                      <c:pt idx="1116">
                        <c:v>0</c:v>
                      </c:pt>
                      <c:pt idx="1117">
                        <c:v>0</c:v>
                      </c:pt>
                      <c:pt idx="1118">
                        <c:v>0</c:v>
                      </c:pt>
                      <c:pt idx="1119">
                        <c:v>0</c:v>
                      </c:pt>
                      <c:pt idx="1120">
                        <c:v>0</c:v>
                      </c:pt>
                      <c:pt idx="1121">
                        <c:v>0</c:v>
                      </c:pt>
                      <c:pt idx="1122">
                        <c:v>0</c:v>
                      </c:pt>
                      <c:pt idx="1123">
                        <c:v>0</c:v>
                      </c:pt>
                      <c:pt idx="1124">
                        <c:v>0</c:v>
                      </c:pt>
                      <c:pt idx="1125">
                        <c:v>0</c:v>
                      </c:pt>
                      <c:pt idx="1126">
                        <c:v>0</c:v>
                      </c:pt>
                      <c:pt idx="1127">
                        <c:v>0</c:v>
                      </c:pt>
                      <c:pt idx="1128">
                        <c:v>0</c:v>
                      </c:pt>
                      <c:pt idx="1129">
                        <c:v>0</c:v>
                      </c:pt>
                      <c:pt idx="1130">
                        <c:v>0</c:v>
                      </c:pt>
                      <c:pt idx="1131">
                        <c:v>0</c:v>
                      </c:pt>
                      <c:pt idx="1132">
                        <c:v>0</c:v>
                      </c:pt>
                      <c:pt idx="1133">
                        <c:v>0</c:v>
                      </c:pt>
                      <c:pt idx="1134">
                        <c:v>0</c:v>
                      </c:pt>
                      <c:pt idx="1135">
                        <c:v>0</c:v>
                      </c:pt>
                      <c:pt idx="1136">
                        <c:v>0</c:v>
                      </c:pt>
                      <c:pt idx="1137">
                        <c:v>0</c:v>
                      </c:pt>
                      <c:pt idx="1138">
                        <c:v>0</c:v>
                      </c:pt>
                      <c:pt idx="1139">
                        <c:v>1</c:v>
                      </c:pt>
                      <c:pt idx="1140">
                        <c:v>1</c:v>
                      </c:pt>
                      <c:pt idx="1141">
                        <c:v>0</c:v>
                      </c:pt>
                      <c:pt idx="1142">
                        <c:v>0</c:v>
                      </c:pt>
                      <c:pt idx="1143">
                        <c:v>0</c:v>
                      </c:pt>
                      <c:pt idx="1144">
                        <c:v>0</c:v>
                      </c:pt>
                      <c:pt idx="1145">
                        <c:v>0</c:v>
                      </c:pt>
                      <c:pt idx="1146">
                        <c:v>0</c:v>
                      </c:pt>
                      <c:pt idx="1147">
                        <c:v>0</c:v>
                      </c:pt>
                      <c:pt idx="1148">
                        <c:v>0</c:v>
                      </c:pt>
                      <c:pt idx="1149">
                        <c:v>0</c:v>
                      </c:pt>
                      <c:pt idx="1150">
                        <c:v>0</c:v>
                      </c:pt>
                      <c:pt idx="1151">
                        <c:v>0</c:v>
                      </c:pt>
                      <c:pt idx="1152">
                        <c:v>0</c:v>
                      </c:pt>
                      <c:pt idx="1153">
                        <c:v>0</c:v>
                      </c:pt>
                      <c:pt idx="1154">
                        <c:v>0</c:v>
                      </c:pt>
                      <c:pt idx="1155">
                        <c:v>0</c:v>
                      </c:pt>
                      <c:pt idx="1156">
                        <c:v>0</c:v>
                      </c:pt>
                      <c:pt idx="1157">
                        <c:v>0</c:v>
                      </c:pt>
                      <c:pt idx="1158">
                        <c:v>0</c:v>
                      </c:pt>
                      <c:pt idx="1159">
                        <c:v>0</c:v>
                      </c:pt>
                      <c:pt idx="1160">
                        <c:v>0</c:v>
                      </c:pt>
                      <c:pt idx="1161">
                        <c:v>0</c:v>
                      </c:pt>
                      <c:pt idx="1162">
                        <c:v>0</c:v>
                      </c:pt>
                      <c:pt idx="1163">
                        <c:v>0</c:v>
                      </c:pt>
                      <c:pt idx="1164">
                        <c:v>0</c:v>
                      </c:pt>
                      <c:pt idx="1165">
                        <c:v>0</c:v>
                      </c:pt>
                      <c:pt idx="1166">
                        <c:v>0</c:v>
                      </c:pt>
                      <c:pt idx="1167">
                        <c:v>0</c:v>
                      </c:pt>
                      <c:pt idx="1168">
                        <c:v>0</c:v>
                      </c:pt>
                      <c:pt idx="1169">
                        <c:v>0</c:v>
                      </c:pt>
                      <c:pt idx="1170">
                        <c:v>0</c:v>
                      </c:pt>
                      <c:pt idx="1171">
                        <c:v>0</c:v>
                      </c:pt>
                      <c:pt idx="1172">
                        <c:v>0</c:v>
                      </c:pt>
                      <c:pt idx="1173">
                        <c:v>0</c:v>
                      </c:pt>
                      <c:pt idx="1174">
                        <c:v>0</c:v>
                      </c:pt>
                      <c:pt idx="1175">
                        <c:v>0</c:v>
                      </c:pt>
                      <c:pt idx="1176">
                        <c:v>0</c:v>
                      </c:pt>
                      <c:pt idx="1177">
                        <c:v>0</c:v>
                      </c:pt>
                      <c:pt idx="1178">
                        <c:v>0</c:v>
                      </c:pt>
                      <c:pt idx="1179">
                        <c:v>0</c:v>
                      </c:pt>
                      <c:pt idx="1180">
                        <c:v>0</c:v>
                      </c:pt>
                      <c:pt idx="1181">
                        <c:v>0</c:v>
                      </c:pt>
                      <c:pt idx="1182">
                        <c:v>0</c:v>
                      </c:pt>
                      <c:pt idx="1183">
                        <c:v>1</c:v>
                      </c:pt>
                      <c:pt idx="1184">
                        <c:v>0</c:v>
                      </c:pt>
                      <c:pt idx="1185">
                        <c:v>0</c:v>
                      </c:pt>
                      <c:pt idx="1186">
                        <c:v>0</c:v>
                      </c:pt>
                      <c:pt idx="1187">
                        <c:v>0</c:v>
                      </c:pt>
                      <c:pt idx="1188">
                        <c:v>0</c:v>
                      </c:pt>
                      <c:pt idx="1189">
                        <c:v>0</c:v>
                      </c:pt>
                      <c:pt idx="1190">
                        <c:v>0</c:v>
                      </c:pt>
                      <c:pt idx="1191">
                        <c:v>0</c:v>
                      </c:pt>
                      <c:pt idx="1192">
                        <c:v>0</c:v>
                      </c:pt>
                      <c:pt idx="1193">
                        <c:v>0</c:v>
                      </c:pt>
                      <c:pt idx="1194">
                        <c:v>0</c:v>
                      </c:pt>
                      <c:pt idx="1195">
                        <c:v>0</c:v>
                      </c:pt>
                      <c:pt idx="1196">
                        <c:v>0</c:v>
                      </c:pt>
                      <c:pt idx="1197">
                        <c:v>0</c:v>
                      </c:pt>
                      <c:pt idx="1198">
                        <c:v>0</c:v>
                      </c:pt>
                      <c:pt idx="1199">
                        <c:v>0</c:v>
                      </c:pt>
                      <c:pt idx="1200">
                        <c:v>0</c:v>
                      </c:pt>
                      <c:pt idx="1201">
                        <c:v>0</c:v>
                      </c:pt>
                      <c:pt idx="1202">
                        <c:v>0</c:v>
                      </c:pt>
                      <c:pt idx="1203">
                        <c:v>0</c:v>
                      </c:pt>
                      <c:pt idx="1204">
                        <c:v>0</c:v>
                      </c:pt>
                      <c:pt idx="1205">
                        <c:v>0</c:v>
                      </c:pt>
                      <c:pt idx="1206">
                        <c:v>0</c:v>
                      </c:pt>
                      <c:pt idx="1207">
                        <c:v>0</c:v>
                      </c:pt>
                      <c:pt idx="1208">
                        <c:v>0</c:v>
                      </c:pt>
                      <c:pt idx="1209">
                        <c:v>0</c:v>
                      </c:pt>
                      <c:pt idx="1210">
                        <c:v>0</c:v>
                      </c:pt>
                      <c:pt idx="1211">
                        <c:v>0</c:v>
                      </c:pt>
                      <c:pt idx="1212">
                        <c:v>0</c:v>
                      </c:pt>
                      <c:pt idx="1213">
                        <c:v>0</c:v>
                      </c:pt>
                      <c:pt idx="1214">
                        <c:v>0</c:v>
                      </c:pt>
                      <c:pt idx="1215">
                        <c:v>0</c:v>
                      </c:pt>
                      <c:pt idx="1216">
                        <c:v>0</c:v>
                      </c:pt>
                      <c:pt idx="1217">
                        <c:v>0</c:v>
                      </c:pt>
                      <c:pt idx="1218">
                        <c:v>0</c:v>
                      </c:pt>
                      <c:pt idx="1219">
                        <c:v>0</c:v>
                      </c:pt>
                      <c:pt idx="1220">
                        <c:v>0</c:v>
                      </c:pt>
                      <c:pt idx="1221">
                        <c:v>0</c:v>
                      </c:pt>
                      <c:pt idx="1222">
                        <c:v>0</c:v>
                      </c:pt>
                      <c:pt idx="1223">
                        <c:v>0</c:v>
                      </c:pt>
                      <c:pt idx="1224">
                        <c:v>0</c:v>
                      </c:pt>
                      <c:pt idx="1225">
                        <c:v>0</c:v>
                      </c:pt>
                      <c:pt idx="1226">
                        <c:v>0</c:v>
                      </c:pt>
                      <c:pt idx="1227">
                        <c:v>1</c:v>
                      </c:pt>
                      <c:pt idx="1228">
                        <c:v>0</c:v>
                      </c:pt>
                      <c:pt idx="1229">
                        <c:v>0</c:v>
                      </c:pt>
                      <c:pt idx="1230">
                        <c:v>0</c:v>
                      </c:pt>
                      <c:pt idx="1231">
                        <c:v>0</c:v>
                      </c:pt>
                      <c:pt idx="1232">
                        <c:v>0</c:v>
                      </c:pt>
                      <c:pt idx="1233">
                        <c:v>0</c:v>
                      </c:pt>
                      <c:pt idx="1234">
                        <c:v>0</c:v>
                      </c:pt>
                      <c:pt idx="1235">
                        <c:v>0</c:v>
                      </c:pt>
                      <c:pt idx="1236">
                        <c:v>0</c:v>
                      </c:pt>
                      <c:pt idx="1237">
                        <c:v>0</c:v>
                      </c:pt>
                      <c:pt idx="1238">
                        <c:v>0</c:v>
                      </c:pt>
                      <c:pt idx="1239">
                        <c:v>0</c:v>
                      </c:pt>
                      <c:pt idx="1240">
                        <c:v>0</c:v>
                      </c:pt>
                      <c:pt idx="1241">
                        <c:v>0</c:v>
                      </c:pt>
                      <c:pt idx="1242">
                        <c:v>0</c:v>
                      </c:pt>
                      <c:pt idx="1243">
                        <c:v>0</c:v>
                      </c:pt>
                      <c:pt idx="1244">
                        <c:v>0</c:v>
                      </c:pt>
                      <c:pt idx="1245">
                        <c:v>0</c:v>
                      </c:pt>
                      <c:pt idx="1246">
                        <c:v>0</c:v>
                      </c:pt>
                      <c:pt idx="1247">
                        <c:v>0</c:v>
                      </c:pt>
                      <c:pt idx="1248">
                        <c:v>0</c:v>
                      </c:pt>
                      <c:pt idx="1249">
                        <c:v>0</c:v>
                      </c:pt>
                      <c:pt idx="1250">
                        <c:v>0</c:v>
                      </c:pt>
                      <c:pt idx="1251">
                        <c:v>0</c:v>
                      </c:pt>
                      <c:pt idx="1252">
                        <c:v>0</c:v>
                      </c:pt>
                      <c:pt idx="1253">
                        <c:v>0</c:v>
                      </c:pt>
                      <c:pt idx="1254">
                        <c:v>0</c:v>
                      </c:pt>
                      <c:pt idx="1255">
                        <c:v>0</c:v>
                      </c:pt>
                      <c:pt idx="1256">
                        <c:v>0</c:v>
                      </c:pt>
                      <c:pt idx="1257">
                        <c:v>0</c:v>
                      </c:pt>
                      <c:pt idx="1258">
                        <c:v>0</c:v>
                      </c:pt>
                      <c:pt idx="1259">
                        <c:v>0</c:v>
                      </c:pt>
                      <c:pt idx="1260">
                        <c:v>0</c:v>
                      </c:pt>
                      <c:pt idx="1261">
                        <c:v>0</c:v>
                      </c:pt>
                      <c:pt idx="1262">
                        <c:v>0</c:v>
                      </c:pt>
                      <c:pt idx="1263">
                        <c:v>0</c:v>
                      </c:pt>
                      <c:pt idx="1264">
                        <c:v>0</c:v>
                      </c:pt>
                      <c:pt idx="1265">
                        <c:v>0</c:v>
                      </c:pt>
                      <c:pt idx="1266">
                        <c:v>0</c:v>
                      </c:pt>
                      <c:pt idx="1267">
                        <c:v>0</c:v>
                      </c:pt>
                      <c:pt idx="1268">
                        <c:v>0</c:v>
                      </c:pt>
                      <c:pt idx="1269">
                        <c:v>0</c:v>
                      </c:pt>
                      <c:pt idx="1270">
                        <c:v>0</c:v>
                      </c:pt>
                      <c:pt idx="1271">
                        <c:v>0</c:v>
                      </c:pt>
                      <c:pt idx="1272">
                        <c:v>0</c:v>
                      </c:pt>
                      <c:pt idx="1273">
                        <c:v>0</c:v>
                      </c:pt>
                      <c:pt idx="1274">
                        <c:v>0</c:v>
                      </c:pt>
                      <c:pt idx="1275">
                        <c:v>0</c:v>
                      </c:pt>
                      <c:pt idx="1276">
                        <c:v>0</c:v>
                      </c:pt>
                      <c:pt idx="1277">
                        <c:v>0</c:v>
                      </c:pt>
                      <c:pt idx="1278">
                        <c:v>0</c:v>
                      </c:pt>
                      <c:pt idx="1279">
                        <c:v>0</c:v>
                      </c:pt>
                      <c:pt idx="1280">
                        <c:v>0</c:v>
                      </c:pt>
                      <c:pt idx="1281">
                        <c:v>0</c:v>
                      </c:pt>
                      <c:pt idx="1282">
                        <c:v>0</c:v>
                      </c:pt>
                      <c:pt idx="1283">
                        <c:v>0</c:v>
                      </c:pt>
                      <c:pt idx="1284">
                        <c:v>0</c:v>
                      </c:pt>
                      <c:pt idx="1285">
                        <c:v>0</c:v>
                      </c:pt>
                      <c:pt idx="1286">
                        <c:v>0</c:v>
                      </c:pt>
                      <c:pt idx="1287">
                        <c:v>0</c:v>
                      </c:pt>
                      <c:pt idx="1288">
                        <c:v>0</c:v>
                      </c:pt>
                      <c:pt idx="1289">
                        <c:v>0</c:v>
                      </c:pt>
                      <c:pt idx="1290">
                        <c:v>0</c:v>
                      </c:pt>
                      <c:pt idx="1291">
                        <c:v>0</c:v>
                      </c:pt>
                      <c:pt idx="1292">
                        <c:v>0</c:v>
                      </c:pt>
                      <c:pt idx="1293">
                        <c:v>0</c:v>
                      </c:pt>
                      <c:pt idx="1294">
                        <c:v>0</c:v>
                      </c:pt>
                      <c:pt idx="1295">
                        <c:v>0</c:v>
                      </c:pt>
                      <c:pt idx="1296">
                        <c:v>0</c:v>
                      </c:pt>
                      <c:pt idx="1297">
                        <c:v>0</c:v>
                      </c:pt>
                      <c:pt idx="1298">
                        <c:v>0</c:v>
                      </c:pt>
                      <c:pt idx="1299">
                        <c:v>0</c:v>
                      </c:pt>
                      <c:pt idx="1300">
                        <c:v>0</c:v>
                      </c:pt>
                      <c:pt idx="1301">
                        <c:v>0</c:v>
                      </c:pt>
                      <c:pt idx="1302">
                        <c:v>0</c:v>
                      </c:pt>
                      <c:pt idx="1303">
                        <c:v>0</c:v>
                      </c:pt>
                      <c:pt idx="1304">
                        <c:v>0</c:v>
                      </c:pt>
                      <c:pt idx="1305">
                        <c:v>0</c:v>
                      </c:pt>
                      <c:pt idx="1306">
                        <c:v>0</c:v>
                      </c:pt>
                      <c:pt idx="1307">
                        <c:v>0</c:v>
                      </c:pt>
                      <c:pt idx="1308">
                        <c:v>0</c:v>
                      </c:pt>
                      <c:pt idx="1309">
                        <c:v>0</c:v>
                      </c:pt>
                      <c:pt idx="1310">
                        <c:v>0</c:v>
                      </c:pt>
                      <c:pt idx="1311">
                        <c:v>0</c:v>
                      </c:pt>
                      <c:pt idx="1312">
                        <c:v>0</c:v>
                      </c:pt>
                      <c:pt idx="1313">
                        <c:v>0</c:v>
                      </c:pt>
                      <c:pt idx="1314">
                        <c:v>0</c:v>
                      </c:pt>
                      <c:pt idx="1315">
                        <c:v>0</c:v>
                      </c:pt>
                      <c:pt idx="1316">
                        <c:v>0</c:v>
                      </c:pt>
                      <c:pt idx="1317">
                        <c:v>0</c:v>
                      </c:pt>
                      <c:pt idx="1318">
                        <c:v>0</c:v>
                      </c:pt>
                      <c:pt idx="1319">
                        <c:v>0</c:v>
                      </c:pt>
                      <c:pt idx="1320">
                        <c:v>0</c:v>
                      </c:pt>
                      <c:pt idx="1321">
                        <c:v>0</c:v>
                      </c:pt>
                      <c:pt idx="1322">
                        <c:v>0</c:v>
                      </c:pt>
                      <c:pt idx="1323">
                        <c:v>0</c:v>
                      </c:pt>
                      <c:pt idx="1324">
                        <c:v>0</c:v>
                      </c:pt>
                      <c:pt idx="1325">
                        <c:v>0</c:v>
                      </c:pt>
                      <c:pt idx="1326">
                        <c:v>0</c:v>
                      </c:pt>
                      <c:pt idx="1327">
                        <c:v>0</c:v>
                      </c:pt>
                      <c:pt idx="1328">
                        <c:v>0</c:v>
                      </c:pt>
                      <c:pt idx="1329">
                        <c:v>0</c:v>
                      </c:pt>
                      <c:pt idx="1330">
                        <c:v>0</c:v>
                      </c:pt>
                      <c:pt idx="1331">
                        <c:v>0</c:v>
                      </c:pt>
                      <c:pt idx="1332">
                        <c:v>0</c:v>
                      </c:pt>
                      <c:pt idx="1333">
                        <c:v>0</c:v>
                      </c:pt>
                      <c:pt idx="1334">
                        <c:v>0</c:v>
                      </c:pt>
                      <c:pt idx="1335">
                        <c:v>0</c:v>
                      </c:pt>
                      <c:pt idx="1336">
                        <c:v>0</c:v>
                      </c:pt>
                      <c:pt idx="1337">
                        <c:v>0</c:v>
                      </c:pt>
                      <c:pt idx="1338">
                        <c:v>0</c:v>
                      </c:pt>
                      <c:pt idx="1339">
                        <c:v>0</c:v>
                      </c:pt>
                      <c:pt idx="1340">
                        <c:v>0</c:v>
                      </c:pt>
                      <c:pt idx="1341">
                        <c:v>0</c:v>
                      </c:pt>
                      <c:pt idx="1342">
                        <c:v>0</c:v>
                      </c:pt>
                      <c:pt idx="1343">
                        <c:v>0</c:v>
                      </c:pt>
                      <c:pt idx="1344">
                        <c:v>0</c:v>
                      </c:pt>
                      <c:pt idx="1345">
                        <c:v>0</c:v>
                      </c:pt>
                      <c:pt idx="1346">
                        <c:v>0</c:v>
                      </c:pt>
                      <c:pt idx="1347">
                        <c:v>0</c:v>
                      </c:pt>
                      <c:pt idx="1348">
                        <c:v>0</c:v>
                      </c:pt>
                      <c:pt idx="1349">
                        <c:v>0</c:v>
                      </c:pt>
                      <c:pt idx="1350">
                        <c:v>0</c:v>
                      </c:pt>
                      <c:pt idx="1351">
                        <c:v>0</c:v>
                      </c:pt>
                      <c:pt idx="1352">
                        <c:v>0</c:v>
                      </c:pt>
                      <c:pt idx="1353">
                        <c:v>0</c:v>
                      </c:pt>
                      <c:pt idx="1354">
                        <c:v>0</c:v>
                      </c:pt>
                      <c:pt idx="1355">
                        <c:v>0</c:v>
                      </c:pt>
                      <c:pt idx="1356">
                        <c:v>0</c:v>
                      </c:pt>
                      <c:pt idx="1357">
                        <c:v>0</c:v>
                      </c:pt>
                      <c:pt idx="1358">
                        <c:v>0</c:v>
                      </c:pt>
                      <c:pt idx="1359">
                        <c:v>0</c:v>
                      </c:pt>
                      <c:pt idx="1360">
                        <c:v>0</c:v>
                      </c:pt>
                      <c:pt idx="1361">
                        <c:v>0</c:v>
                      </c:pt>
                      <c:pt idx="1362">
                        <c:v>0</c:v>
                      </c:pt>
                      <c:pt idx="1363">
                        <c:v>0</c:v>
                      </c:pt>
                      <c:pt idx="1364">
                        <c:v>0</c:v>
                      </c:pt>
                      <c:pt idx="1365">
                        <c:v>0</c:v>
                      </c:pt>
                      <c:pt idx="1366">
                        <c:v>0</c:v>
                      </c:pt>
                      <c:pt idx="1367">
                        <c:v>0</c:v>
                      </c:pt>
                      <c:pt idx="1368">
                        <c:v>0</c:v>
                      </c:pt>
                      <c:pt idx="1369">
                        <c:v>0</c:v>
                      </c:pt>
                      <c:pt idx="1370">
                        <c:v>0</c:v>
                      </c:pt>
                      <c:pt idx="1371">
                        <c:v>0</c:v>
                      </c:pt>
                      <c:pt idx="1372">
                        <c:v>0</c:v>
                      </c:pt>
                      <c:pt idx="1373">
                        <c:v>0</c:v>
                      </c:pt>
                      <c:pt idx="1374">
                        <c:v>0</c:v>
                      </c:pt>
                      <c:pt idx="1375">
                        <c:v>0</c:v>
                      </c:pt>
                      <c:pt idx="1376">
                        <c:v>0</c:v>
                      </c:pt>
                      <c:pt idx="1377">
                        <c:v>0</c:v>
                      </c:pt>
                      <c:pt idx="1378">
                        <c:v>0</c:v>
                      </c:pt>
                      <c:pt idx="1379">
                        <c:v>0</c:v>
                      </c:pt>
                      <c:pt idx="1380">
                        <c:v>0</c:v>
                      </c:pt>
                      <c:pt idx="1381">
                        <c:v>0</c:v>
                      </c:pt>
                      <c:pt idx="1382">
                        <c:v>0</c:v>
                      </c:pt>
                      <c:pt idx="1383">
                        <c:v>0</c:v>
                      </c:pt>
                      <c:pt idx="1384">
                        <c:v>0</c:v>
                      </c:pt>
                      <c:pt idx="1385">
                        <c:v>0</c:v>
                      </c:pt>
                      <c:pt idx="1386">
                        <c:v>0</c:v>
                      </c:pt>
                      <c:pt idx="1387">
                        <c:v>0</c:v>
                      </c:pt>
                      <c:pt idx="1388">
                        <c:v>0</c:v>
                      </c:pt>
                      <c:pt idx="1389">
                        <c:v>0</c:v>
                      </c:pt>
                      <c:pt idx="1390">
                        <c:v>0</c:v>
                      </c:pt>
                      <c:pt idx="1391">
                        <c:v>0</c:v>
                      </c:pt>
                      <c:pt idx="1392">
                        <c:v>0</c:v>
                      </c:pt>
                      <c:pt idx="1393">
                        <c:v>0</c:v>
                      </c:pt>
                      <c:pt idx="1394">
                        <c:v>0</c:v>
                      </c:pt>
                      <c:pt idx="1395">
                        <c:v>0</c:v>
                      </c:pt>
                      <c:pt idx="1396">
                        <c:v>0</c:v>
                      </c:pt>
                      <c:pt idx="1397">
                        <c:v>0</c:v>
                      </c:pt>
                      <c:pt idx="1398">
                        <c:v>0</c:v>
                      </c:pt>
                      <c:pt idx="1399">
                        <c:v>0</c:v>
                      </c:pt>
                      <c:pt idx="1400">
                        <c:v>0</c:v>
                      </c:pt>
                      <c:pt idx="1401">
                        <c:v>0</c:v>
                      </c:pt>
                      <c:pt idx="1402">
                        <c:v>0</c:v>
                      </c:pt>
                      <c:pt idx="1403">
                        <c:v>0</c:v>
                      </c:pt>
                      <c:pt idx="1404">
                        <c:v>0</c:v>
                      </c:pt>
                      <c:pt idx="1405">
                        <c:v>0</c:v>
                      </c:pt>
                      <c:pt idx="1406">
                        <c:v>1</c:v>
                      </c:pt>
                      <c:pt idx="1407">
                        <c:v>0</c:v>
                      </c:pt>
                      <c:pt idx="1408">
                        <c:v>0</c:v>
                      </c:pt>
                      <c:pt idx="1409">
                        <c:v>0</c:v>
                      </c:pt>
                      <c:pt idx="1410">
                        <c:v>0</c:v>
                      </c:pt>
                      <c:pt idx="1411">
                        <c:v>0</c:v>
                      </c:pt>
                      <c:pt idx="1412">
                        <c:v>0</c:v>
                      </c:pt>
                      <c:pt idx="1413">
                        <c:v>0</c:v>
                      </c:pt>
                      <c:pt idx="1414">
                        <c:v>0</c:v>
                      </c:pt>
                      <c:pt idx="1415">
                        <c:v>0</c:v>
                      </c:pt>
                      <c:pt idx="1416">
                        <c:v>0</c:v>
                      </c:pt>
                      <c:pt idx="1417">
                        <c:v>0</c:v>
                      </c:pt>
                      <c:pt idx="1418">
                        <c:v>0</c:v>
                      </c:pt>
                      <c:pt idx="1419">
                        <c:v>0</c:v>
                      </c:pt>
                      <c:pt idx="1420">
                        <c:v>0</c:v>
                      </c:pt>
                      <c:pt idx="1421">
                        <c:v>0</c:v>
                      </c:pt>
                      <c:pt idx="1422">
                        <c:v>0</c:v>
                      </c:pt>
                      <c:pt idx="1423">
                        <c:v>0</c:v>
                      </c:pt>
                      <c:pt idx="1424">
                        <c:v>0</c:v>
                      </c:pt>
                      <c:pt idx="1425">
                        <c:v>0</c:v>
                      </c:pt>
                      <c:pt idx="1426">
                        <c:v>0</c:v>
                      </c:pt>
                      <c:pt idx="1427">
                        <c:v>0</c:v>
                      </c:pt>
                      <c:pt idx="1428">
                        <c:v>0</c:v>
                      </c:pt>
                      <c:pt idx="1429">
                        <c:v>0</c:v>
                      </c:pt>
                      <c:pt idx="1430">
                        <c:v>0</c:v>
                      </c:pt>
                      <c:pt idx="1431">
                        <c:v>0</c:v>
                      </c:pt>
                      <c:pt idx="1432">
                        <c:v>0</c:v>
                      </c:pt>
                      <c:pt idx="1433">
                        <c:v>0</c:v>
                      </c:pt>
                      <c:pt idx="1434">
                        <c:v>0</c:v>
                      </c:pt>
                      <c:pt idx="1435">
                        <c:v>0</c:v>
                      </c:pt>
                      <c:pt idx="1436">
                        <c:v>0</c:v>
                      </c:pt>
                      <c:pt idx="1437">
                        <c:v>0</c:v>
                      </c:pt>
                      <c:pt idx="1438">
                        <c:v>0</c:v>
                      </c:pt>
                      <c:pt idx="1439">
                        <c:v>0</c:v>
                      </c:pt>
                      <c:pt idx="1440">
                        <c:v>0</c:v>
                      </c:pt>
                      <c:pt idx="1441">
                        <c:v>0</c:v>
                      </c:pt>
                      <c:pt idx="1442">
                        <c:v>0</c:v>
                      </c:pt>
                      <c:pt idx="1443">
                        <c:v>0</c:v>
                      </c:pt>
                      <c:pt idx="1444">
                        <c:v>0</c:v>
                      </c:pt>
                      <c:pt idx="1445">
                        <c:v>0</c:v>
                      </c:pt>
                      <c:pt idx="1446">
                        <c:v>0</c:v>
                      </c:pt>
                      <c:pt idx="1447">
                        <c:v>0</c:v>
                      </c:pt>
                      <c:pt idx="1448">
                        <c:v>0</c:v>
                      </c:pt>
                      <c:pt idx="1449">
                        <c:v>0</c:v>
                      </c:pt>
                      <c:pt idx="1450">
                        <c:v>0</c:v>
                      </c:pt>
                      <c:pt idx="1451">
                        <c:v>0</c:v>
                      </c:pt>
                      <c:pt idx="1452">
                        <c:v>0</c:v>
                      </c:pt>
                      <c:pt idx="1453">
                        <c:v>0</c:v>
                      </c:pt>
                      <c:pt idx="1454">
                        <c:v>0</c:v>
                      </c:pt>
                      <c:pt idx="1455">
                        <c:v>0</c:v>
                      </c:pt>
                      <c:pt idx="1456">
                        <c:v>0</c:v>
                      </c:pt>
                      <c:pt idx="1457">
                        <c:v>0</c:v>
                      </c:pt>
                      <c:pt idx="1458">
                        <c:v>0</c:v>
                      </c:pt>
                      <c:pt idx="1459">
                        <c:v>0</c:v>
                      </c:pt>
                      <c:pt idx="1460">
                        <c:v>0</c:v>
                      </c:pt>
                      <c:pt idx="1461">
                        <c:v>0</c:v>
                      </c:pt>
                      <c:pt idx="1462">
                        <c:v>0</c:v>
                      </c:pt>
                      <c:pt idx="1463">
                        <c:v>0</c:v>
                      </c:pt>
                      <c:pt idx="1464">
                        <c:v>0</c:v>
                      </c:pt>
                      <c:pt idx="1465">
                        <c:v>0</c:v>
                      </c:pt>
                      <c:pt idx="1466">
                        <c:v>0</c:v>
                      </c:pt>
                      <c:pt idx="1467">
                        <c:v>0</c:v>
                      </c:pt>
                      <c:pt idx="1468">
                        <c:v>0</c:v>
                      </c:pt>
                      <c:pt idx="1469">
                        <c:v>0</c:v>
                      </c:pt>
                      <c:pt idx="1470">
                        <c:v>0</c:v>
                      </c:pt>
                      <c:pt idx="1471">
                        <c:v>0</c:v>
                      </c:pt>
                      <c:pt idx="1472">
                        <c:v>0</c:v>
                      </c:pt>
                      <c:pt idx="1473">
                        <c:v>0</c:v>
                      </c:pt>
                      <c:pt idx="1474">
                        <c:v>1</c:v>
                      </c:pt>
                      <c:pt idx="1475">
                        <c:v>0</c:v>
                      </c:pt>
                      <c:pt idx="1476">
                        <c:v>0</c:v>
                      </c:pt>
                      <c:pt idx="1477">
                        <c:v>0</c:v>
                      </c:pt>
                      <c:pt idx="1478">
                        <c:v>0</c:v>
                      </c:pt>
                      <c:pt idx="1479">
                        <c:v>0</c:v>
                      </c:pt>
                      <c:pt idx="1480">
                        <c:v>0</c:v>
                      </c:pt>
                      <c:pt idx="1481">
                        <c:v>0</c:v>
                      </c:pt>
                      <c:pt idx="1482">
                        <c:v>0</c:v>
                      </c:pt>
                      <c:pt idx="1483">
                        <c:v>0</c:v>
                      </c:pt>
                      <c:pt idx="1484">
                        <c:v>0</c:v>
                      </c:pt>
                      <c:pt idx="1485">
                        <c:v>0</c:v>
                      </c:pt>
                      <c:pt idx="1486">
                        <c:v>0</c:v>
                      </c:pt>
                      <c:pt idx="1487">
                        <c:v>0</c:v>
                      </c:pt>
                      <c:pt idx="1488">
                        <c:v>0</c:v>
                      </c:pt>
                      <c:pt idx="1489">
                        <c:v>0</c:v>
                      </c:pt>
                      <c:pt idx="1490">
                        <c:v>0</c:v>
                      </c:pt>
                      <c:pt idx="1491">
                        <c:v>0</c:v>
                      </c:pt>
                      <c:pt idx="1492">
                        <c:v>0</c:v>
                      </c:pt>
                      <c:pt idx="1493">
                        <c:v>0</c:v>
                      </c:pt>
                      <c:pt idx="1494">
                        <c:v>0</c:v>
                      </c:pt>
                      <c:pt idx="1495">
                        <c:v>0</c:v>
                      </c:pt>
                      <c:pt idx="1496">
                        <c:v>0</c:v>
                      </c:pt>
                      <c:pt idx="1497">
                        <c:v>0</c:v>
                      </c:pt>
                      <c:pt idx="1498">
                        <c:v>0</c:v>
                      </c:pt>
                      <c:pt idx="1499">
                        <c:v>0</c:v>
                      </c:pt>
                      <c:pt idx="1500">
                        <c:v>0</c:v>
                      </c:pt>
                      <c:pt idx="1501">
                        <c:v>0</c:v>
                      </c:pt>
                      <c:pt idx="1502">
                        <c:v>0</c:v>
                      </c:pt>
                      <c:pt idx="1503">
                        <c:v>0</c:v>
                      </c:pt>
                      <c:pt idx="1504">
                        <c:v>0</c:v>
                      </c:pt>
                      <c:pt idx="1505">
                        <c:v>0</c:v>
                      </c:pt>
                      <c:pt idx="1506">
                        <c:v>0</c:v>
                      </c:pt>
                      <c:pt idx="1507">
                        <c:v>0</c:v>
                      </c:pt>
                      <c:pt idx="1508">
                        <c:v>0</c:v>
                      </c:pt>
                      <c:pt idx="1509">
                        <c:v>0</c:v>
                      </c:pt>
                      <c:pt idx="1510">
                        <c:v>0</c:v>
                      </c:pt>
                      <c:pt idx="1511">
                        <c:v>0</c:v>
                      </c:pt>
                      <c:pt idx="1512">
                        <c:v>0</c:v>
                      </c:pt>
                      <c:pt idx="1513">
                        <c:v>0</c:v>
                      </c:pt>
                      <c:pt idx="1514">
                        <c:v>0</c:v>
                      </c:pt>
                      <c:pt idx="1515">
                        <c:v>0</c:v>
                      </c:pt>
                      <c:pt idx="1516">
                        <c:v>0</c:v>
                      </c:pt>
                      <c:pt idx="1517">
                        <c:v>0</c:v>
                      </c:pt>
                      <c:pt idx="1518">
                        <c:v>0</c:v>
                      </c:pt>
                      <c:pt idx="1519">
                        <c:v>0</c:v>
                      </c:pt>
                      <c:pt idx="1520">
                        <c:v>0</c:v>
                      </c:pt>
                      <c:pt idx="1521">
                        <c:v>0</c:v>
                      </c:pt>
                      <c:pt idx="1522">
                        <c:v>0</c:v>
                      </c:pt>
                      <c:pt idx="1523">
                        <c:v>0</c:v>
                      </c:pt>
                      <c:pt idx="1524">
                        <c:v>0</c:v>
                      </c:pt>
                      <c:pt idx="1525">
                        <c:v>0</c:v>
                      </c:pt>
                      <c:pt idx="1526">
                        <c:v>0</c:v>
                      </c:pt>
                      <c:pt idx="1527">
                        <c:v>0</c:v>
                      </c:pt>
                      <c:pt idx="1528">
                        <c:v>0</c:v>
                      </c:pt>
                      <c:pt idx="1529">
                        <c:v>0</c:v>
                      </c:pt>
                      <c:pt idx="1530">
                        <c:v>0</c:v>
                      </c:pt>
                      <c:pt idx="1531">
                        <c:v>0</c:v>
                      </c:pt>
                      <c:pt idx="1532">
                        <c:v>0</c:v>
                      </c:pt>
                      <c:pt idx="1533">
                        <c:v>0</c:v>
                      </c:pt>
                      <c:pt idx="1534">
                        <c:v>0</c:v>
                      </c:pt>
                      <c:pt idx="1535">
                        <c:v>0</c:v>
                      </c:pt>
                      <c:pt idx="1536">
                        <c:v>0</c:v>
                      </c:pt>
                      <c:pt idx="1537">
                        <c:v>0</c:v>
                      </c:pt>
                      <c:pt idx="1538">
                        <c:v>0</c:v>
                      </c:pt>
                      <c:pt idx="1539">
                        <c:v>0</c:v>
                      </c:pt>
                      <c:pt idx="1540">
                        <c:v>0</c:v>
                      </c:pt>
                      <c:pt idx="1541">
                        <c:v>0</c:v>
                      </c:pt>
                      <c:pt idx="1542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CEEF-438C-B70E-6C6FA6B9BD6F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2'!$F$9</c15:sqref>
                        </c15:formulaRef>
                      </c:ext>
                    </c:extLst>
                    <c:strCache>
                      <c:ptCount val="1"/>
                      <c:pt idx="0">
                        <c:v>O₂ Reading (%VOL)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2'!$A$10:$A$1552</c15:sqref>
                        </c15:formulaRef>
                      </c:ext>
                    </c:extLst>
                    <c:numCache>
                      <c:formatCode>h:mm;@</c:formatCode>
                      <c:ptCount val="1543"/>
                      <c:pt idx="0">
                        <c:v>0.42621527777777779</c:v>
                      </c:pt>
                      <c:pt idx="1">
                        <c:v>0.42638888888888887</c:v>
                      </c:pt>
                      <c:pt idx="2">
                        <c:v>0.42951388888888886</c:v>
                      </c:pt>
                      <c:pt idx="3">
                        <c:v>0.4296875</c:v>
                      </c:pt>
                      <c:pt idx="4">
                        <c:v>0.42986111111111114</c:v>
                      </c:pt>
                      <c:pt idx="5">
                        <c:v>0.43003472222222222</c:v>
                      </c:pt>
                      <c:pt idx="6">
                        <c:v>0.43020833333333336</c:v>
                      </c:pt>
                      <c:pt idx="7">
                        <c:v>0.43038194444444444</c:v>
                      </c:pt>
                      <c:pt idx="8">
                        <c:v>0.43055555555555558</c:v>
                      </c:pt>
                      <c:pt idx="9">
                        <c:v>0.43072916666666666</c:v>
                      </c:pt>
                      <c:pt idx="10">
                        <c:v>0.4309027777777778</c:v>
                      </c:pt>
                      <c:pt idx="11">
                        <c:v>0.43107638888888888</c:v>
                      </c:pt>
                      <c:pt idx="12">
                        <c:v>0.43125000000000002</c:v>
                      </c:pt>
                      <c:pt idx="13">
                        <c:v>0.4314236111111111</c:v>
                      </c:pt>
                      <c:pt idx="14">
                        <c:v>0.43159722222222224</c:v>
                      </c:pt>
                      <c:pt idx="15">
                        <c:v>0.43177083333333333</c:v>
                      </c:pt>
                      <c:pt idx="16">
                        <c:v>0.43194444444444446</c:v>
                      </c:pt>
                      <c:pt idx="17">
                        <c:v>0.43211805555555555</c:v>
                      </c:pt>
                      <c:pt idx="18">
                        <c:v>0.43229166666666669</c:v>
                      </c:pt>
                      <c:pt idx="19">
                        <c:v>0.43246527777777777</c:v>
                      </c:pt>
                      <c:pt idx="20">
                        <c:v>0.43263888888888891</c:v>
                      </c:pt>
                      <c:pt idx="21">
                        <c:v>0.43281249999999999</c:v>
                      </c:pt>
                      <c:pt idx="22">
                        <c:v>0.43298611111111113</c:v>
                      </c:pt>
                      <c:pt idx="23">
                        <c:v>0.43315972222222221</c:v>
                      </c:pt>
                      <c:pt idx="24">
                        <c:v>0.43333333333333335</c:v>
                      </c:pt>
                      <c:pt idx="25">
                        <c:v>0.43350694444444443</c:v>
                      </c:pt>
                      <c:pt idx="26">
                        <c:v>0.43368055555555557</c:v>
                      </c:pt>
                      <c:pt idx="27">
                        <c:v>0.43385416666666665</c:v>
                      </c:pt>
                      <c:pt idx="28">
                        <c:v>0.43402777777777779</c:v>
                      </c:pt>
                      <c:pt idx="29">
                        <c:v>0.43420138888888887</c:v>
                      </c:pt>
                      <c:pt idx="30">
                        <c:v>0.43437500000000001</c:v>
                      </c:pt>
                      <c:pt idx="31">
                        <c:v>0.43454861111111109</c:v>
                      </c:pt>
                      <c:pt idx="32">
                        <c:v>0.43472222222222223</c:v>
                      </c:pt>
                      <c:pt idx="33">
                        <c:v>0.43489583333333331</c:v>
                      </c:pt>
                      <c:pt idx="34">
                        <c:v>0.43506944444444445</c:v>
                      </c:pt>
                      <c:pt idx="35">
                        <c:v>0.43524305555555554</c:v>
                      </c:pt>
                      <c:pt idx="36">
                        <c:v>0.43541666666666667</c:v>
                      </c:pt>
                      <c:pt idx="37">
                        <c:v>0.43559027777777776</c:v>
                      </c:pt>
                      <c:pt idx="38">
                        <c:v>0.4357638888888889</c:v>
                      </c:pt>
                      <c:pt idx="39">
                        <c:v>0.43593749999999998</c:v>
                      </c:pt>
                      <c:pt idx="40">
                        <c:v>0.43611111111111112</c:v>
                      </c:pt>
                      <c:pt idx="41">
                        <c:v>0.4362847222222222</c:v>
                      </c:pt>
                      <c:pt idx="42">
                        <c:v>0.43645833333333334</c:v>
                      </c:pt>
                      <c:pt idx="43">
                        <c:v>0.43663194444444442</c:v>
                      </c:pt>
                      <c:pt idx="44">
                        <c:v>0.43680555555555556</c:v>
                      </c:pt>
                      <c:pt idx="45">
                        <c:v>0.43697916666666664</c:v>
                      </c:pt>
                      <c:pt idx="46">
                        <c:v>0.43715277777777778</c:v>
                      </c:pt>
                      <c:pt idx="47">
                        <c:v>0.43732638888888886</c:v>
                      </c:pt>
                      <c:pt idx="48">
                        <c:v>0.4375</c:v>
                      </c:pt>
                      <c:pt idx="49">
                        <c:v>0.43767361111111114</c:v>
                      </c:pt>
                      <c:pt idx="50">
                        <c:v>0.43784722222222222</c:v>
                      </c:pt>
                      <c:pt idx="51">
                        <c:v>0.43802083333333336</c:v>
                      </c:pt>
                      <c:pt idx="52">
                        <c:v>0.43819444444444444</c:v>
                      </c:pt>
                      <c:pt idx="53">
                        <c:v>0.43836805555555558</c:v>
                      </c:pt>
                      <c:pt idx="54">
                        <c:v>0.43854166666666666</c:v>
                      </c:pt>
                      <c:pt idx="55">
                        <c:v>0.4387152777777778</c:v>
                      </c:pt>
                      <c:pt idx="56">
                        <c:v>0.43888888888888888</c:v>
                      </c:pt>
                      <c:pt idx="57">
                        <c:v>0.43906250000000002</c:v>
                      </c:pt>
                      <c:pt idx="58">
                        <c:v>0.4392361111111111</c:v>
                      </c:pt>
                      <c:pt idx="59">
                        <c:v>0.43940972222222224</c:v>
                      </c:pt>
                      <c:pt idx="60">
                        <c:v>0.43958333333333333</c:v>
                      </c:pt>
                      <c:pt idx="61">
                        <c:v>0.43975694444444446</c:v>
                      </c:pt>
                      <c:pt idx="62">
                        <c:v>0.43993055555555555</c:v>
                      </c:pt>
                      <c:pt idx="63">
                        <c:v>0.44010416666666669</c:v>
                      </c:pt>
                      <c:pt idx="64">
                        <c:v>0.44027777777777777</c:v>
                      </c:pt>
                      <c:pt idx="65">
                        <c:v>0.44045138888888891</c:v>
                      </c:pt>
                      <c:pt idx="66">
                        <c:v>0.44062499999999999</c:v>
                      </c:pt>
                      <c:pt idx="67">
                        <c:v>0.44079861111111113</c:v>
                      </c:pt>
                      <c:pt idx="68">
                        <c:v>0.44097222222222221</c:v>
                      </c:pt>
                      <c:pt idx="69">
                        <c:v>0.44114583333333335</c:v>
                      </c:pt>
                      <c:pt idx="70">
                        <c:v>0.44131944444444443</c:v>
                      </c:pt>
                      <c:pt idx="71">
                        <c:v>0.44149305555555557</c:v>
                      </c:pt>
                      <c:pt idx="72">
                        <c:v>0.44166666666666665</c:v>
                      </c:pt>
                      <c:pt idx="73">
                        <c:v>0.44184027777777779</c:v>
                      </c:pt>
                      <c:pt idx="74">
                        <c:v>0.44201388888888887</c:v>
                      </c:pt>
                      <c:pt idx="75">
                        <c:v>0.44218750000000001</c:v>
                      </c:pt>
                      <c:pt idx="76">
                        <c:v>0.44236111111111109</c:v>
                      </c:pt>
                      <c:pt idx="77">
                        <c:v>0.44253472222222223</c:v>
                      </c:pt>
                      <c:pt idx="78">
                        <c:v>0.44270833333333331</c:v>
                      </c:pt>
                      <c:pt idx="79">
                        <c:v>0.44288194444444445</c:v>
                      </c:pt>
                      <c:pt idx="80">
                        <c:v>0.44305555555555554</c:v>
                      </c:pt>
                      <c:pt idx="81">
                        <c:v>0.44322916666666667</c:v>
                      </c:pt>
                      <c:pt idx="82">
                        <c:v>0.44340277777777776</c:v>
                      </c:pt>
                      <c:pt idx="83">
                        <c:v>0.4435763888888889</c:v>
                      </c:pt>
                      <c:pt idx="84">
                        <c:v>0.44374999999999998</c:v>
                      </c:pt>
                      <c:pt idx="85">
                        <c:v>0.44392361111111112</c:v>
                      </c:pt>
                      <c:pt idx="86">
                        <c:v>0.4440972222222222</c:v>
                      </c:pt>
                      <c:pt idx="87">
                        <c:v>0.44427083333333334</c:v>
                      </c:pt>
                      <c:pt idx="88">
                        <c:v>0.44444444444444442</c:v>
                      </c:pt>
                      <c:pt idx="89">
                        <c:v>0.44461805555555556</c:v>
                      </c:pt>
                      <c:pt idx="90">
                        <c:v>0.44479166666666664</c:v>
                      </c:pt>
                      <c:pt idx="91">
                        <c:v>0.44496527777777778</c:v>
                      </c:pt>
                      <c:pt idx="92">
                        <c:v>0.44513888888888886</c:v>
                      </c:pt>
                      <c:pt idx="93">
                        <c:v>0.4453125</c:v>
                      </c:pt>
                      <c:pt idx="94">
                        <c:v>0.44548611111111114</c:v>
                      </c:pt>
                      <c:pt idx="95">
                        <c:v>0.44565972222222222</c:v>
                      </c:pt>
                      <c:pt idx="96">
                        <c:v>0.44583333333333336</c:v>
                      </c:pt>
                      <c:pt idx="97">
                        <c:v>0.44600694444444444</c:v>
                      </c:pt>
                      <c:pt idx="98">
                        <c:v>0.44618055555555558</c:v>
                      </c:pt>
                      <c:pt idx="99">
                        <c:v>0.44635416666666666</c:v>
                      </c:pt>
                      <c:pt idx="100">
                        <c:v>0.4465277777777778</c:v>
                      </c:pt>
                      <c:pt idx="101">
                        <c:v>0.44670138888888888</c:v>
                      </c:pt>
                      <c:pt idx="102">
                        <c:v>0.44687500000000002</c:v>
                      </c:pt>
                      <c:pt idx="103">
                        <c:v>0.4470486111111111</c:v>
                      </c:pt>
                      <c:pt idx="104">
                        <c:v>0.44722222222222224</c:v>
                      </c:pt>
                      <c:pt idx="105">
                        <c:v>0.44739583333333333</c:v>
                      </c:pt>
                      <c:pt idx="106">
                        <c:v>0.44756944444444446</c:v>
                      </c:pt>
                      <c:pt idx="107">
                        <c:v>0.44774305555555555</c:v>
                      </c:pt>
                      <c:pt idx="108">
                        <c:v>0.44791666666666669</c:v>
                      </c:pt>
                      <c:pt idx="109">
                        <c:v>0.44809027777777777</c:v>
                      </c:pt>
                      <c:pt idx="110">
                        <c:v>0.44826388888888891</c:v>
                      </c:pt>
                      <c:pt idx="111">
                        <c:v>0.44843749999999999</c:v>
                      </c:pt>
                      <c:pt idx="112">
                        <c:v>0.44861111111111113</c:v>
                      </c:pt>
                      <c:pt idx="113">
                        <c:v>0.44878472222222221</c:v>
                      </c:pt>
                      <c:pt idx="114">
                        <c:v>0.44895833333333335</c:v>
                      </c:pt>
                      <c:pt idx="115">
                        <c:v>0.44913194444444443</c:v>
                      </c:pt>
                      <c:pt idx="116">
                        <c:v>0.44930555555555557</c:v>
                      </c:pt>
                      <c:pt idx="117">
                        <c:v>0.44947916666666665</c:v>
                      </c:pt>
                      <c:pt idx="118">
                        <c:v>0.44965277777777779</c:v>
                      </c:pt>
                      <c:pt idx="119">
                        <c:v>0.44982638888888887</c:v>
                      </c:pt>
                      <c:pt idx="120">
                        <c:v>0.45</c:v>
                      </c:pt>
                      <c:pt idx="121">
                        <c:v>0.45017361111111109</c:v>
                      </c:pt>
                      <c:pt idx="122">
                        <c:v>0.45034722222222223</c:v>
                      </c:pt>
                      <c:pt idx="123">
                        <c:v>0.45052083333333331</c:v>
                      </c:pt>
                      <c:pt idx="124">
                        <c:v>0.45069444444444445</c:v>
                      </c:pt>
                      <c:pt idx="125">
                        <c:v>0.45086805555555554</c:v>
                      </c:pt>
                      <c:pt idx="126">
                        <c:v>0.45104166666666667</c:v>
                      </c:pt>
                      <c:pt idx="127">
                        <c:v>0.45121527777777776</c:v>
                      </c:pt>
                      <c:pt idx="128">
                        <c:v>0.4513888888888889</c:v>
                      </c:pt>
                      <c:pt idx="129">
                        <c:v>0.45156249999999998</c:v>
                      </c:pt>
                      <c:pt idx="130">
                        <c:v>0.45173611111111112</c:v>
                      </c:pt>
                      <c:pt idx="131">
                        <c:v>0.4519097222222222</c:v>
                      </c:pt>
                      <c:pt idx="132">
                        <c:v>0.45208333333333334</c:v>
                      </c:pt>
                      <c:pt idx="133">
                        <c:v>0.45225694444444442</c:v>
                      </c:pt>
                      <c:pt idx="134">
                        <c:v>0.45243055555555556</c:v>
                      </c:pt>
                      <c:pt idx="135">
                        <c:v>0.45260416666666664</c:v>
                      </c:pt>
                      <c:pt idx="136">
                        <c:v>0.45277777777777778</c:v>
                      </c:pt>
                      <c:pt idx="137">
                        <c:v>0.45295138888888886</c:v>
                      </c:pt>
                      <c:pt idx="138">
                        <c:v>0.453125</c:v>
                      </c:pt>
                      <c:pt idx="139">
                        <c:v>0.45329861111111114</c:v>
                      </c:pt>
                      <c:pt idx="140">
                        <c:v>0.45347222222222222</c:v>
                      </c:pt>
                      <c:pt idx="141">
                        <c:v>0.45364583333333336</c:v>
                      </c:pt>
                      <c:pt idx="142">
                        <c:v>0.45381944444444444</c:v>
                      </c:pt>
                      <c:pt idx="143">
                        <c:v>0.45399305555555558</c:v>
                      </c:pt>
                      <c:pt idx="144">
                        <c:v>0.45416666666666666</c:v>
                      </c:pt>
                      <c:pt idx="145">
                        <c:v>0.4543402777777778</c:v>
                      </c:pt>
                      <c:pt idx="146">
                        <c:v>0.45451388888888888</c:v>
                      </c:pt>
                      <c:pt idx="147">
                        <c:v>0.45468750000000002</c:v>
                      </c:pt>
                      <c:pt idx="148">
                        <c:v>0.4548611111111111</c:v>
                      </c:pt>
                      <c:pt idx="149">
                        <c:v>0.45503472222222224</c:v>
                      </c:pt>
                      <c:pt idx="150">
                        <c:v>0.45520833333333333</c:v>
                      </c:pt>
                      <c:pt idx="151">
                        <c:v>0.45538194444444446</c:v>
                      </c:pt>
                      <c:pt idx="152">
                        <c:v>0.45555555555555555</c:v>
                      </c:pt>
                      <c:pt idx="153">
                        <c:v>0.45572916666666669</c:v>
                      </c:pt>
                      <c:pt idx="154">
                        <c:v>0.45590277777777777</c:v>
                      </c:pt>
                      <c:pt idx="155">
                        <c:v>0.45607638888888891</c:v>
                      </c:pt>
                      <c:pt idx="156">
                        <c:v>0.45624999999999999</c:v>
                      </c:pt>
                      <c:pt idx="157">
                        <c:v>0.45642361111111113</c:v>
                      </c:pt>
                      <c:pt idx="158">
                        <c:v>0.45659722222222221</c:v>
                      </c:pt>
                      <c:pt idx="159">
                        <c:v>0.45677083333333335</c:v>
                      </c:pt>
                      <c:pt idx="160">
                        <c:v>0.45694444444444443</c:v>
                      </c:pt>
                      <c:pt idx="161">
                        <c:v>0.45711805555555557</c:v>
                      </c:pt>
                      <c:pt idx="162">
                        <c:v>0.45729166666666665</c:v>
                      </c:pt>
                      <c:pt idx="163">
                        <c:v>0.45746527777777779</c:v>
                      </c:pt>
                      <c:pt idx="164">
                        <c:v>0.45763888888888887</c:v>
                      </c:pt>
                      <c:pt idx="165">
                        <c:v>0.45781250000000001</c:v>
                      </c:pt>
                      <c:pt idx="166">
                        <c:v>0.45798611111111109</c:v>
                      </c:pt>
                      <c:pt idx="167">
                        <c:v>0.45815972222222223</c:v>
                      </c:pt>
                      <c:pt idx="168" formatCode="h:mm:ss">
                        <c:v>0.45833333333333331</c:v>
                      </c:pt>
                      <c:pt idx="169" formatCode="h:mm:ss">
                        <c:v>0.45850694444444445</c:v>
                      </c:pt>
                      <c:pt idx="170" formatCode="h:mm:ss">
                        <c:v>0.45868055555555554</c:v>
                      </c:pt>
                      <c:pt idx="171" formatCode="h:mm:ss">
                        <c:v>0.45885416666666667</c:v>
                      </c:pt>
                      <c:pt idx="172" formatCode="h:mm:ss">
                        <c:v>0.45902777777777776</c:v>
                      </c:pt>
                      <c:pt idx="173" formatCode="h:mm:ss">
                        <c:v>0.4592013888888889</c:v>
                      </c:pt>
                      <c:pt idx="174" formatCode="h:mm:ss">
                        <c:v>0.45937499999999998</c:v>
                      </c:pt>
                      <c:pt idx="175" formatCode="h:mm:ss">
                        <c:v>0.45954861111111112</c:v>
                      </c:pt>
                      <c:pt idx="176" formatCode="h:mm:ss">
                        <c:v>0.4597222222222222</c:v>
                      </c:pt>
                      <c:pt idx="177" formatCode="h:mm:ss">
                        <c:v>0.45989583333333334</c:v>
                      </c:pt>
                      <c:pt idx="178" formatCode="h:mm:ss">
                        <c:v>0.46006944444444442</c:v>
                      </c:pt>
                      <c:pt idx="179" formatCode="h:mm:ss">
                        <c:v>0.46024305555555556</c:v>
                      </c:pt>
                      <c:pt idx="180" formatCode="h:mm:ss">
                        <c:v>0.46041666666666664</c:v>
                      </c:pt>
                      <c:pt idx="181" formatCode="h:mm:ss">
                        <c:v>0.46059027777777778</c:v>
                      </c:pt>
                      <c:pt idx="182" formatCode="h:mm:ss">
                        <c:v>0.46076388888888886</c:v>
                      </c:pt>
                      <c:pt idx="183" formatCode="h:mm:ss">
                        <c:v>0.4609375</c:v>
                      </c:pt>
                      <c:pt idx="184" formatCode="h:mm:ss">
                        <c:v>0.46111111111111114</c:v>
                      </c:pt>
                      <c:pt idx="185" formatCode="h:mm:ss">
                        <c:v>0.46128472222222222</c:v>
                      </c:pt>
                      <c:pt idx="186" formatCode="h:mm:ss">
                        <c:v>0.46145833333333336</c:v>
                      </c:pt>
                      <c:pt idx="187" formatCode="h:mm:ss">
                        <c:v>0.46163194444444444</c:v>
                      </c:pt>
                      <c:pt idx="188" formatCode="h:mm:ss">
                        <c:v>0.46180555555555558</c:v>
                      </c:pt>
                      <c:pt idx="189" formatCode="h:mm:ss">
                        <c:v>0.46197916666666666</c:v>
                      </c:pt>
                      <c:pt idx="190" formatCode="h:mm:ss">
                        <c:v>0.4621527777777778</c:v>
                      </c:pt>
                      <c:pt idx="191" formatCode="h:mm:ss">
                        <c:v>0.46232638888888888</c:v>
                      </c:pt>
                      <c:pt idx="192" formatCode="h:mm:ss">
                        <c:v>0.46250000000000002</c:v>
                      </c:pt>
                      <c:pt idx="193" formatCode="h:mm:ss">
                        <c:v>0.4626736111111111</c:v>
                      </c:pt>
                      <c:pt idx="194" formatCode="h:mm:ss">
                        <c:v>0.46284722222222224</c:v>
                      </c:pt>
                      <c:pt idx="195" formatCode="h:mm:ss">
                        <c:v>0.46302083333333333</c:v>
                      </c:pt>
                      <c:pt idx="196" formatCode="h:mm:ss">
                        <c:v>0.46319444444444446</c:v>
                      </c:pt>
                      <c:pt idx="197" formatCode="h:mm:ss">
                        <c:v>0.46336805555555555</c:v>
                      </c:pt>
                      <c:pt idx="198" formatCode="h:mm:ss">
                        <c:v>0.46354166666666669</c:v>
                      </c:pt>
                      <c:pt idx="199" formatCode="h:mm:ss">
                        <c:v>0.46371527777777777</c:v>
                      </c:pt>
                      <c:pt idx="200" formatCode="h:mm:ss">
                        <c:v>0.46388888888888891</c:v>
                      </c:pt>
                      <c:pt idx="201" formatCode="h:mm:ss">
                        <c:v>0.46406249999999999</c:v>
                      </c:pt>
                      <c:pt idx="202" formatCode="h:mm:ss">
                        <c:v>0.46423611111111113</c:v>
                      </c:pt>
                      <c:pt idx="203" formatCode="h:mm:ss">
                        <c:v>0.46440972222222221</c:v>
                      </c:pt>
                      <c:pt idx="204" formatCode="h:mm:ss">
                        <c:v>0.46458333333333335</c:v>
                      </c:pt>
                      <c:pt idx="205" formatCode="h:mm:ss">
                        <c:v>0.46475694444444443</c:v>
                      </c:pt>
                      <c:pt idx="206" formatCode="h:mm:ss">
                        <c:v>0.46493055555555557</c:v>
                      </c:pt>
                      <c:pt idx="207" formatCode="h:mm:ss">
                        <c:v>0.46510416666666665</c:v>
                      </c:pt>
                      <c:pt idx="208" formatCode="h:mm:ss">
                        <c:v>0.46527777777777779</c:v>
                      </c:pt>
                      <c:pt idx="209" formatCode="h:mm:ss">
                        <c:v>0.46545138888888887</c:v>
                      </c:pt>
                      <c:pt idx="210" formatCode="h:mm:ss">
                        <c:v>0.46562500000000001</c:v>
                      </c:pt>
                      <c:pt idx="211" formatCode="h:mm:ss">
                        <c:v>0.46579861111111109</c:v>
                      </c:pt>
                      <c:pt idx="212" formatCode="h:mm:ss">
                        <c:v>0.46597222222222223</c:v>
                      </c:pt>
                      <c:pt idx="213" formatCode="h:mm:ss">
                        <c:v>0.46614583333333331</c:v>
                      </c:pt>
                      <c:pt idx="214" formatCode="h:mm:ss">
                        <c:v>0.46631944444444445</c:v>
                      </c:pt>
                      <c:pt idx="215" formatCode="h:mm:ss">
                        <c:v>0.46649305555555554</c:v>
                      </c:pt>
                      <c:pt idx="216" formatCode="h:mm:ss">
                        <c:v>0.46666666666666667</c:v>
                      </c:pt>
                      <c:pt idx="217" formatCode="h:mm:ss">
                        <c:v>0.46684027777777776</c:v>
                      </c:pt>
                      <c:pt idx="218" formatCode="h:mm:ss">
                        <c:v>0.4670138888888889</c:v>
                      </c:pt>
                      <c:pt idx="219" formatCode="h:mm:ss">
                        <c:v>0.46718749999999998</c:v>
                      </c:pt>
                      <c:pt idx="220" formatCode="h:mm:ss">
                        <c:v>0.46736111111111112</c:v>
                      </c:pt>
                      <c:pt idx="221" formatCode="h:mm:ss">
                        <c:v>0.4675347222222222</c:v>
                      </c:pt>
                      <c:pt idx="222" formatCode="h:mm:ss">
                        <c:v>0.46770833333333334</c:v>
                      </c:pt>
                      <c:pt idx="223" formatCode="h:mm:ss">
                        <c:v>0.46788194444444442</c:v>
                      </c:pt>
                      <c:pt idx="224" formatCode="h:mm:ss">
                        <c:v>0.46805555555555556</c:v>
                      </c:pt>
                      <c:pt idx="225" formatCode="h:mm:ss">
                        <c:v>0.46822916666666664</c:v>
                      </c:pt>
                      <c:pt idx="226" formatCode="h:mm:ss">
                        <c:v>0.46840277777777778</c:v>
                      </c:pt>
                      <c:pt idx="227" formatCode="h:mm:ss">
                        <c:v>0.46857638888888886</c:v>
                      </c:pt>
                      <c:pt idx="228" formatCode="h:mm:ss">
                        <c:v>0.46875</c:v>
                      </c:pt>
                      <c:pt idx="229" formatCode="h:mm:ss">
                        <c:v>0.46892361111111114</c:v>
                      </c:pt>
                      <c:pt idx="230" formatCode="h:mm:ss">
                        <c:v>0.46909722222222222</c:v>
                      </c:pt>
                      <c:pt idx="231" formatCode="h:mm:ss">
                        <c:v>0.46927083333333336</c:v>
                      </c:pt>
                      <c:pt idx="232" formatCode="h:mm:ss">
                        <c:v>0.46944444444444444</c:v>
                      </c:pt>
                      <c:pt idx="233" formatCode="h:mm:ss">
                        <c:v>0.46961805555555558</c:v>
                      </c:pt>
                      <c:pt idx="234" formatCode="h:mm:ss">
                        <c:v>0.46979166666666666</c:v>
                      </c:pt>
                      <c:pt idx="235" formatCode="h:mm:ss">
                        <c:v>0.4699652777777778</c:v>
                      </c:pt>
                      <c:pt idx="236" formatCode="h:mm:ss">
                        <c:v>0.47013888888888888</c:v>
                      </c:pt>
                      <c:pt idx="237" formatCode="h:mm:ss">
                        <c:v>0.47031250000000002</c:v>
                      </c:pt>
                      <c:pt idx="238" formatCode="h:mm:ss">
                        <c:v>0.4704861111111111</c:v>
                      </c:pt>
                      <c:pt idx="239" formatCode="h:mm:ss">
                        <c:v>0.47065972222222224</c:v>
                      </c:pt>
                      <c:pt idx="240" formatCode="h:mm:ss">
                        <c:v>0.47083333333333333</c:v>
                      </c:pt>
                      <c:pt idx="241" formatCode="h:mm:ss">
                        <c:v>0.47100694444444446</c:v>
                      </c:pt>
                      <c:pt idx="242" formatCode="h:mm:ss">
                        <c:v>0.47118055555555555</c:v>
                      </c:pt>
                      <c:pt idx="243" formatCode="h:mm:ss">
                        <c:v>0.47135416666666669</c:v>
                      </c:pt>
                      <c:pt idx="244" formatCode="h:mm:ss">
                        <c:v>0.47152777777777777</c:v>
                      </c:pt>
                      <c:pt idx="245" formatCode="h:mm:ss">
                        <c:v>0.47170138888888891</c:v>
                      </c:pt>
                      <c:pt idx="246" formatCode="h:mm:ss">
                        <c:v>0.47187499999999999</c:v>
                      </c:pt>
                      <c:pt idx="247" formatCode="h:mm:ss">
                        <c:v>0.47204861111111113</c:v>
                      </c:pt>
                      <c:pt idx="248" formatCode="h:mm:ss">
                        <c:v>0.47222222222222221</c:v>
                      </c:pt>
                      <c:pt idx="249" formatCode="h:mm:ss">
                        <c:v>0.47239583333333335</c:v>
                      </c:pt>
                      <c:pt idx="250" formatCode="h:mm:ss">
                        <c:v>0.47256944444444443</c:v>
                      </c:pt>
                      <c:pt idx="251" formatCode="h:mm:ss">
                        <c:v>0.47274305555555557</c:v>
                      </c:pt>
                      <c:pt idx="252" formatCode="h:mm:ss">
                        <c:v>0.47291666666666665</c:v>
                      </c:pt>
                      <c:pt idx="253" formatCode="h:mm:ss">
                        <c:v>0.47309027777777779</c:v>
                      </c:pt>
                      <c:pt idx="254" formatCode="h:mm:ss">
                        <c:v>0.47326388888888887</c:v>
                      </c:pt>
                      <c:pt idx="255" formatCode="h:mm:ss">
                        <c:v>0.47343750000000001</c:v>
                      </c:pt>
                      <c:pt idx="256" formatCode="h:mm:ss">
                        <c:v>0.47361111111111109</c:v>
                      </c:pt>
                      <c:pt idx="257" formatCode="h:mm:ss">
                        <c:v>0.47378472222222223</c:v>
                      </c:pt>
                      <c:pt idx="258" formatCode="h:mm:ss">
                        <c:v>0.47395833333333331</c:v>
                      </c:pt>
                      <c:pt idx="259" formatCode="h:mm:ss">
                        <c:v>0.47413194444444445</c:v>
                      </c:pt>
                      <c:pt idx="260" formatCode="h:mm:ss">
                        <c:v>0.47430555555555554</c:v>
                      </c:pt>
                      <c:pt idx="261" formatCode="h:mm:ss">
                        <c:v>0.47447916666666667</c:v>
                      </c:pt>
                      <c:pt idx="262" formatCode="h:mm:ss">
                        <c:v>0.47465277777777776</c:v>
                      </c:pt>
                      <c:pt idx="263" formatCode="h:mm:ss">
                        <c:v>0.4748263888888889</c:v>
                      </c:pt>
                      <c:pt idx="264" formatCode="h:mm:ss">
                        <c:v>0.47499999999999998</c:v>
                      </c:pt>
                      <c:pt idx="265" formatCode="h:mm:ss">
                        <c:v>0.47517361111111112</c:v>
                      </c:pt>
                      <c:pt idx="266" formatCode="h:mm:ss">
                        <c:v>0.4753472222222222</c:v>
                      </c:pt>
                      <c:pt idx="267" formatCode="h:mm:ss">
                        <c:v>0.47552083333333334</c:v>
                      </c:pt>
                      <c:pt idx="268" formatCode="h:mm:ss">
                        <c:v>0.47569444444444442</c:v>
                      </c:pt>
                      <c:pt idx="269" formatCode="h:mm:ss">
                        <c:v>0.47586805555555556</c:v>
                      </c:pt>
                      <c:pt idx="270" formatCode="h:mm:ss">
                        <c:v>0.47604166666666664</c:v>
                      </c:pt>
                      <c:pt idx="271" formatCode="h:mm:ss">
                        <c:v>0.47621527777777778</c:v>
                      </c:pt>
                      <c:pt idx="272" formatCode="h:mm:ss">
                        <c:v>0.47638888888888886</c:v>
                      </c:pt>
                      <c:pt idx="273" formatCode="h:mm:ss">
                        <c:v>0.4765625</c:v>
                      </c:pt>
                      <c:pt idx="274" formatCode="h:mm:ss">
                        <c:v>0.47673611111111114</c:v>
                      </c:pt>
                      <c:pt idx="275" formatCode="h:mm:ss">
                        <c:v>0.47690972222222222</c:v>
                      </c:pt>
                      <c:pt idx="276" formatCode="h:mm:ss">
                        <c:v>0.47708333333333336</c:v>
                      </c:pt>
                      <c:pt idx="277" formatCode="h:mm:ss">
                        <c:v>0.47725694444444444</c:v>
                      </c:pt>
                      <c:pt idx="278" formatCode="h:mm:ss">
                        <c:v>0.47743055555555558</c:v>
                      </c:pt>
                      <c:pt idx="279" formatCode="h:mm:ss">
                        <c:v>0.47760416666666666</c:v>
                      </c:pt>
                      <c:pt idx="280" formatCode="h:mm:ss">
                        <c:v>0.4777777777777778</c:v>
                      </c:pt>
                      <c:pt idx="281" formatCode="h:mm:ss">
                        <c:v>0.47795138888888888</c:v>
                      </c:pt>
                      <c:pt idx="282" formatCode="h:mm:ss">
                        <c:v>0.47812500000000002</c:v>
                      </c:pt>
                      <c:pt idx="283" formatCode="h:mm:ss">
                        <c:v>0.4782986111111111</c:v>
                      </c:pt>
                      <c:pt idx="284" formatCode="h:mm:ss">
                        <c:v>0.47847222222222224</c:v>
                      </c:pt>
                      <c:pt idx="285" formatCode="h:mm:ss">
                        <c:v>0.47864583333333333</c:v>
                      </c:pt>
                      <c:pt idx="286" formatCode="h:mm:ss">
                        <c:v>0.47881944444444446</c:v>
                      </c:pt>
                      <c:pt idx="287" formatCode="h:mm:ss">
                        <c:v>0.47899305555555555</c:v>
                      </c:pt>
                      <c:pt idx="288" formatCode="h:mm:ss">
                        <c:v>0.47916666666666669</c:v>
                      </c:pt>
                      <c:pt idx="289" formatCode="h:mm:ss">
                        <c:v>0.47934027777777777</c:v>
                      </c:pt>
                      <c:pt idx="290" formatCode="h:mm:ss">
                        <c:v>0.47951388888888891</c:v>
                      </c:pt>
                      <c:pt idx="291" formatCode="h:mm:ss">
                        <c:v>0.47968749999999999</c:v>
                      </c:pt>
                      <c:pt idx="292" formatCode="h:mm:ss">
                        <c:v>0.47986111111111113</c:v>
                      </c:pt>
                      <c:pt idx="293" formatCode="h:mm:ss">
                        <c:v>0.48003472222222221</c:v>
                      </c:pt>
                      <c:pt idx="294" formatCode="h:mm:ss">
                        <c:v>0.48020833333333335</c:v>
                      </c:pt>
                      <c:pt idx="295" formatCode="h:mm:ss">
                        <c:v>0.48038194444444443</c:v>
                      </c:pt>
                      <c:pt idx="296" formatCode="h:mm:ss">
                        <c:v>0.48055555555555557</c:v>
                      </c:pt>
                      <c:pt idx="297" formatCode="h:mm:ss">
                        <c:v>0.48072916666666665</c:v>
                      </c:pt>
                      <c:pt idx="298" formatCode="h:mm:ss">
                        <c:v>0.48090277777777779</c:v>
                      </c:pt>
                      <c:pt idx="299" formatCode="h:mm:ss">
                        <c:v>0.48107638888888887</c:v>
                      </c:pt>
                      <c:pt idx="300" formatCode="h:mm:ss">
                        <c:v>0.48125000000000001</c:v>
                      </c:pt>
                      <c:pt idx="301" formatCode="h:mm:ss">
                        <c:v>0.48142361111111109</c:v>
                      </c:pt>
                      <c:pt idx="302" formatCode="h:mm:ss">
                        <c:v>0.48159722222222223</c:v>
                      </c:pt>
                      <c:pt idx="303" formatCode="h:mm:ss">
                        <c:v>0.48177083333333331</c:v>
                      </c:pt>
                      <c:pt idx="304" formatCode="h:mm:ss">
                        <c:v>0.48194444444444445</c:v>
                      </c:pt>
                      <c:pt idx="305" formatCode="h:mm:ss">
                        <c:v>0.48211805555555554</c:v>
                      </c:pt>
                      <c:pt idx="306" formatCode="h:mm:ss">
                        <c:v>0.48229166666666667</c:v>
                      </c:pt>
                      <c:pt idx="307" formatCode="h:mm:ss">
                        <c:v>0.48246527777777776</c:v>
                      </c:pt>
                      <c:pt idx="308" formatCode="h:mm:ss">
                        <c:v>0.4826388888888889</c:v>
                      </c:pt>
                      <c:pt idx="309" formatCode="h:mm:ss">
                        <c:v>0.48281249999999998</c:v>
                      </c:pt>
                      <c:pt idx="310" formatCode="h:mm:ss">
                        <c:v>0.48298611111111112</c:v>
                      </c:pt>
                      <c:pt idx="311" formatCode="h:mm:ss">
                        <c:v>0.4831597222222222</c:v>
                      </c:pt>
                      <c:pt idx="312" formatCode="h:mm:ss">
                        <c:v>0.48333333333333334</c:v>
                      </c:pt>
                      <c:pt idx="313" formatCode="h:mm:ss">
                        <c:v>0.48350694444444442</c:v>
                      </c:pt>
                      <c:pt idx="314" formatCode="h:mm:ss">
                        <c:v>0.48368055555555556</c:v>
                      </c:pt>
                      <c:pt idx="315" formatCode="h:mm:ss">
                        <c:v>0.48385416666666664</c:v>
                      </c:pt>
                      <c:pt idx="316" formatCode="h:mm:ss">
                        <c:v>0.48402777777777778</c:v>
                      </c:pt>
                      <c:pt idx="317" formatCode="h:mm:ss">
                        <c:v>0.48420138888888886</c:v>
                      </c:pt>
                      <c:pt idx="318" formatCode="h:mm:ss">
                        <c:v>0.484375</c:v>
                      </c:pt>
                      <c:pt idx="319" formatCode="h:mm:ss">
                        <c:v>0.48454861111111114</c:v>
                      </c:pt>
                      <c:pt idx="320" formatCode="h:mm:ss">
                        <c:v>0.48472222222222222</c:v>
                      </c:pt>
                      <c:pt idx="321" formatCode="h:mm:ss">
                        <c:v>0.48489583333333336</c:v>
                      </c:pt>
                      <c:pt idx="322" formatCode="h:mm:ss">
                        <c:v>0.48506944444444444</c:v>
                      </c:pt>
                      <c:pt idx="323" formatCode="h:mm:ss">
                        <c:v>0.48524305555555558</c:v>
                      </c:pt>
                      <c:pt idx="324" formatCode="h:mm:ss">
                        <c:v>0.48541666666666666</c:v>
                      </c:pt>
                      <c:pt idx="325" formatCode="h:mm:ss">
                        <c:v>0.4855902777777778</c:v>
                      </c:pt>
                      <c:pt idx="326" formatCode="h:mm:ss">
                        <c:v>0.48576388888888888</c:v>
                      </c:pt>
                      <c:pt idx="327" formatCode="h:mm:ss">
                        <c:v>0.48593750000000002</c:v>
                      </c:pt>
                      <c:pt idx="328" formatCode="h:mm:ss">
                        <c:v>0.4861111111111111</c:v>
                      </c:pt>
                      <c:pt idx="329" formatCode="h:mm:ss">
                        <c:v>0.48628472222222224</c:v>
                      </c:pt>
                      <c:pt idx="330" formatCode="h:mm:ss">
                        <c:v>0.48645833333333333</c:v>
                      </c:pt>
                      <c:pt idx="331" formatCode="h:mm:ss">
                        <c:v>0.48663194444444446</c:v>
                      </c:pt>
                      <c:pt idx="332" formatCode="h:mm:ss">
                        <c:v>0.48680555555555555</c:v>
                      </c:pt>
                      <c:pt idx="333" formatCode="h:mm:ss">
                        <c:v>0.48697916666666669</c:v>
                      </c:pt>
                      <c:pt idx="334" formatCode="h:mm:ss">
                        <c:v>0.48715277777777777</c:v>
                      </c:pt>
                      <c:pt idx="335" formatCode="h:mm:ss">
                        <c:v>0.48732638888888891</c:v>
                      </c:pt>
                      <c:pt idx="336" formatCode="h:mm:ss">
                        <c:v>0.48749999999999999</c:v>
                      </c:pt>
                      <c:pt idx="337" formatCode="h:mm:ss">
                        <c:v>0.48767361111111113</c:v>
                      </c:pt>
                      <c:pt idx="338" formatCode="h:mm:ss">
                        <c:v>0.48784722222222221</c:v>
                      </c:pt>
                      <c:pt idx="339" formatCode="h:mm:ss">
                        <c:v>0.48802083333333335</c:v>
                      </c:pt>
                      <c:pt idx="340" formatCode="h:mm:ss">
                        <c:v>0.48819444444444443</c:v>
                      </c:pt>
                      <c:pt idx="341" formatCode="h:mm:ss">
                        <c:v>0.48836805555555557</c:v>
                      </c:pt>
                      <c:pt idx="342" formatCode="h:mm:ss">
                        <c:v>0.48854166666666665</c:v>
                      </c:pt>
                      <c:pt idx="343" formatCode="h:mm:ss">
                        <c:v>0.48871527777777779</c:v>
                      </c:pt>
                      <c:pt idx="344" formatCode="h:mm:ss">
                        <c:v>0.48888888888888887</c:v>
                      </c:pt>
                      <c:pt idx="345" formatCode="h:mm:ss">
                        <c:v>0.48906250000000001</c:v>
                      </c:pt>
                      <c:pt idx="346" formatCode="h:mm:ss">
                        <c:v>0.48923611111111109</c:v>
                      </c:pt>
                      <c:pt idx="347" formatCode="h:mm:ss">
                        <c:v>0.48940972222222223</c:v>
                      </c:pt>
                      <c:pt idx="348" formatCode="h:mm:ss">
                        <c:v>0.48958333333333331</c:v>
                      </c:pt>
                      <c:pt idx="349" formatCode="h:mm:ss">
                        <c:v>0.48975694444444445</c:v>
                      </c:pt>
                      <c:pt idx="350" formatCode="h:mm:ss">
                        <c:v>0.48993055555555554</c:v>
                      </c:pt>
                      <c:pt idx="351" formatCode="h:mm:ss">
                        <c:v>0.49010416666666667</c:v>
                      </c:pt>
                      <c:pt idx="352" formatCode="h:mm:ss">
                        <c:v>0.49027777777777776</c:v>
                      </c:pt>
                      <c:pt idx="353" formatCode="h:mm:ss">
                        <c:v>0.4904513888888889</c:v>
                      </c:pt>
                      <c:pt idx="354" formatCode="h:mm:ss">
                        <c:v>0.49062499999999998</c:v>
                      </c:pt>
                      <c:pt idx="355" formatCode="h:mm:ss">
                        <c:v>0.49079861111111112</c:v>
                      </c:pt>
                      <c:pt idx="356" formatCode="h:mm:ss">
                        <c:v>0.4909722222222222</c:v>
                      </c:pt>
                      <c:pt idx="357" formatCode="h:mm:ss">
                        <c:v>0.49114583333333334</c:v>
                      </c:pt>
                      <c:pt idx="358" formatCode="h:mm:ss">
                        <c:v>0.49131944444444442</c:v>
                      </c:pt>
                      <c:pt idx="359" formatCode="h:mm:ss">
                        <c:v>0.49149305555555556</c:v>
                      </c:pt>
                      <c:pt idx="360" formatCode="h:mm:ss">
                        <c:v>0.49166666666666664</c:v>
                      </c:pt>
                      <c:pt idx="361" formatCode="h:mm:ss">
                        <c:v>0.49184027777777778</c:v>
                      </c:pt>
                      <c:pt idx="362" formatCode="h:mm:ss">
                        <c:v>0.49201388888888886</c:v>
                      </c:pt>
                      <c:pt idx="363" formatCode="h:mm:ss">
                        <c:v>0.4921875</c:v>
                      </c:pt>
                      <c:pt idx="364" formatCode="h:mm:ss">
                        <c:v>0.49236111111111114</c:v>
                      </c:pt>
                      <c:pt idx="365" formatCode="h:mm:ss">
                        <c:v>0.49253472222222222</c:v>
                      </c:pt>
                      <c:pt idx="366" formatCode="h:mm:ss">
                        <c:v>0.49270833333333336</c:v>
                      </c:pt>
                      <c:pt idx="367" formatCode="h:mm:ss">
                        <c:v>0.49288194444444444</c:v>
                      </c:pt>
                      <c:pt idx="368" formatCode="h:mm:ss">
                        <c:v>0.49305555555555558</c:v>
                      </c:pt>
                      <c:pt idx="369" formatCode="h:mm:ss">
                        <c:v>0.49322916666666666</c:v>
                      </c:pt>
                      <c:pt idx="370" formatCode="h:mm:ss">
                        <c:v>0.4934027777777778</c:v>
                      </c:pt>
                      <c:pt idx="371" formatCode="h:mm:ss">
                        <c:v>0.49357638888888888</c:v>
                      </c:pt>
                      <c:pt idx="372" formatCode="h:mm:ss">
                        <c:v>0.49375000000000002</c:v>
                      </c:pt>
                      <c:pt idx="373" formatCode="h:mm:ss">
                        <c:v>0.4939236111111111</c:v>
                      </c:pt>
                      <c:pt idx="374" formatCode="h:mm:ss">
                        <c:v>0.49409722222222224</c:v>
                      </c:pt>
                      <c:pt idx="375" formatCode="h:mm:ss">
                        <c:v>0.49427083333333333</c:v>
                      </c:pt>
                      <c:pt idx="376" formatCode="h:mm:ss">
                        <c:v>0.49444444444444446</c:v>
                      </c:pt>
                      <c:pt idx="377" formatCode="h:mm:ss">
                        <c:v>0.49461805555555555</c:v>
                      </c:pt>
                      <c:pt idx="378" formatCode="h:mm:ss">
                        <c:v>0.49479166666666669</c:v>
                      </c:pt>
                      <c:pt idx="379" formatCode="h:mm:ss">
                        <c:v>0.49496527777777777</c:v>
                      </c:pt>
                      <c:pt idx="380" formatCode="h:mm:ss">
                        <c:v>0.49513888888888891</c:v>
                      </c:pt>
                      <c:pt idx="381" formatCode="h:mm:ss">
                        <c:v>0.49531249999999999</c:v>
                      </c:pt>
                      <c:pt idx="382" formatCode="h:mm:ss">
                        <c:v>0.49548611111111113</c:v>
                      </c:pt>
                      <c:pt idx="383" formatCode="h:mm:ss">
                        <c:v>0.49565972222222221</c:v>
                      </c:pt>
                      <c:pt idx="384" formatCode="h:mm:ss">
                        <c:v>0.49583333333333335</c:v>
                      </c:pt>
                      <c:pt idx="385" formatCode="h:mm:ss">
                        <c:v>0.49600694444444443</c:v>
                      </c:pt>
                      <c:pt idx="386" formatCode="h:mm:ss">
                        <c:v>0.49618055555555557</c:v>
                      </c:pt>
                      <c:pt idx="387" formatCode="h:mm:ss">
                        <c:v>0.49635416666666665</c:v>
                      </c:pt>
                      <c:pt idx="388" formatCode="h:mm:ss">
                        <c:v>0.49652777777777779</c:v>
                      </c:pt>
                      <c:pt idx="389" formatCode="h:mm:ss">
                        <c:v>0.49670138888888887</c:v>
                      </c:pt>
                      <c:pt idx="390" formatCode="h:mm:ss">
                        <c:v>0.49687500000000001</c:v>
                      </c:pt>
                      <c:pt idx="391" formatCode="h:mm:ss">
                        <c:v>0.49704861111111109</c:v>
                      </c:pt>
                      <c:pt idx="392" formatCode="h:mm:ss">
                        <c:v>0.49722222222222223</c:v>
                      </c:pt>
                      <c:pt idx="393" formatCode="h:mm:ss">
                        <c:v>0.49739583333333331</c:v>
                      </c:pt>
                      <c:pt idx="394" formatCode="h:mm:ss">
                        <c:v>0.49756944444444445</c:v>
                      </c:pt>
                      <c:pt idx="395" formatCode="h:mm:ss">
                        <c:v>0.49774305555555554</c:v>
                      </c:pt>
                      <c:pt idx="396" formatCode="h:mm:ss">
                        <c:v>0.49791666666666667</c:v>
                      </c:pt>
                      <c:pt idx="397" formatCode="h:mm:ss">
                        <c:v>0.49809027777777776</c:v>
                      </c:pt>
                      <c:pt idx="398" formatCode="h:mm:ss">
                        <c:v>0.4982638888888889</c:v>
                      </c:pt>
                      <c:pt idx="399" formatCode="h:mm:ss">
                        <c:v>0.49843749999999998</c:v>
                      </c:pt>
                      <c:pt idx="400" formatCode="h:mm:ss">
                        <c:v>0.49861111111111112</c:v>
                      </c:pt>
                      <c:pt idx="401" formatCode="h:mm:ss">
                        <c:v>0.4987847222222222</c:v>
                      </c:pt>
                      <c:pt idx="402" formatCode="h:mm:ss">
                        <c:v>0.49895833333333334</c:v>
                      </c:pt>
                      <c:pt idx="403" formatCode="h:mm:ss">
                        <c:v>0.49913194444444442</c:v>
                      </c:pt>
                      <c:pt idx="404" formatCode="h:mm:ss">
                        <c:v>0.49930555555555556</c:v>
                      </c:pt>
                      <c:pt idx="405" formatCode="h:mm:ss">
                        <c:v>0.49947916666666664</c:v>
                      </c:pt>
                      <c:pt idx="406" formatCode="h:mm:ss">
                        <c:v>0.49965277777777778</c:v>
                      </c:pt>
                      <c:pt idx="407" formatCode="h:mm:ss">
                        <c:v>0.49982638888888886</c:v>
                      </c:pt>
                      <c:pt idx="408" formatCode="h:mm:ss">
                        <c:v>0.5</c:v>
                      </c:pt>
                      <c:pt idx="409" formatCode="h:mm:ss">
                        <c:v>0.50017361111111114</c:v>
                      </c:pt>
                      <c:pt idx="410" formatCode="h:mm:ss">
                        <c:v>0.50034722222222228</c:v>
                      </c:pt>
                      <c:pt idx="411" formatCode="h:mm:ss">
                        <c:v>0.5005208333333333</c:v>
                      </c:pt>
                      <c:pt idx="412" formatCode="h:mm:ss">
                        <c:v>0.50069444444444444</c:v>
                      </c:pt>
                      <c:pt idx="413" formatCode="h:mm:ss">
                        <c:v>0.50086805555555558</c:v>
                      </c:pt>
                      <c:pt idx="414" formatCode="h:mm:ss">
                        <c:v>0.50104166666666672</c:v>
                      </c:pt>
                      <c:pt idx="415" formatCode="h:mm:ss">
                        <c:v>0.50121527777777775</c:v>
                      </c:pt>
                      <c:pt idx="416" formatCode="h:mm:ss">
                        <c:v>0.50138888888888888</c:v>
                      </c:pt>
                      <c:pt idx="417" formatCode="h:mm:ss">
                        <c:v>0.50156250000000002</c:v>
                      </c:pt>
                      <c:pt idx="418" formatCode="h:mm:ss">
                        <c:v>0.50173611111111116</c:v>
                      </c:pt>
                      <c:pt idx="419" formatCode="h:mm:ss">
                        <c:v>0.50190972222222219</c:v>
                      </c:pt>
                      <c:pt idx="420" formatCode="h:mm:ss">
                        <c:v>0.50208333333333333</c:v>
                      </c:pt>
                      <c:pt idx="421" formatCode="h:mm:ss">
                        <c:v>0.50225694444444446</c:v>
                      </c:pt>
                      <c:pt idx="422" formatCode="h:mm:ss">
                        <c:v>0.5024305555555556</c:v>
                      </c:pt>
                      <c:pt idx="423" formatCode="h:mm:ss">
                        <c:v>0.50260416666666663</c:v>
                      </c:pt>
                      <c:pt idx="424" formatCode="h:mm:ss">
                        <c:v>0.50277777777777777</c:v>
                      </c:pt>
                      <c:pt idx="425" formatCode="h:mm:ss">
                        <c:v>0.50295138888888891</c:v>
                      </c:pt>
                      <c:pt idx="426" formatCode="h:mm:ss">
                        <c:v>0.50312500000000004</c:v>
                      </c:pt>
                      <c:pt idx="427" formatCode="h:mm:ss">
                        <c:v>0.50329861111111107</c:v>
                      </c:pt>
                      <c:pt idx="428" formatCode="h:mm:ss">
                        <c:v>0.50347222222222221</c:v>
                      </c:pt>
                      <c:pt idx="429" formatCode="h:mm:ss">
                        <c:v>0.50364583333333335</c:v>
                      </c:pt>
                      <c:pt idx="430" formatCode="h:mm:ss">
                        <c:v>0.50381944444444449</c:v>
                      </c:pt>
                      <c:pt idx="431" formatCode="h:mm:ss">
                        <c:v>0.50399305555555551</c:v>
                      </c:pt>
                      <c:pt idx="432" formatCode="h:mm:ss">
                        <c:v>0.50416666666666665</c:v>
                      </c:pt>
                      <c:pt idx="433" formatCode="h:mm:ss">
                        <c:v>0.50434027777777779</c:v>
                      </c:pt>
                      <c:pt idx="434" formatCode="h:mm:ss">
                        <c:v>0.50451388888888893</c:v>
                      </c:pt>
                      <c:pt idx="435" formatCode="h:mm:ss">
                        <c:v>0.50468749999999996</c:v>
                      </c:pt>
                      <c:pt idx="436" formatCode="h:mm:ss">
                        <c:v>0.50486111111111109</c:v>
                      </c:pt>
                      <c:pt idx="437" formatCode="h:mm:ss">
                        <c:v>0.50503472222222223</c:v>
                      </c:pt>
                      <c:pt idx="438" formatCode="h:mm:ss">
                        <c:v>0.50520833333333337</c:v>
                      </c:pt>
                      <c:pt idx="439" formatCode="h:mm:ss">
                        <c:v>0.5053819444444444</c:v>
                      </c:pt>
                      <c:pt idx="440" formatCode="h:mm:ss">
                        <c:v>0.50555555555555554</c:v>
                      </c:pt>
                      <c:pt idx="441" formatCode="h:mm:ss">
                        <c:v>0.50572916666666667</c:v>
                      </c:pt>
                      <c:pt idx="442" formatCode="h:mm:ss">
                        <c:v>0.50590277777777781</c:v>
                      </c:pt>
                      <c:pt idx="443" formatCode="h:mm:ss">
                        <c:v>0.50607638888888884</c:v>
                      </c:pt>
                      <c:pt idx="444" formatCode="h:mm:ss">
                        <c:v>0.50624999999999998</c:v>
                      </c:pt>
                      <c:pt idx="445" formatCode="h:mm:ss">
                        <c:v>0.50642361111111112</c:v>
                      </c:pt>
                      <c:pt idx="446" formatCode="h:mm:ss">
                        <c:v>0.50659722222222225</c:v>
                      </c:pt>
                      <c:pt idx="447" formatCode="h:mm:ss">
                        <c:v>0.50677083333333328</c:v>
                      </c:pt>
                      <c:pt idx="448" formatCode="h:mm:ss">
                        <c:v>0.50694444444444442</c:v>
                      </c:pt>
                      <c:pt idx="449" formatCode="h:mm:ss">
                        <c:v>0.50711805555555556</c:v>
                      </c:pt>
                      <c:pt idx="450" formatCode="h:mm:ss">
                        <c:v>0.5072916666666667</c:v>
                      </c:pt>
                      <c:pt idx="451" formatCode="h:mm:ss">
                        <c:v>0.50746527777777772</c:v>
                      </c:pt>
                      <c:pt idx="452" formatCode="h:mm:ss">
                        <c:v>0.50763888888888886</c:v>
                      </c:pt>
                      <c:pt idx="453" formatCode="h:mm:ss">
                        <c:v>0.5078125</c:v>
                      </c:pt>
                      <c:pt idx="454" formatCode="h:mm:ss">
                        <c:v>0.50798611111111114</c:v>
                      </c:pt>
                      <c:pt idx="455" formatCode="h:mm:ss">
                        <c:v>0.50815972222222228</c:v>
                      </c:pt>
                      <c:pt idx="456" formatCode="h:mm:ss">
                        <c:v>0.5083333333333333</c:v>
                      </c:pt>
                      <c:pt idx="457" formatCode="h:mm:ss">
                        <c:v>0.50850694444444444</c:v>
                      </c:pt>
                      <c:pt idx="458" formatCode="h:mm:ss">
                        <c:v>0.50868055555555558</c:v>
                      </c:pt>
                      <c:pt idx="459" formatCode="h:mm:ss">
                        <c:v>0.50885416666666672</c:v>
                      </c:pt>
                      <c:pt idx="460" formatCode="h:mm:ss">
                        <c:v>0.50902777777777775</c:v>
                      </c:pt>
                      <c:pt idx="461" formatCode="h:mm:ss">
                        <c:v>0.50920138888888888</c:v>
                      </c:pt>
                      <c:pt idx="462" formatCode="h:mm:ss">
                        <c:v>0.50937500000000002</c:v>
                      </c:pt>
                      <c:pt idx="463" formatCode="h:mm:ss">
                        <c:v>0.50954861111111116</c:v>
                      </c:pt>
                      <c:pt idx="464" formatCode="h:mm:ss">
                        <c:v>0.50972222222222219</c:v>
                      </c:pt>
                      <c:pt idx="465" formatCode="h:mm:ss">
                        <c:v>0.50989583333333333</c:v>
                      </c:pt>
                      <c:pt idx="466" formatCode="h:mm:ss">
                        <c:v>0.51006944444444446</c:v>
                      </c:pt>
                      <c:pt idx="467" formatCode="h:mm:ss">
                        <c:v>0.5102430555555556</c:v>
                      </c:pt>
                      <c:pt idx="468" formatCode="h:mm:ss">
                        <c:v>0.51041666666666663</c:v>
                      </c:pt>
                      <c:pt idx="469" formatCode="h:mm:ss">
                        <c:v>0.51059027777777777</c:v>
                      </c:pt>
                      <c:pt idx="470" formatCode="h:mm:ss">
                        <c:v>0.51076388888888891</c:v>
                      </c:pt>
                      <c:pt idx="471" formatCode="h:mm:ss">
                        <c:v>0.51093750000000004</c:v>
                      </c:pt>
                      <c:pt idx="472" formatCode="h:mm:ss">
                        <c:v>0.51111111111111107</c:v>
                      </c:pt>
                      <c:pt idx="473" formatCode="h:mm:ss">
                        <c:v>0.51128472222222221</c:v>
                      </c:pt>
                      <c:pt idx="474" formatCode="h:mm:ss">
                        <c:v>0.51145833333333335</c:v>
                      </c:pt>
                      <c:pt idx="475" formatCode="h:mm:ss">
                        <c:v>0.51163194444444449</c:v>
                      </c:pt>
                      <c:pt idx="476" formatCode="h:mm:ss">
                        <c:v>0.51180555555555551</c:v>
                      </c:pt>
                      <c:pt idx="477" formatCode="h:mm:ss">
                        <c:v>0.51197916666666665</c:v>
                      </c:pt>
                      <c:pt idx="478" formatCode="h:mm:ss">
                        <c:v>0.51215277777777779</c:v>
                      </c:pt>
                      <c:pt idx="479" formatCode="h:mm:ss">
                        <c:v>0.51232638888888893</c:v>
                      </c:pt>
                      <c:pt idx="480" formatCode="h:mm:ss">
                        <c:v>0.51249999999999996</c:v>
                      </c:pt>
                      <c:pt idx="481" formatCode="h:mm:ss">
                        <c:v>0.51267361111111109</c:v>
                      </c:pt>
                      <c:pt idx="482" formatCode="h:mm:ss">
                        <c:v>0.51284722222222223</c:v>
                      </c:pt>
                      <c:pt idx="483" formatCode="h:mm:ss">
                        <c:v>0.51302083333333337</c:v>
                      </c:pt>
                      <c:pt idx="484" formatCode="h:mm:ss">
                        <c:v>0.5131944444444444</c:v>
                      </c:pt>
                      <c:pt idx="485" formatCode="h:mm:ss">
                        <c:v>0.51336805555555554</c:v>
                      </c:pt>
                      <c:pt idx="486" formatCode="h:mm:ss">
                        <c:v>0.51354166666666667</c:v>
                      </c:pt>
                      <c:pt idx="487" formatCode="h:mm:ss">
                        <c:v>0.51371527777777781</c:v>
                      </c:pt>
                      <c:pt idx="488" formatCode="h:mm:ss">
                        <c:v>0.51388888888888884</c:v>
                      </c:pt>
                      <c:pt idx="489" formatCode="h:mm:ss">
                        <c:v>0.51406249999999998</c:v>
                      </c:pt>
                      <c:pt idx="490" formatCode="h:mm:ss">
                        <c:v>0.51423611111111112</c:v>
                      </c:pt>
                      <c:pt idx="491" formatCode="h:mm:ss">
                        <c:v>0.51440972222222225</c:v>
                      </c:pt>
                      <c:pt idx="492" formatCode="h:mm:ss">
                        <c:v>0.51458333333333328</c:v>
                      </c:pt>
                      <c:pt idx="493" formatCode="h:mm:ss">
                        <c:v>0.51475694444444442</c:v>
                      </c:pt>
                      <c:pt idx="494" formatCode="h:mm:ss">
                        <c:v>0.51493055555555556</c:v>
                      </c:pt>
                      <c:pt idx="495" formatCode="h:mm:ss">
                        <c:v>0.5151041666666667</c:v>
                      </c:pt>
                      <c:pt idx="496" formatCode="h:mm:ss">
                        <c:v>0.51527777777777772</c:v>
                      </c:pt>
                      <c:pt idx="497" formatCode="h:mm:ss">
                        <c:v>0.51545138888888886</c:v>
                      </c:pt>
                      <c:pt idx="498" formatCode="h:mm:ss">
                        <c:v>0.515625</c:v>
                      </c:pt>
                      <c:pt idx="499" formatCode="h:mm:ss">
                        <c:v>0.51579861111111114</c:v>
                      </c:pt>
                      <c:pt idx="500" formatCode="h:mm:ss">
                        <c:v>0.51597222222222228</c:v>
                      </c:pt>
                      <c:pt idx="501" formatCode="h:mm:ss">
                        <c:v>0.5161458333333333</c:v>
                      </c:pt>
                      <c:pt idx="502" formatCode="h:mm:ss">
                        <c:v>0.51631944444444444</c:v>
                      </c:pt>
                      <c:pt idx="503" formatCode="h:mm:ss">
                        <c:v>0.51649305555555558</c:v>
                      </c:pt>
                      <c:pt idx="504" formatCode="h:mm:ss">
                        <c:v>0.51666666666666672</c:v>
                      </c:pt>
                      <c:pt idx="505" formatCode="h:mm:ss">
                        <c:v>0.51684027777777775</c:v>
                      </c:pt>
                      <c:pt idx="506" formatCode="h:mm:ss">
                        <c:v>0.51701388888888888</c:v>
                      </c:pt>
                      <c:pt idx="507" formatCode="h:mm:ss">
                        <c:v>0.51718750000000002</c:v>
                      </c:pt>
                      <c:pt idx="508" formatCode="h:mm:ss">
                        <c:v>0.51736111111111116</c:v>
                      </c:pt>
                      <c:pt idx="509" formatCode="h:mm:ss">
                        <c:v>0.51753472222222219</c:v>
                      </c:pt>
                      <c:pt idx="510" formatCode="h:mm:ss">
                        <c:v>0.51770833333333333</c:v>
                      </c:pt>
                      <c:pt idx="511" formatCode="h:mm:ss">
                        <c:v>0.51788194444444446</c:v>
                      </c:pt>
                      <c:pt idx="512" formatCode="h:mm:ss">
                        <c:v>0.5180555555555556</c:v>
                      </c:pt>
                      <c:pt idx="513" formatCode="h:mm:ss">
                        <c:v>0.51822916666666663</c:v>
                      </c:pt>
                      <c:pt idx="514" formatCode="h:mm:ss">
                        <c:v>0.51840277777777777</c:v>
                      </c:pt>
                      <c:pt idx="515" formatCode="h:mm:ss">
                        <c:v>0.51857638888888891</c:v>
                      </c:pt>
                      <c:pt idx="516" formatCode="h:mm:ss">
                        <c:v>0.51875000000000004</c:v>
                      </c:pt>
                      <c:pt idx="517" formatCode="h:mm:ss">
                        <c:v>0.51892361111111107</c:v>
                      </c:pt>
                      <c:pt idx="518" formatCode="h:mm:ss">
                        <c:v>0.51909722222222221</c:v>
                      </c:pt>
                      <c:pt idx="519" formatCode="h:mm:ss">
                        <c:v>0.51927083333333335</c:v>
                      </c:pt>
                      <c:pt idx="520" formatCode="h:mm:ss">
                        <c:v>0.51944444444444449</c:v>
                      </c:pt>
                      <c:pt idx="521" formatCode="h:mm:ss">
                        <c:v>0.51961805555555551</c:v>
                      </c:pt>
                      <c:pt idx="522" formatCode="h:mm:ss">
                        <c:v>0.51979166666666665</c:v>
                      </c:pt>
                      <c:pt idx="523" formatCode="h:mm:ss">
                        <c:v>0.51996527777777779</c:v>
                      </c:pt>
                      <c:pt idx="524" formatCode="h:mm:ss">
                        <c:v>0.52013888888888893</c:v>
                      </c:pt>
                      <c:pt idx="525" formatCode="h:mm:ss">
                        <c:v>0.52031249999999996</c:v>
                      </c:pt>
                      <c:pt idx="526" formatCode="h:mm:ss">
                        <c:v>0.52048611111111109</c:v>
                      </c:pt>
                      <c:pt idx="527" formatCode="h:mm:ss">
                        <c:v>0.52065972222222223</c:v>
                      </c:pt>
                      <c:pt idx="528" formatCode="h:mm:ss">
                        <c:v>0.52083333333333337</c:v>
                      </c:pt>
                      <c:pt idx="529" formatCode="h:mm:ss">
                        <c:v>0.5210069444444444</c:v>
                      </c:pt>
                      <c:pt idx="530" formatCode="h:mm:ss">
                        <c:v>0.52118055555555554</c:v>
                      </c:pt>
                      <c:pt idx="531" formatCode="h:mm:ss">
                        <c:v>0.52135416666666667</c:v>
                      </c:pt>
                      <c:pt idx="532" formatCode="h:mm:ss">
                        <c:v>0.52152777777777781</c:v>
                      </c:pt>
                      <c:pt idx="533" formatCode="h:mm:ss">
                        <c:v>0.52170138888888884</c:v>
                      </c:pt>
                      <c:pt idx="534" formatCode="h:mm:ss">
                        <c:v>0.52187499999999998</c:v>
                      </c:pt>
                      <c:pt idx="535" formatCode="h:mm:ss">
                        <c:v>0.52204861111111112</c:v>
                      </c:pt>
                      <c:pt idx="536" formatCode="h:mm:ss">
                        <c:v>0.52222222222222225</c:v>
                      </c:pt>
                      <c:pt idx="537" formatCode="h:mm:ss">
                        <c:v>0.52239583333333328</c:v>
                      </c:pt>
                      <c:pt idx="538" formatCode="h:mm:ss">
                        <c:v>0.52256944444444442</c:v>
                      </c:pt>
                      <c:pt idx="539" formatCode="h:mm:ss">
                        <c:v>0.52274305555555556</c:v>
                      </c:pt>
                      <c:pt idx="540" formatCode="h:mm:ss">
                        <c:v>0.5229166666666667</c:v>
                      </c:pt>
                      <c:pt idx="541" formatCode="h:mm:ss">
                        <c:v>0.52309027777777772</c:v>
                      </c:pt>
                      <c:pt idx="542" formatCode="h:mm:ss">
                        <c:v>0.52326388888888886</c:v>
                      </c:pt>
                      <c:pt idx="543" formatCode="h:mm:ss">
                        <c:v>0.5234375</c:v>
                      </c:pt>
                      <c:pt idx="544" formatCode="h:mm:ss">
                        <c:v>0.52361111111111114</c:v>
                      </c:pt>
                      <c:pt idx="545" formatCode="h:mm:ss">
                        <c:v>0.52378472222222228</c:v>
                      </c:pt>
                      <c:pt idx="546" formatCode="h:mm:ss">
                        <c:v>0.5239583333333333</c:v>
                      </c:pt>
                      <c:pt idx="547" formatCode="h:mm:ss">
                        <c:v>0.52413194444444444</c:v>
                      </c:pt>
                      <c:pt idx="548" formatCode="h:mm:ss">
                        <c:v>0.52430555555555558</c:v>
                      </c:pt>
                      <c:pt idx="549" formatCode="h:mm:ss">
                        <c:v>0.52447916666666672</c:v>
                      </c:pt>
                      <c:pt idx="550" formatCode="h:mm:ss">
                        <c:v>0.52465277777777775</c:v>
                      </c:pt>
                      <c:pt idx="551" formatCode="h:mm:ss">
                        <c:v>0.52482638888888888</c:v>
                      </c:pt>
                      <c:pt idx="552" formatCode="h:mm:ss">
                        <c:v>0.52500000000000002</c:v>
                      </c:pt>
                      <c:pt idx="553" formatCode="h:mm:ss">
                        <c:v>0.52517361111111116</c:v>
                      </c:pt>
                      <c:pt idx="554" formatCode="h:mm:ss">
                        <c:v>0.52534722222222219</c:v>
                      </c:pt>
                      <c:pt idx="555" formatCode="h:mm:ss">
                        <c:v>0.52552083333333333</c:v>
                      </c:pt>
                      <c:pt idx="556" formatCode="h:mm:ss">
                        <c:v>0.52569444444444446</c:v>
                      </c:pt>
                      <c:pt idx="557" formatCode="h:mm:ss">
                        <c:v>0.5258680555555556</c:v>
                      </c:pt>
                      <c:pt idx="558" formatCode="h:mm:ss">
                        <c:v>0.52604166666666663</c:v>
                      </c:pt>
                      <c:pt idx="559" formatCode="h:mm:ss">
                        <c:v>0.52621527777777777</c:v>
                      </c:pt>
                      <c:pt idx="560" formatCode="h:mm:ss">
                        <c:v>0.52638888888888891</c:v>
                      </c:pt>
                      <c:pt idx="561" formatCode="h:mm:ss">
                        <c:v>0.52656250000000004</c:v>
                      </c:pt>
                      <c:pt idx="562" formatCode="h:mm:ss">
                        <c:v>0.52673611111111107</c:v>
                      </c:pt>
                      <c:pt idx="563" formatCode="h:mm:ss">
                        <c:v>0.52690972222222221</c:v>
                      </c:pt>
                      <c:pt idx="564" formatCode="h:mm:ss">
                        <c:v>0.52708333333333335</c:v>
                      </c:pt>
                      <c:pt idx="565" formatCode="h:mm:ss">
                        <c:v>0.52725694444444449</c:v>
                      </c:pt>
                      <c:pt idx="566" formatCode="h:mm:ss">
                        <c:v>0.52743055555555551</c:v>
                      </c:pt>
                      <c:pt idx="567" formatCode="h:mm:ss">
                        <c:v>0.52760416666666665</c:v>
                      </c:pt>
                      <c:pt idx="568" formatCode="h:mm:ss">
                        <c:v>0.52777777777777779</c:v>
                      </c:pt>
                      <c:pt idx="569" formatCode="h:mm:ss">
                        <c:v>0.52795138888888893</c:v>
                      </c:pt>
                      <c:pt idx="570" formatCode="h:mm:ss">
                        <c:v>0.52812499999999996</c:v>
                      </c:pt>
                      <c:pt idx="571" formatCode="h:mm:ss">
                        <c:v>0.52829861111111109</c:v>
                      </c:pt>
                      <c:pt idx="572" formatCode="h:mm:ss">
                        <c:v>0.52847222222222223</c:v>
                      </c:pt>
                      <c:pt idx="573" formatCode="h:mm:ss">
                        <c:v>0.52864583333333337</c:v>
                      </c:pt>
                      <c:pt idx="574" formatCode="h:mm:ss">
                        <c:v>0.5288194444444444</c:v>
                      </c:pt>
                      <c:pt idx="575" formatCode="h:mm:ss">
                        <c:v>0.52899305555555554</c:v>
                      </c:pt>
                      <c:pt idx="576" formatCode="h:mm:ss">
                        <c:v>0.52916666666666667</c:v>
                      </c:pt>
                      <c:pt idx="577" formatCode="h:mm:ss">
                        <c:v>0.52934027777777781</c:v>
                      </c:pt>
                      <c:pt idx="578" formatCode="h:mm:ss">
                        <c:v>0.52951388888888884</c:v>
                      </c:pt>
                      <c:pt idx="579" formatCode="h:mm:ss">
                        <c:v>0.52968749999999998</c:v>
                      </c:pt>
                      <c:pt idx="580" formatCode="h:mm:ss">
                        <c:v>0.52986111111111112</c:v>
                      </c:pt>
                      <c:pt idx="581" formatCode="h:mm:ss">
                        <c:v>0.53003472222222225</c:v>
                      </c:pt>
                      <c:pt idx="582" formatCode="h:mm:ss">
                        <c:v>0.53020833333333328</c:v>
                      </c:pt>
                      <c:pt idx="583" formatCode="h:mm:ss">
                        <c:v>0.53038194444444442</c:v>
                      </c:pt>
                      <c:pt idx="584" formatCode="h:mm:ss">
                        <c:v>0.53055555555555556</c:v>
                      </c:pt>
                      <c:pt idx="585" formatCode="h:mm:ss">
                        <c:v>0.5307291666666667</c:v>
                      </c:pt>
                      <c:pt idx="586" formatCode="h:mm:ss">
                        <c:v>0.53090277777777772</c:v>
                      </c:pt>
                      <c:pt idx="587" formatCode="h:mm:ss">
                        <c:v>0.53107638888888886</c:v>
                      </c:pt>
                      <c:pt idx="588" formatCode="h:mm:ss">
                        <c:v>0.53125</c:v>
                      </c:pt>
                      <c:pt idx="589" formatCode="h:mm:ss">
                        <c:v>0.53142361111111114</c:v>
                      </c:pt>
                      <c:pt idx="590" formatCode="h:mm:ss">
                        <c:v>0.53159722222222228</c:v>
                      </c:pt>
                      <c:pt idx="591" formatCode="h:mm:ss">
                        <c:v>0.5317708333333333</c:v>
                      </c:pt>
                      <c:pt idx="592" formatCode="h:mm:ss">
                        <c:v>0.53194444444444444</c:v>
                      </c:pt>
                      <c:pt idx="593" formatCode="h:mm:ss">
                        <c:v>0.53211805555555558</c:v>
                      </c:pt>
                      <c:pt idx="594" formatCode="h:mm:ss">
                        <c:v>0.53229166666666672</c:v>
                      </c:pt>
                      <c:pt idx="595" formatCode="h:mm:ss">
                        <c:v>0.53246527777777775</c:v>
                      </c:pt>
                      <c:pt idx="596" formatCode="h:mm:ss">
                        <c:v>0.53263888888888888</c:v>
                      </c:pt>
                      <c:pt idx="597" formatCode="h:mm:ss">
                        <c:v>0.53281250000000002</c:v>
                      </c:pt>
                      <c:pt idx="598" formatCode="h:mm:ss">
                        <c:v>0.53298611111111116</c:v>
                      </c:pt>
                      <c:pt idx="599" formatCode="h:mm:ss">
                        <c:v>0.53315972222222219</c:v>
                      </c:pt>
                      <c:pt idx="600" formatCode="h:mm:ss">
                        <c:v>0.53333333333333333</c:v>
                      </c:pt>
                      <c:pt idx="601" formatCode="h:mm:ss">
                        <c:v>0.53350694444444446</c:v>
                      </c:pt>
                      <c:pt idx="602" formatCode="h:mm:ss">
                        <c:v>0.5336805555555556</c:v>
                      </c:pt>
                      <c:pt idx="603" formatCode="h:mm:ss">
                        <c:v>0.53385416666666663</c:v>
                      </c:pt>
                      <c:pt idx="604" formatCode="h:mm:ss">
                        <c:v>0.53402777777777777</c:v>
                      </c:pt>
                      <c:pt idx="605" formatCode="h:mm:ss">
                        <c:v>0.53420138888888891</c:v>
                      </c:pt>
                      <c:pt idx="606" formatCode="h:mm:ss">
                        <c:v>0.53437500000000004</c:v>
                      </c:pt>
                      <c:pt idx="607" formatCode="h:mm:ss">
                        <c:v>0.53454861111111107</c:v>
                      </c:pt>
                      <c:pt idx="608" formatCode="h:mm:ss">
                        <c:v>0.53472222222222221</c:v>
                      </c:pt>
                      <c:pt idx="609" formatCode="h:mm:ss">
                        <c:v>0.53489583333333335</c:v>
                      </c:pt>
                      <c:pt idx="610" formatCode="h:mm:ss">
                        <c:v>0.53506944444444449</c:v>
                      </c:pt>
                      <c:pt idx="611" formatCode="h:mm:ss">
                        <c:v>0.53524305555555551</c:v>
                      </c:pt>
                      <c:pt idx="612" formatCode="h:mm:ss">
                        <c:v>0.53541666666666665</c:v>
                      </c:pt>
                      <c:pt idx="613" formatCode="h:mm:ss">
                        <c:v>0.53559027777777779</c:v>
                      </c:pt>
                      <c:pt idx="614" formatCode="h:mm:ss">
                        <c:v>0.53576388888888893</c:v>
                      </c:pt>
                      <c:pt idx="615" formatCode="h:mm:ss">
                        <c:v>0.53593749999999996</c:v>
                      </c:pt>
                      <c:pt idx="616" formatCode="h:mm:ss">
                        <c:v>0.53611111111111109</c:v>
                      </c:pt>
                      <c:pt idx="617" formatCode="h:mm:ss">
                        <c:v>0.53628472222222223</c:v>
                      </c:pt>
                      <c:pt idx="618" formatCode="h:mm:ss">
                        <c:v>0.53645833333333337</c:v>
                      </c:pt>
                      <c:pt idx="619" formatCode="h:mm:ss">
                        <c:v>0.5366319444444444</c:v>
                      </c:pt>
                      <c:pt idx="620" formatCode="h:mm:ss">
                        <c:v>0.53680555555555554</c:v>
                      </c:pt>
                      <c:pt idx="621" formatCode="h:mm:ss">
                        <c:v>0.53697916666666667</c:v>
                      </c:pt>
                      <c:pt idx="622" formatCode="h:mm:ss">
                        <c:v>0.53715277777777781</c:v>
                      </c:pt>
                      <c:pt idx="623" formatCode="h:mm:ss">
                        <c:v>0.53732638888888884</c:v>
                      </c:pt>
                      <c:pt idx="624" formatCode="h:mm:ss">
                        <c:v>0.53749999999999998</c:v>
                      </c:pt>
                      <c:pt idx="625" formatCode="h:mm:ss">
                        <c:v>0.53767361111111112</c:v>
                      </c:pt>
                      <c:pt idx="626" formatCode="h:mm:ss">
                        <c:v>0.53784722222222225</c:v>
                      </c:pt>
                      <c:pt idx="627" formatCode="h:mm:ss">
                        <c:v>0.53802083333333328</c:v>
                      </c:pt>
                      <c:pt idx="628" formatCode="h:mm:ss">
                        <c:v>0.53819444444444442</c:v>
                      </c:pt>
                      <c:pt idx="629" formatCode="h:mm:ss">
                        <c:v>0.53836805555555556</c:v>
                      </c:pt>
                      <c:pt idx="630" formatCode="h:mm:ss">
                        <c:v>0.5385416666666667</c:v>
                      </c:pt>
                      <c:pt idx="631" formatCode="h:mm:ss">
                        <c:v>0.53871527777777772</c:v>
                      </c:pt>
                      <c:pt idx="632" formatCode="h:mm:ss">
                        <c:v>0.53888888888888886</c:v>
                      </c:pt>
                      <c:pt idx="633" formatCode="h:mm:ss">
                        <c:v>0.5390625</c:v>
                      </c:pt>
                      <c:pt idx="634" formatCode="h:mm:ss">
                        <c:v>0.53923611111111114</c:v>
                      </c:pt>
                      <c:pt idx="635" formatCode="h:mm:ss">
                        <c:v>0.53940972222222228</c:v>
                      </c:pt>
                      <c:pt idx="636" formatCode="h:mm:ss">
                        <c:v>0.5395833333333333</c:v>
                      </c:pt>
                      <c:pt idx="637" formatCode="h:mm:ss">
                        <c:v>0.53975694444444444</c:v>
                      </c:pt>
                      <c:pt idx="638" formatCode="h:mm:ss">
                        <c:v>0.53993055555555558</c:v>
                      </c:pt>
                      <c:pt idx="639" formatCode="h:mm:ss">
                        <c:v>0.54010416666666672</c:v>
                      </c:pt>
                      <c:pt idx="640" formatCode="h:mm:ss">
                        <c:v>0.54027777777777775</c:v>
                      </c:pt>
                      <c:pt idx="641" formatCode="h:mm:ss">
                        <c:v>0.54045138888888888</c:v>
                      </c:pt>
                      <c:pt idx="642" formatCode="h:mm:ss">
                        <c:v>0.54062500000000002</c:v>
                      </c:pt>
                      <c:pt idx="643" formatCode="h:mm:ss">
                        <c:v>0.54079861111111116</c:v>
                      </c:pt>
                      <c:pt idx="644" formatCode="h:mm:ss">
                        <c:v>0.54097222222222219</c:v>
                      </c:pt>
                      <c:pt idx="645" formatCode="h:mm:ss">
                        <c:v>0.54114583333333333</c:v>
                      </c:pt>
                      <c:pt idx="646" formatCode="h:mm:ss">
                        <c:v>0.54131944444444446</c:v>
                      </c:pt>
                      <c:pt idx="647" formatCode="h:mm:ss">
                        <c:v>0.5414930555555556</c:v>
                      </c:pt>
                      <c:pt idx="648" formatCode="h:mm:ss">
                        <c:v>0.54166666666666663</c:v>
                      </c:pt>
                      <c:pt idx="649" formatCode="h:mm:ss">
                        <c:v>0.54184027777777777</c:v>
                      </c:pt>
                      <c:pt idx="650" formatCode="h:mm:ss">
                        <c:v>0.54201388888888891</c:v>
                      </c:pt>
                      <c:pt idx="651" formatCode="h:mm:ss">
                        <c:v>0.54218750000000004</c:v>
                      </c:pt>
                      <c:pt idx="652" formatCode="h:mm:ss">
                        <c:v>0.54236111111111107</c:v>
                      </c:pt>
                      <c:pt idx="653" formatCode="h:mm:ss">
                        <c:v>0.54253472222222221</c:v>
                      </c:pt>
                      <c:pt idx="654" formatCode="h:mm:ss">
                        <c:v>0.54270833333333335</c:v>
                      </c:pt>
                      <c:pt idx="655" formatCode="h:mm:ss">
                        <c:v>0.54288194444444449</c:v>
                      </c:pt>
                      <c:pt idx="656" formatCode="h:mm:ss">
                        <c:v>0.54305555555555551</c:v>
                      </c:pt>
                      <c:pt idx="657" formatCode="h:mm:ss">
                        <c:v>0.54322916666666665</c:v>
                      </c:pt>
                      <c:pt idx="658" formatCode="h:mm:ss">
                        <c:v>0.54340277777777779</c:v>
                      </c:pt>
                      <c:pt idx="659" formatCode="h:mm:ss">
                        <c:v>0.54357638888888893</c:v>
                      </c:pt>
                      <c:pt idx="660" formatCode="h:mm:ss">
                        <c:v>0.54374999999999996</c:v>
                      </c:pt>
                      <c:pt idx="661" formatCode="h:mm:ss">
                        <c:v>0.54392361111111109</c:v>
                      </c:pt>
                      <c:pt idx="662" formatCode="h:mm:ss">
                        <c:v>0.54409722222222223</c:v>
                      </c:pt>
                      <c:pt idx="663" formatCode="h:mm:ss">
                        <c:v>0.54427083333333337</c:v>
                      </c:pt>
                      <c:pt idx="664" formatCode="h:mm:ss">
                        <c:v>0.5444444444444444</c:v>
                      </c:pt>
                      <c:pt idx="665" formatCode="h:mm:ss">
                        <c:v>0.54461805555555554</c:v>
                      </c:pt>
                      <c:pt idx="666" formatCode="h:mm:ss">
                        <c:v>0.54479166666666667</c:v>
                      </c:pt>
                      <c:pt idx="667" formatCode="h:mm:ss">
                        <c:v>0.54496527777777781</c:v>
                      </c:pt>
                      <c:pt idx="668" formatCode="h:mm:ss">
                        <c:v>0.54513888888888884</c:v>
                      </c:pt>
                      <c:pt idx="669" formatCode="h:mm:ss">
                        <c:v>0.54531249999999998</c:v>
                      </c:pt>
                      <c:pt idx="670" formatCode="h:mm:ss">
                        <c:v>0.54548611111111112</c:v>
                      </c:pt>
                      <c:pt idx="671" formatCode="h:mm:ss">
                        <c:v>0.54565972222222225</c:v>
                      </c:pt>
                      <c:pt idx="672" formatCode="h:mm:ss">
                        <c:v>0.54583333333333328</c:v>
                      </c:pt>
                      <c:pt idx="673" formatCode="h:mm:ss">
                        <c:v>0.54600694444444442</c:v>
                      </c:pt>
                      <c:pt idx="674" formatCode="h:mm:ss">
                        <c:v>0.54618055555555556</c:v>
                      </c:pt>
                      <c:pt idx="675" formatCode="h:mm:ss">
                        <c:v>0.5463541666666667</c:v>
                      </c:pt>
                      <c:pt idx="676" formatCode="h:mm:ss">
                        <c:v>0.54652777777777772</c:v>
                      </c:pt>
                      <c:pt idx="677" formatCode="h:mm:ss">
                        <c:v>0.54670138888888886</c:v>
                      </c:pt>
                      <c:pt idx="678" formatCode="h:mm:ss">
                        <c:v>0.546875</c:v>
                      </c:pt>
                      <c:pt idx="679" formatCode="h:mm:ss">
                        <c:v>0.54704861111111114</c:v>
                      </c:pt>
                      <c:pt idx="680" formatCode="h:mm:ss">
                        <c:v>0.54722222222222228</c:v>
                      </c:pt>
                      <c:pt idx="681" formatCode="h:mm:ss">
                        <c:v>0.5473958333333333</c:v>
                      </c:pt>
                      <c:pt idx="682" formatCode="h:mm:ss">
                        <c:v>0.54756944444444444</c:v>
                      </c:pt>
                      <c:pt idx="683" formatCode="h:mm:ss">
                        <c:v>0.54774305555555558</c:v>
                      </c:pt>
                      <c:pt idx="684" formatCode="h:mm:ss">
                        <c:v>0.54791666666666672</c:v>
                      </c:pt>
                      <c:pt idx="685" formatCode="h:mm:ss">
                        <c:v>0.54809027777777775</c:v>
                      </c:pt>
                      <c:pt idx="686" formatCode="h:mm:ss">
                        <c:v>0.54826388888888888</c:v>
                      </c:pt>
                      <c:pt idx="687" formatCode="h:mm:ss">
                        <c:v>0.54843750000000002</c:v>
                      </c:pt>
                      <c:pt idx="688" formatCode="h:mm:ss">
                        <c:v>0.54861111111111116</c:v>
                      </c:pt>
                      <c:pt idx="689" formatCode="h:mm:ss">
                        <c:v>0.54878472222222219</c:v>
                      </c:pt>
                      <c:pt idx="690" formatCode="h:mm:ss">
                        <c:v>0.54895833333333333</c:v>
                      </c:pt>
                      <c:pt idx="691" formatCode="h:mm:ss">
                        <c:v>0.54913194444444446</c:v>
                      </c:pt>
                      <c:pt idx="692" formatCode="h:mm:ss">
                        <c:v>0.5493055555555556</c:v>
                      </c:pt>
                      <c:pt idx="693" formatCode="h:mm:ss">
                        <c:v>0.54947916666666663</c:v>
                      </c:pt>
                      <c:pt idx="694" formatCode="h:mm:ss">
                        <c:v>0.54965277777777777</c:v>
                      </c:pt>
                      <c:pt idx="695" formatCode="h:mm:ss">
                        <c:v>0.54982638888888891</c:v>
                      </c:pt>
                      <c:pt idx="696" formatCode="h:mm:ss">
                        <c:v>0.55000000000000004</c:v>
                      </c:pt>
                      <c:pt idx="697" formatCode="h:mm:ss">
                        <c:v>0.55017361111111107</c:v>
                      </c:pt>
                      <c:pt idx="698" formatCode="h:mm:ss">
                        <c:v>0.55034722222222221</c:v>
                      </c:pt>
                      <c:pt idx="699" formatCode="h:mm:ss">
                        <c:v>0.55052083333333335</c:v>
                      </c:pt>
                      <c:pt idx="700" formatCode="h:mm:ss">
                        <c:v>0.55069444444444449</c:v>
                      </c:pt>
                      <c:pt idx="701" formatCode="h:mm:ss">
                        <c:v>0.55086805555555551</c:v>
                      </c:pt>
                      <c:pt idx="702" formatCode="h:mm:ss">
                        <c:v>0.55104166666666665</c:v>
                      </c:pt>
                      <c:pt idx="703" formatCode="h:mm:ss">
                        <c:v>0.55121527777777779</c:v>
                      </c:pt>
                      <c:pt idx="704" formatCode="h:mm:ss">
                        <c:v>0.55138888888888893</c:v>
                      </c:pt>
                      <c:pt idx="705" formatCode="h:mm:ss">
                        <c:v>0.55156249999999996</c:v>
                      </c:pt>
                      <c:pt idx="706" formatCode="h:mm:ss">
                        <c:v>0.55173611111111109</c:v>
                      </c:pt>
                      <c:pt idx="707" formatCode="h:mm:ss">
                        <c:v>0.55190972222222223</c:v>
                      </c:pt>
                      <c:pt idx="708" formatCode="h:mm:ss">
                        <c:v>0.55208333333333337</c:v>
                      </c:pt>
                      <c:pt idx="709" formatCode="h:mm:ss">
                        <c:v>0.5522569444444444</c:v>
                      </c:pt>
                      <c:pt idx="710" formatCode="h:mm:ss">
                        <c:v>0.55243055555555554</c:v>
                      </c:pt>
                      <c:pt idx="711" formatCode="h:mm:ss">
                        <c:v>0.55260416666666667</c:v>
                      </c:pt>
                      <c:pt idx="712" formatCode="h:mm:ss">
                        <c:v>0.55277777777777781</c:v>
                      </c:pt>
                      <c:pt idx="713" formatCode="h:mm:ss">
                        <c:v>0.55295138888888884</c:v>
                      </c:pt>
                      <c:pt idx="714" formatCode="h:mm:ss">
                        <c:v>0.55312499999999998</c:v>
                      </c:pt>
                      <c:pt idx="715" formatCode="h:mm:ss">
                        <c:v>0.55329861111111112</c:v>
                      </c:pt>
                      <c:pt idx="716" formatCode="h:mm:ss">
                        <c:v>0.55347222222222225</c:v>
                      </c:pt>
                      <c:pt idx="717" formatCode="h:mm:ss">
                        <c:v>0.55364583333333328</c:v>
                      </c:pt>
                      <c:pt idx="718" formatCode="h:mm:ss">
                        <c:v>0.55381944444444442</c:v>
                      </c:pt>
                      <c:pt idx="719" formatCode="h:mm:ss">
                        <c:v>0.55399305555555556</c:v>
                      </c:pt>
                      <c:pt idx="720" formatCode="h:mm:ss">
                        <c:v>0.5541666666666667</c:v>
                      </c:pt>
                      <c:pt idx="721" formatCode="h:mm:ss">
                        <c:v>0.55434027777777772</c:v>
                      </c:pt>
                      <c:pt idx="722" formatCode="h:mm:ss">
                        <c:v>0.55451388888888886</c:v>
                      </c:pt>
                      <c:pt idx="723" formatCode="h:mm:ss">
                        <c:v>0.5546875</c:v>
                      </c:pt>
                      <c:pt idx="724" formatCode="h:mm:ss">
                        <c:v>0.55486111111111114</c:v>
                      </c:pt>
                      <c:pt idx="725" formatCode="h:mm:ss">
                        <c:v>0.55503472222222228</c:v>
                      </c:pt>
                      <c:pt idx="726" formatCode="h:mm:ss">
                        <c:v>0.5552083333333333</c:v>
                      </c:pt>
                      <c:pt idx="727" formatCode="h:mm:ss">
                        <c:v>0.55538194444444444</c:v>
                      </c:pt>
                      <c:pt idx="728" formatCode="h:mm:ss">
                        <c:v>0.55555555555555558</c:v>
                      </c:pt>
                      <c:pt idx="729" formatCode="h:mm:ss">
                        <c:v>0.55572916666666672</c:v>
                      </c:pt>
                      <c:pt idx="730" formatCode="h:mm:ss">
                        <c:v>0.55590277777777775</c:v>
                      </c:pt>
                      <c:pt idx="731" formatCode="h:mm:ss">
                        <c:v>0.55607638888888888</c:v>
                      </c:pt>
                      <c:pt idx="732" formatCode="h:mm:ss">
                        <c:v>0.55625000000000002</c:v>
                      </c:pt>
                      <c:pt idx="733" formatCode="h:mm:ss">
                        <c:v>0.55642361111111116</c:v>
                      </c:pt>
                      <c:pt idx="734" formatCode="h:mm:ss">
                        <c:v>0.55659722222222219</c:v>
                      </c:pt>
                      <c:pt idx="735" formatCode="h:mm:ss">
                        <c:v>0.55677083333333333</c:v>
                      </c:pt>
                      <c:pt idx="736" formatCode="h:mm:ss">
                        <c:v>0.55694444444444446</c:v>
                      </c:pt>
                      <c:pt idx="737" formatCode="h:mm:ss">
                        <c:v>0.5571180555555556</c:v>
                      </c:pt>
                      <c:pt idx="738" formatCode="h:mm:ss">
                        <c:v>0.55729166666666663</c:v>
                      </c:pt>
                      <c:pt idx="739" formatCode="h:mm:ss">
                        <c:v>0.55746527777777777</c:v>
                      </c:pt>
                      <c:pt idx="740" formatCode="h:mm:ss">
                        <c:v>0.55763888888888891</c:v>
                      </c:pt>
                      <c:pt idx="741" formatCode="h:mm:ss">
                        <c:v>0.55781250000000004</c:v>
                      </c:pt>
                      <c:pt idx="742" formatCode="h:mm:ss">
                        <c:v>0.55798611111111107</c:v>
                      </c:pt>
                      <c:pt idx="743" formatCode="h:mm:ss">
                        <c:v>0.55815972222222221</c:v>
                      </c:pt>
                      <c:pt idx="744" formatCode="h:mm:ss">
                        <c:v>0.55833333333333335</c:v>
                      </c:pt>
                      <c:pt idx="745" formatCode="h:mm:ss">
                        <c:v>0.55850694444444449</c:v>
                      </c:pt>
                      <c:pt idx="746" formatCode="h:mm:ss">
                        <c:v>0.55868055555555551</c:v>
                      </c:pt>
                      <c:pt idx="747" formatCode="h:mm:ss">
                        <c:v>0.55885416666666665</c:v>
                      </c:pt>
                      <c:pt idx="748" formatCode="h:mm:ss">
                        <c:v>0.55902777777777779</c:v>
                      </c:pt>
                      <c:pt idx="749" formatCode="h:mm:ss">
                        <c:v>0.55920138888888893</c:v>
                      </c:pt>
                      <c:pt idx="750" formatCode="h:mm:ss">
                        <c:v>0.55937499999999996</c:v>
                      </c:pt>
                      <c:pt idx="751" formatCode="h:mm:ss">
                        <c:v>0.55954861111111109</c:v>
                      </c:pt>
                      <c:pt idx="752" formatCode="h:mm:ss">
                        <c:v>0.55972222222222223</c:v>
                      </c:pt>
                      <c:pt idx="753" formatCode="h:mm:ss">
                        <c:v>0.55989583333333337</c:v>
                      </c:pt>
                      <c:pt idx="754" formatCode="h:mm:ss">
                        <c:v>0.5600694444444444</c:v>
                      </c:pt>
                      <c:pt idx="755" formatCode="h:mm:ss">
                        <c:v>0.56024305555555554</c:v>
                      </c:pt>
                      <c:pt idx="756" formatCode="h:mm:ss">
                        <c:v>0.56041666666666667</c:v>
                      </c:pt>
                      <c:pt idx="757" formatCode="h:mm:ss">
                        <c:v>0.56059027777777781</c:v>
                      </c:pt>
                      <c:pt idx="758" formatCode="h:mm:ss">
                        <c:v>0.56076388888888884</c:v>
                      </c:pt>
                      <c:pt idx="759" formatCode="h:mm:ss">
                        <c:v>0.56093749999999998</c:v>
                      </c:pt>
                      <c:pt idx="760" formatCode="h:mm:ss">
                        <c:v>0.56111111111111112</c:v>
                      </c:pt>
                      <c:pt idx="761" formatCode="h:mm:ss">
                        <c:v>0.56128472222222225</c:v>
                      </c:pt>
                      <c:pt idx="762" formatCode="h:mm:ss">
                        <c:v>0.56145833333333328</c:v>
                      </c:pt>
                      <c:pt idx="763" formatCode="h:mm:ss">
                        <c:v>0.56163194444444442</c:v>
                      </c:pt>
                      <c:pt idx="764" formatCode="h:mm:ss">
                        <c:v>0.56180555555555556</c:v>
                      </c:pt>
                      <c:pt idx="765" formatCode="h:mm:ss">
                        <c:v>0.5619791666666667</c:v>
                      </c:pt>
                      <c:pt idx="766" formatCode="h:mm:ss">
                        <c:v>0.56215277777777772</c:v>
                      </c:pt>
                      <c:pt idx="767" formatCode="h:mm:ss">
                        <c:v>0.56232638888888886</c:v>
                      </c:pt>
                      <c:pt idx="768" formatCode="h:mm:ss">
                        <c:v>0.5625</c:v>
                      </c:pt>
                      <c:pt idx="769" formatCode="h:mm:ss">
                        <c:v>0.56267361111111114</c:v>
                      </c:pt>
                      <c:pt idx="770" formatCode="h:mm:ss">
                        <c:v>0.56284722222222228</c:v>
                      </c:pt>
                      <c:pt idx="771" formatCode="h:mm:ss">
                        <c:v>0.5630208333333333</c:v>
                      </c:pt>
                      <c:pt idx="772" formatCode="h:mm:ss">
                        <c:v>0.56319444444444444</c:v>
                      </c:pt>
                      <c:pt idx="773" formatCode="h:mm:ss">
                        <c:v>0.56336805555555558</c:v>
                      </c:pt>
                      <c:pt idx="774" formatCode="h:mm:ss">
                        <c:v>0.56354166666666672</c:v>
                      </c:pt>
                      <c:pt idx="775" formatCode="h:mm:ss">
                        <c:v>0.56371527777777775</c:v>
                      </c:pt>
                      <c:pt idx="776" formatCode="h:mm:ss">
                        <c:v>0.56388888888888888</c:v>
                      </c:pt>
                      <c:pt idx="777" formatCode="h:mm:ss">
                        <c:v>0.56406250000000002</c:v>
                      </c:pt>
                      <c:pt idx="778" formatCode="h:mm:ss">
                        <c:v>0.56423611111111116</c:v>
                      </c:pt>
                      <c:pt idx="779" formatCode="h:mm:ss">
                        <c:v>0.56440972222222219</c:v>
                      </c:pt>
                      <c:pt idx="780" formatCode="h:mm:ss">
                        <c:v>0.56458333333333333</c:v>
                      </c:pt>
                      <c:pt idx="781" formatCode="h:mm:ss">
                        <c:v>0.56475694444444446</c:v>
                      </c:pt>
                      <c:pt idx="782" formatCode="h:mm:ss">
                        <c:v>0.5649305555555556</c:v>
                      </c:pt>
                      <c:pt idx="783" formatCode="h:mm:ss">
                        <c:v>0.56510416666666663</c:v>
                      </c:pt>
                      <c:pt idx="784" formatCode="h:mm:ss">
                        <c:v>0.56527777777777777</c:v>
                      </c:pt>
                      <c:pt idx="785" formatCode="h:mm:ss">
                        <c:v>0.56545138888888891</c:v>
                      </c:pt>
                      <c:pt idx="786" formatCode="h:mm:ss">
                        <c:v>0.56562500000000004</c:v>
                      </c:pt>
                      <c:pt idx="787" formatCode="h:mm:ss">
                        <c:v>0.56579861111111107</c:v>
                      </c:pt>
                      <c:pt idx="788" formatCode="h:mm:ss">
                        <c:v>0.56597222222222221</c:v>
                      </c:pt>
                      <c:pt idx="789" formatCode="h:mm:ss">
                        <c:v>0.56614583333333335</c:v>
                      </c:pt>
                      <c:pt idx="790" formatCode="h:mm:ss">
                        <c:v>0.56631944444444449</c:v>
                      </c:pt>
                      <c:pt idx="791" formatCode="h:mm:ss">
                        <c:v>0.56649305555555551</c:v>
                      </c:pt>
                      <c:pt idx="792" formatCode="h:mm:ss">
                        <c:v>0.56666666666666665</c:v>
                      </c:pt>
                      <c:pt idx="793" formatCode="h:mm:ss">
                        <c:v>0.56684027777777779</c:v>
                      </c:pt>
                      <c:pt idx="794" formatCode="h:mm:ss">
                        <c:v>0.56701388888888893</c:v>
                      </c:pt>
                      <c:pt idx="795" formatCode="h:mm:ss">
                        <c:v>0.56718749999999996</c:v>
                      </c:pt>
                      <c:pt idx="796" formatCode="h:mm:ss">
                        <c:v>0.56736111111111109</c:v>
                      </c:pt>
                      <c:pt idx="797" formatCode="h:mm:ss">
                        <c:v>0.56753472222222223</c:v>
                      </c:pt>
                      <c:pt idx="798" formatCode="h:mm:ss">
                        <c:v>0.56770833333333337</c:v>
                      </c:pt>
                      <c:pt idx="799" formatCode="h:mm:ss">
                        <c:v>0.5678819444444444</c:v>
                      </c:pt>
                      <c:pt idx="800" formatCode="h:mm:ss">
                        <c:v>0.56805555555555554</c:v>
                      </c:pt>
                      <c:pt idx="801" formatCode="h:mm:ss">
                        <c:v>0.56822916666666667</c:v>
                      </c:pt>
                      <c:pt idx="802" formatCode="h:mm:ss">
                        <c:v>0.56840277777777781</c:v>
                      </c:pt>
                      <c:pt idx="803" formatCode="h:mm:ss">
                        <c:v>0.56857638888888884</c:v>
                      </c:pt>
                      <c:pt idx="804" formatCode="h:mm:ss">
                        <c:v>0.56874999999999998</c:v>
                      </c:pt>
                      <c:pt idx="805" formatCode="h:mm:ss">
                        <c:v>0.56892361111111112</c:v>
                      </c:pt>
                      <c:pt idx="806" formatCode="h:mm:ss">
                        <c:v>0.56909722222222225</c:v>
                      </c:pt>
                      <c:pt idx="807" formatCode="h:mm:ss">
                        <c:v>0.56927083333333328</c:v>
                      </c:pt>
                      <c:pt idx="808" formatCode="h:mm:ss">
                        <c:v>0.56944444444444442</c:v>
                      </c:pt>
                      <c:pt idx="809" formatCode="h:mm:ss">
                        <c:v>0.56961805555555556</c:v>
                      </c:pt>
                      <c:pt idx="810" formatCode="h:mm:ss">
                        <c:v>0.5697916666666667</c:v>
                      </c:pt>
                      <c:pt idx="811" formatCode="h:mm:ss">
                        <c:v>0.56996527777777772</c:v>
                      </c:pt>
                      <c:pt idx="812" formatCode="h:mm:ss">
                        <c:v>0.57013888888888886</c:v>
                      </c:pt>
                      <c:pt idx="813" formatCode="h:mm:ss">
                        <c:v>0.5703125</c:v>
                      </c:pt>
                      <c:pt idx="814" formatCode="h:mm:ss">
                        <c:v>0.57048611111111114</c:v>
                      </c:pt>
                      <c:pt idx="815" formatCode="h:mm:ss">
                        <c:v>0.57065972222222228</c:v>
                      </c:pt>
                      <c:pt idx="816" formatCode="h:mm:ss">
                        <c:v>0.5708333333333333</c:v>
                      </c:pt>
                      <c:pt idx="817" formatCode="h:mm:ss">
                        <c:v>0.57100694444444444</c:v>
                      </c:pt>
                      <c:pt idx="818" formatCode="h:mm:ss">
                        <c:v>0.57118055555555558</c:v>
                      </c:pt>
                      <c:pt idx="819" formatCode="h:mm:ss">
                        <c:v>0.57135416666666672</c:v>
                      </c:pt>
                      <c:pt idx="820" formatCode="h:mm:ss">
                        <c:v>0.57152777777777775</c:v>
                      </c:pt>
                      <c:pt idx="821" formatCode="h:mm:ss">
                        <c:v>0.57170138888888888</c:v>
                      </c:pt>
                      <c:pt idx="822" formatCode="h:mm:ss">
                        <c:v>0.57187500000000002</c:v>
                      </c:pt>
                      <c:pt idx="823" formatCode="h:mm:ss">
                        <c:v>0.57204861111111116</c:v>
                      </c:pt>
                      <c:pt idx="824" formatCode="h:mm:ss">
                        <c:v>0.57222222222222219</c:v>
                      </c:pt>
                      <c:pt idx="825" formatCode="h:mm:ss">
                        <c:v>0.57239583333333333</c:v>
                      </c:pt>
                      <c:pt idx="826" formatCode="h:mm:ss">
                        <c:v>0.57256944444444446</c:v>
                      </c:pt>
                      <c:pt idx="827" formatCode="h:mm:ss">
                        <c:v>0.5727430555555556</c:v>
                      </c:pt>
                      <c:pt idx="828" formatCode="h:mm:ss">
                        <c:v>0.57291666666666663</c:v>
                      </c:pt>
                      <c:pt idx="829" formatCode="h:mm:ss">
                        <c:v>0.57309027777777777</c:v>
                      </c:pt>
                      <c:pt idx="830" formatCode="h:mm:ss">
                        <c:v>0.57326388888888891</c:v>
                      </c:pt>
                      <c:pt idx="831" formatCode="h:mm:ss">
                        <c:v>0.57343750000000004</c:v>
                      </c:pt>
                      <c:pt idx="832" formatCode="h:mm:ss">
                        <c:v>0.57361111111111107</c:v>
                      </c:pt>
                      <c:pt idx="833" formatCode="h:mm:ss">
                        <c:v>0.57378472222222221</c:v>
                      </c:pt>
                      <c:pt idx="834" formatCode="h:mm:ss">
                        <c:v>0.57395833333333335</c:v>
                      </c:pt>
                      <c:pt idx="835" formatCode="h:mm:ss">
                        <c:v>0.57413194444444449</c:v>
                      </c:pt>
                      <c:pt idx="836" formatCode="h:mm:ss">
                        <c:v>0.57430555555555551</c:v>
                      </c:pt>
                      <c:pt idx="837" formatCode="h:mm:ss">
                        <c:v>0.57447916666666665</c:v>
                      </c:pt>
                      <c:pt idx="838" formatCode="h:mm:ss">
                        <c:v>0.57465277777777779</c:v>
                      </c:pt>
                      <c:pt idx="839" formatCode="h:mm:ss">
                        <c:v>0.57482638888888893</c:v>
                      </c:pt>
                      <c:pt idx="840" formatCode="h:mm:ss">
                        <c:v>0.57499999999999996</c:v>
                      </c:pt>
                      <c:pt idx="841" formatCode="h:mm:ss">
                        <c:v>0.57517361111111109</c:v>
                      </c:pt>
                      <c:pt idx="842" formatCode="h:mm:ss">
                        <c:v>0.57534722222222223</c:v>
                      </c:pt>
                      <c:pt idx="843" formatCode="h:mm:ss">
                        <c:v>0.57552083333333337</c:v>
                      </c:pt>
                      <c:pt idx="844" formatCode="h:mm:ss">
                        <c:v>0.5756944444444444</c:v>
                      </c:pt>
                      <c:pt idx="845" formatCode="h:mm:ss">
                        <c:v>0.57586805555555554</c:v>
                      </c:pt>
                      <c:pt idx="846" formatCode="h:mm:ss">
                        <c:v>0.57604166666666667</c:v>
                      </c:pt>
                      <c:pt idx="847" formatCode="h:mm:ss">
                        <c:v>0.57621527777777781</c:v>
                      </c:pt>
                      <c:pt idx="848" formatCode="h:mm:ss">
                        <c:v>0.57638888888888884</c:v>
                      </c:pt>
                      <c:pt idx="849" formatCode="h:mm:ss">
                        <c:v>0.57656249999999998</c:v>
                      </c:pt>
                      <c:pt idx="850" formatCode="h:mm:ss">
                        <c:v>0.57673611111111112</c:v>
                      </c:pt>
                      <c:pt idx="851" formatCode="h:mm:ss">
                        <c:v>0.57690972222222225</c:v>
                      </c:pt>
                      <c:pt idx="852" formatCode="h:mm:ss">
                        <c:v>0.57708333333333328</c:v>
                      </c:pt>
                      <c:pt idx="853" formatCode="h:mm:ss">
                        <c:v>0.57725694444444442</c:v>
                      </c:pt>
                      <c:pt idx="854" formatCode="h:mm:ss">
                        <c:v>0.57743055555555556</c:v>
                      </c:pt>
                      <c:pt idx="855" formatCode="h:mm:ss">
                        <c:v>0.5776041666666667</c:v>
                      </c:pt>
                      <c:pt idx="856" formatCode="h:mm:ss">
                        <c:v>0.57777777777777772</c:v>
                      </c:pt>
                      <c:pt idx="857" formatCode="h:mm:ss">
                        <c:v>0.57795138888888886</c:v>
                      </c:pt>
                      <c:pt idx="858" formatCode="h:mm:ss">
                        <c:v>0.578125</c:v>
                      </c:pt>
                      <c:pt idx="859" formatCode="h:mm:ss">
                        <c:v>0.57829861111111114</c:v>
                      </c:pt>
                      <c:pt idx="860" formatCode="h:mm:ss">
                        <c:v>0.57847222222222228</c:v>
                      </c:pt>
                      <c:pt idx="861" formatCode="h:mm:ss">
                        <c:v>0.5786458333333333</c:v>
                      </c:pt>
                      <c:pt idx="862" formatCode="h:mm:ss">
                        <c:v>0.57881944444444444</c:v>
                      </c:pt>
                      <c:pt idx="863" formatCode="h:mm:ss">
                        <c:v>0.57899305555555558</c:v>
                      </c:pt>
                      <c:pt idx="864" formatCode="h:mm:ss">
                        <c:v>0.57916666666666672</c:v>
                      </c:pt>
                      <c:pt idx="865" formatCode="h:mm:ss">
                        <c:v>0.57934027777777775</c:v>
                      </c:pt>
                      <c:pt idx="866" formatCode="h:mm:ss">
                        <c:v>0.57951388888888888</c:v>
                      </c:pt>
                      <c:pt idx="867" formatCode="h:mm:ss">
                        <c:v>0.57968750000000002</c:v>
                      </c:pt>
                      <c:pt idx="868" formatCode="h:mm:ss">
                        <c:v>0.57986111111111116</c:v>
                      </c:pt>
                      <c:pt idx="869" formatCode="h:mm:ss">
                        <c:v>0.58003472222222219</c:v>
                      </c:pt>
                      <c:pt idx="870" formatCode="h:mm:ss">
                        <c:v>0.58020833333333333</c:v>
                      </c:pt>
                      <c:pt idx="871" formatCode="h:mm:ss">
                        <c:v>0.58038194444444446</c:v>
                      </c:pt>
                      <c:pt idx="872" formatCode="h:mm:ss">
                        <c:v>0.5805555555555556</c:v>
                      </c:pt>
                      <c:pt idx="873" formatCode="h:mm:ss">
                        <c:v>0.58072916666666663</c:v>
                      </c:pt>
                      <c:pt idx="874" formatCode="h:mm:ss">
                        <c:v>0.58090277777777777</c:v>
                      </c:pt>
                      <c:pt idx="875" formatCode="h:mm:ss">
                        <c:v>0.58107638888888891</c:v>
                      </c:pt>
                      <c:pt idx="876" formatCode="h:mm:ss">
                        <c:v>0.58125000000000004</c:v>
                      </c:pt>
                      <c:pt idx="877" formatCode="h:mm:ss">
                        <c:v>0.58142361111111107</c:v>
                      </c:pt>
                      <c:pt idx="878" formatCode="h:mm:ss">
                        <c:v>0.58159722222222221</c:v>
                      </c:pt>
                      <c:pt idx="879" formatCode="h:mm:ss">
                        <c:v>0.58177083333333335</c:v>
                      </c:pt>
                      <c:pt idx="880" formatCode="h:mm:ss">
                        <c:v>0.58194444444444449</c:v>
                      </c:pt>
                      <c:pt idx="881" formatCode="h:mm:ss">
                        <c:v>0.58211805555555551</c:v>
                      </c:pt>
                      <c:pt idx="882" formatCode="h:mm:ss">
                        <c:v>0.58229166666666665</c:v>
                      </c:pt>
                      <c:pt idx="883" formatCode="h:mm:ss">
                        <c:v>0.58246527777777779</c:v>
                      </c:pt>
                      <c:pt idx="884" formatCode="h:mm:ss">
                        <c:v>0.58263888888888893</c:v>
                      </c:pt>
                      <c:pt idx="885" formatCode="h:mm:ss">
                        <c:v>0.58281249999999996</c:v>
                      </c:pt>
                      <c:pt idx="886" formatCode="h:mm:ss">
                        <c:v>0.58298611111111109</c:v>
                      </c:pt>
                      <c:pt idx="887" formatCode="h:mm:ss">
                        <c:v>0.58315972222222223</c:v>
                      </c:pt>
                      <c:pt idx="888" formatCode="h:mm:ss">
                        <c:v>0.58333333333333337</c:v>
                      </c:pt>
                      <c:pt idx="889" formatCode="h:mm:ss">
                        <c:v>0.5835069444444444</c:v>
                      </c:pt>
                      <c:pt idx="890" formatCode="h:mm:ss">
                        <c:v>0.58368055555555554</c:v>
                      </c:pt>
                      <c:pt idx="891" formatCode="h:mm:ss">
                        <c:v>0.58385416666666667</c:v>
                      </c:pt>
                      <c:pt idx="892" formatCode="h:mm:ss">
                        <c:v>0.58402777777777781</c:v>
                      </c:pt>
                      <c:pt idx="893" formatCode="h:mm:ss">
                        <c:v>0.58420138888888884</c:v>
                      </c:pt>
                      <c:pt idx="894" formatCode="h:mm:ss">
                        <c:v>0.58437499999999998</c:v>
                      </c:pt>
                      <c:pt idx="895" formatCode="h:mm:ss">
                        <c:v>0.58454861111111112</c:v>
                      </c:pt>
                      <c:pt idx="896" formatCode="h:mm:ss">
                        <c:v>0.58472222222222225</c:v>
                      </c:pt>
                      <c:pt idx="897" formatCode="h:mm:ss">
                        <c:v>0.58489583333333328</c:v>
                      </c:pt>
                      <c:pt idx="898" formatCode="h:mm:ss">
                        <c:v>0.58506944444444442</c:v>
                      </c:pt>
                      <c:pt idx="899" formatCode="h:mm:ss">
                        <c:v>0.58524305555555556</c:v>
                      </c:pt>
                      <c:pt idx="900" formatCode="h:mm:ss">
                        <c:v>0.5854166666666667</c:v>
                      </c:pt>
                      <c:pt idx="901" formatCode="h:mm:ss">
                        <c:v>0.58559027777777772</c:v>
                      </c:pt>
                      <c:pt idx="902" formatCode="h:mm:ss">
                        <c:v>0.58576388888888886</c:v>
                      </c:pt>
                      <c:pt idx="903" formatCode="h:mm:ss">
                        <c:v>0.5859375</c:v>
                      </c:pt>
                      <c:pt idx="904" formatCode="h:mm:ss">
                        <c:v>0.58611111111111114</c:v>
                      </c:pt>
                      <c:pt idx="905" formatCode="h:mm:ss">
                        <c:v>0.58628472222222228</c:v>
                      </c:pt>
                      <c:pt idx="906" formatCode="h:mm:ss">
                        <c:v>0.5864583333333333</c:v>
                      </c:pt>
                      <c:pt idx="907" formatCode="h:mm:ss">
                        <c:v>0.58663194444444444</c:v>
                      </c:pt>
                      <c:pt idx="908" formatCode="h:mm:ss">
                        <c:v>0.58680555555555558</c:v>
                      </c:pt>
                      <c:pt idx="909" formatCode="h:mm:ss">
                        <c:v>0.58697916666666672</c:v>
                      </c:pt>
                      <c:pt idx="910" formatCode="h:mm:ss">
                        <c:v>0.58715277777777775</c:v>
                      </c:pt>
                      <c:pt idx="911" formatCode="h:mm:ss">
                        <c:v>0.58732638888888888</c:v>
                      </c:pt>
                      <c:pt idx="912" formatCode="h:mm:ss">
                        <c:v>0.58750000000000002</c:v>
                      </c:pt>
                      <c:pt idx="913" formatCode="h:mm:ss">
                        <c:v>0.58767361111111116</c:v>
                      </c:pt>
                      <c:pt idx="914" formatCode="h:mm:ss">
                        <c:v>0.58784722222222219</c:v>
                      </c:pt>
                      <c:pt idx="915" formatCode="h:mm:ss">
                        <c:v>0.58802083333333333</c:v>
                      </c:pt>
                      <c:pt idx="916" formatCode="h:mm:ss">
                        <c:v>0.58819444444444446</c:v>
                      </c:pt>
                      <c:pt idx="917" formatCode="h:mm:ss">
                        <c:v>0.5883680555555556</c:v>
                      </c:pt>
                      <c:pt idx="918" formatCode="h:mm:ss">
                        <c:v>0.58854166666666663</c:v>
                      </c:pt>
                      <c:pt idx="919" formatCode="h:mm:ss">
                        <c:v>0.58871527777777777</c:v>
                      </c:pt>
                      <c:pt idx="920" formatCode="h:mm:ss">
                        <c:v>0.58888888888888891</c:v>
                      </c:pt>
                      <c:pt idx="921" formatCode="h:mm:ss">
                        <c:v>0.58906250000000004</c:v>
                      </c:pt>
                      <c:pt idx="922" formatCode="h:mm:ss">
                        <c:v>0.58923611111111107</c:v>
                      </c:pt>
                      <c:pt idx="923" formatCode="h:mm:ss">
                        <c:v>0.58940972222222221</c:v>
                      </c:pt>
                      <c:pt idx="924" formatCode="h:mm:ss">
                        <c:v>0.58958333333333335</c:v>
                      </c:pt>
                      <c:pt idx="925" formatCode="h:mm:ss">
                        <c:v>0.58975694444444449</c:v>
                      </c:pt>
                      <c:pt idx="926" formatCode="h:mm:ss">
                        <c:v>0.58993055555555551</c:v>
                      </c:pt>
                      <c:pt idx="927" formatCode="h:mm:ss">
                        <c:v>0.59010416666666665</c:v>
                      </c:pt>
                      <c:pt idx="928" formatCode="h:mm:ss">
                        <c:v>0.59027777777777779</c:v>
                      </c:pt>
                      <c:pt idx="929" formatCode="h:mm:ss">
                        <c:v>0.59045138888888893</c:v>
                      </c:pt>
                      <c:pt idx="930" formatCode="h:mm:ss">
                        <c:v>0.59062499999999996</c:v>
                      </c:pt>
                      <c:pt idx="931" formatCode="h:mm:ss">
                        <c:v>0.59079861111111109</c:v>
                      </c:pt>
                      <c:pt idx="932" formatCode="h:mm:ss">
                        <c:v>0.59097222222222223</c:v>
                      </c:pt>
                      <c:pt idx="933" formatCode="h:mm:ss">
                        <c:v>0.59114583333333337</c:v>
                      </c:pt>
                      <c:pt idx="934" formatCode="h:mm:ss">
                        <c:v>0.5913194444444444</c:v>
                      </c:pt>
                      <c:pt idx="935" formatCode="h:mm:ss">
                        <c:v>0.59149305555555554</c:v>
                      </c:pt>
                      <c:pt idx="936" formatCode="h:mm:ss">
                        <c:v>0.59166666666666667</c:v>
                      </c:pt>
                      <c:pt idx="937" formatCode="h:mm:ss">
                        <c:v>0.59184027777777781</c:v>
                      </c:pt>
                      <c:pt idx="938" formatCode="h:mm:ss">
                        <c:v>0.59201388888888884</c:v>
                      </c:pt>
                      <c:pt idx="939" formatCode="h:mm:ss">
                        <c:v>0.59218749999999998</c:v>
                      </c:pt>
                      <c:pt idx="940" formatCode="h:mm:ss">
                        <c:v>0.59236111111111112</c:v>
                      </c:pt>
                      <c:pt idx="941" formatCode="h:mm:ss">
                        <c:v>0.59253472222222225</c:v>
                      </c:pt>
                      <c:pt idx="942" formatCode="h:mm:ss">
                        <c:v>0.59270833333333328</c:v>
                      </c:pt>
                      <c:pt idx="943" formatCode="h:mm:ss">
                        <c:v>0.59288194444444442</c:v>
                      </c:pt>
                      <c:pt idx="944" formatCode="h:mm:ss">
                        <c:v>0.59305555555555556</c:v>
                      </c:pt>
                      <c:pt idx="945" formatCode="h:mm:ss">
                        <c:v>0.5932291666666667</c:v>
                      </c:pt>
                      <c:pt idx="946" formatCode="h:mm:ss">
                        <c:v>0.59340277777777772</c:v>
                      </c:pt>
                      <c:pt idx="947" formatCode="h:mm:ss">
                        <c:v>0.59357638888888886</c:v>
                      </c:pt>
                      <c:pt idx="948" formatCode="h:mm:ss">
                        <c:v>0.59375</c:v>
                      </c:pt>
                      <c:pt idx="949" formatCode="h:mm:ss">
                        <c:v>0.59392361111111114</c:v>
                      </c:pt>
                      <c:pt idx="950" formatCode="h:mm:ss">
                        <c:v>0.59409722222222228</c:v>
                      </c:pt>
                      <c:pt idx="951" formatCode="h:mm:ss">
                        <c:v>0.5942708333333333</c:v>
                      </c:pt>
                      <c:pt idx="952" formatCode="h:mm:ss">
                        <c:v>0.59444444444444444</c:v>
                      </c:pt>
                      <c:pt idx="953" formatCode="h:mm:ss">
                        <c:v>0.59461805555555558</c:v>
                      </c:pt>
                      <c:pt idx="954" formatCode="h:mm:ss">
                        <c:v>0.59479166666666672</c:v>
                      </c:pt>
                      <c:pt idx="955" formatCode="h:mm:ss">
                        <c:v>0.59496527777777775</c:v>
                      </c:pt>
                      <c:pt idx="956" formatCode="h:mm:ss">
                        <c:v>0.59513888888888888</c:v>
                      </c:pt>
                      <c:pt idx="957" formatCode="h:mm:ss">
                        <c:v>0.59531250000000002</c:v>
                      </c:pt>
                      <c:pt idx="958" formatCode="h:mm:ss">
                        <c:v>0.59548611111111116</c:v>
                      </c:pt>
                      <c:pt idx="959" formatCode="h:mm:ss">
                        <c:v>0.59565972222222219</c:v>
                      </c:pt>
                      <c:pt idx="960" formatCode="h:mm:ss">
                        <c:v>0.59583333333333333</c:v>
                      </c:pt>
                      <c:pt idx="961" formatCode="h:mm:ss">
                        <c:v>0.59600694444444446</c:v>
                      </c:pt>
                      <c:pt idx="962" formatCode="h:mm:ss">
                        <c:v>0.5961805555555556</c:v>
                      </c:pt>
                      <c:pt idx="963" formatCode="h:mm:ss">
                        <c:v>0.59635416666666663</c:v>
                      </c:pt>
                      <c:pt idx="964" formatCode="h:mm:ss">
                        <c:v>0.59652777777777777</c:v>
                      </c:pt>
                      <c:pt idx="965" formatCode="h:mm:ss">
                        <c:v>0.59670138888888891</c:v>
                      </c:pt>
                      <c:pt idx="966" formatCode="h:mm:ss">
                        <c:v>0.59687500000000004</c:v>
                      </c:pt>
                      <c:pt idx="967" formatCode="h:mm:ss">
                        <c:v>0.59704861111111107</c:v>
                      </c:pt>
                      <c:pt idx="968" formatCode="h:mm:ss">
                        <c:v>0.59722222222222221</c:v>
                      </c:pt>
                      <c:pt idx="969" formatCode="h:mm:ss">
                        <c:v>0.59739583333333335</c:v>
                      </c:pt>
                      <c:pt idx="970" formatCode="h:mm:ss">
                        <c:v>0.59756944444444449</c:v>
                      </c:pt>
                      <c:pt idx="971" formatCode="h:mm:ss">
                        <c:v>0.59774305555555551</c:v>
                      </c:pt>
                      <c:pt idx="972" formatCode="h:mm:ss">
                        <c:v>0.59791666666666665</c:v>
                      </c:pt>
                      <c:pt idx="973" formatCode="h:mm:ss">
                        <c:v>0.59809027777777779</c:v>
                      </c:pt>
                      <c:pt idx="974" formatCode="h:mm:ss">
                        <c:v>0.59826388888888893</c:v>
                      </c:pt>
                      <c:pt idx="975" formatCode="h:mm:ss">
                        <c:v>0.59843749999999996</c:v>
                      </c:pt>
                      <c:pt idx="976" formatCode="h:mm:ss">
                        <c:v>0.59861111111111109</c:v>
                      </c:pt>
                      <c:pt idx="977" formatCode="h:mm:ss">
                        <c:v>0.59878472222222223</c:v>
                      </c:pt>
                      <c:pt idx="978" formatCode="h:mm:ss">
                        <c:v>0.59895833333333337</c:v>
                      </c:pt>
                      <c:pt idx="979" formatCode="h:mm:ss">
                        <c:v>0.5991319444444444</c:v>
                      </c:pt>
                      <c:pt idx="980" formatCode="h:mm:ss">
                        <c:v>0.59930555555555554</c:v>
                      </c:pt>
                      <c:pt idx="981" formatCode="h:mm:ss">
                        <c:v>0.59947916666666667</c:v>
                      </c:pt>
                      <c:pt idx="982" formatCode="h:mm:ss">
                        <c:v>0.59965277777777781</c:v>
                      </c:pt>
                      <c:pt idx="983" formatCode="h:mm:ss">
                        <c:v>0.59982638888888884</c:v>
                      </c:pt>
                      <c:pt idx="984" formatCode="h:mm:ss">
                        <c:v>0.6</c:v>
                      </c:pt>
                      <c:pt idx="985" formatCode="h:mm:ss">
                        <c:v>0.60017361111111112</c:v>
                      </c:pt>
                      <c:pt idx="986" formatCode="h:mm:ss">
                        <c:v>0.60034722222222225</c:v>
                      </c:pt>
                      <c:pt idx="987" formatCode="h:mm:ss">
                        <c:v>0.60052083333333328</c:v>
                      </c:pt>
                      <c:pt idx="988" formatCode="h:mm:ss">
                        <c:v>0.60069444444444442</c:v>
                      </c:pt>
                      <c:pt idx="989" formatCode="h:mm:ss">
                        <c:v>0.60086805555555556</c:v>
                      </c:pt>
                      <c:pt idx="990" formatCode="h:mm:ss">
                        <c:v>0.6010416666666667</c:v>
                      </c:pt>
                      <c:pt idx="991" formatCode="h:mm:ss">
                        <c:v>0.60121527777777772</c:v>
                      </c:pt>
                      <c:pt idx="992" formatCode="h:mm:ss">
                        <c:v>0.60138888888888886</c:v>
                      </c:pt>
                      <c:pt idx="993" formatCode="h:mm:ss">
                        <c:v>0.6015625</c:v>
                      </c:pt>
                      <c:pt idx="994" formatCode="h:mm:ss">
                        <c:v>0.60173611111111114</c:v>
                      </c:pt>
                      <c:pt idx="995" formatCode="h:mm:ss">
                        <c:v>0.60190972222222228</c:v>
                      </c:pt>
                      <c:pt idx="996" formatCode="h:mm:ss">
                        <c:v>0.6020833333333333</c:v>
                      </c:pt>
                      <c:pt idx="997" formatCode="h:mm:ss">
                        <c:v>0.60225694444444444</c:v>
                      </c:pt>
                      <c:pt idx="998" formatCode="h:mm:ss">
                        <c:v>0.60243055555555558</c:v>
                      </c:pt>
                      <c:pt idx="999" formatCode="h:mm:ss">
                        <c:v>0.60260416666666672</c:v>
                      </c:pt>
                      <c:pt idx="1000" formatCode="h:mm:ss">
                        <c:v>0.60277777777777775</c:v>
                      </c:pt>
                      <c:pt idx="1001" formatCode="h:mm:ss">
                        <c:v>0.60295138888888888</c:v>
                      </c:pt>
                      <c:pt idx="1002" formatCode="h:mm:ss">
                        <c:v>0.60312500000000002</c:v>
                      </c:pt>
                      <c:pt idx="1003" formatCode="h:mm:ss">
                        <c:v>0.60329861111111116</c:v>
                      </c:pt>
                      <c:pt idx="1004" formatCode="h:mm:ss">
                        <c:v>0.60347222222222219</c:v>
                      </c:pt>
                      <c:pt idx="1005" formatCode="h:mm:ss">
                        <c:v>0.60364583333333333</c:v>
                      </c:pt>
                      <c:pt idx="1006" formatCode="h:mm:ss">
                        <c:v>0.60381944444444446</c:v>
                      </c:pt>
                      <c:pt idx="1007" formatCode="h:mm:ss">
                        <c:v>0.6039930555555556</c:v>
                      </c:pt>
                      <c:pt idx="1008" formatCode="h:mm:ss">
                        <c:v>0.60416666666666663</c:v>
                      </c:pt>
                      <c:pt idx="1009" formatCode="h:mm:ss">
                        <c:v>0.60434027777777777</c:v>
                      </c:pt>
                      <c:pt idx="1010" formatCode="h:mm:ss">
                        <c:v>0.60451388888888891</c:v>
                      </c:pt>
                      <c:pt idx="1011" formatCode="h:mm:ss">
                        <c:v>0.60468750000000004</c:v>
                      </c:pt>
                      <c:pt idx="1012" formatCode="h:mm:ss">
                        <c:v>0.60486111111111107</c:v>
                      </c:pt>
                      <c:pt idx="1013" formatCode="h:mm:ss">
                        <c:v>0.60503472222222221</c:v>
                      </c:pt>
                      <c:pt idx="1014" formatCode="h:mm:ss">
                        <c:v>0.60520833333333335</c:v>
                      </c:pt>
                      <c:pt idx="1015" formatCode="h:mm:ss">
                        <c:v>0.60538194444444449</c:v>
                      </c:pt>
                      <c:pt idx="1016" formatCode="h:mm:ss">
                        <c:v>0.60555555555555551</c:v>
                      </c:pt>
                      <c:pt idx="1017" formatCode="h:mm:ss">
                        <c:v>0.60572916666666665</c:v>
                      </c:pt>
                      <c:pt idx="1018" formatCode="h:mm:ss">
                        <c:v>0.60590277777777779</c:v>
                      </c:pt>
                      <c:pt idx="1019" formatCode="h:mm:ss">
                        <c:v>0.60607638888888893</c:v>
                      </c:pt>
                      <c:pt idx="1020" formatCode="h:mm:ss">
                        <c:v>0.60624999999999996</c:v>
                      </c:pt>
                      <c:pt idx="1021" formatCode="h:mm:ss">
                        <c:v>0.60642361111111109</c:v>
                      </c:pt>
                      <c:pt idx="1022" formatCode="h:mm:ss">
                        <c:v>0.60659722222222223</c:v>
                      </c:pt>
                      <c:pt idx="1023" formatCode="h:mm:ss">
                        <c:v>0.60677083333333337</c:v>
                      </c:pt>
                      <c:pt idx="1024" formatCode="h:mm:ss">
                        <c:v>0.6069444444444444</c:v>
                      </c:pt>
                      <c:pt idx="1025" formatCode="h:mm:ss">
                        <c:v>0.60711805555555554</c:v>
                      </c:pt>
                      <c:pt idx="1026" formatCode="h:mm:ss">
                        <c:v>0.60729166666666667</c:v>
                      </c:pt>
                      <c:pt idx="1027" formatCode="h:mm:ss">
                        <c:v>0.60746527777777781</c:v>
                      </c:pt>
                      <c:pt idx="1028" formatCode="h:mm:ss">
                        <c:v>0.60763888888888884</c:v>
                      </c:pt>
                      <c:pt idx="1029" formatCode="h:mm:ss">
                        <c:v>0.60781249999999998</c:v>
                      </c:pt>
                      <c:pt idx="1030" formatCode="h:mm:ss">
                        <c:v>0.60798611111111112</c:v>
                      </c:pt>
                      <c:pt idx="1031" formatCode="h:mm:ss">
                        <c:v>0.60815972222222225</c:v>
                      </c:pt>
                      <c:pt idx="1032" formatCode="h:mm:ss">
                        <c:v>0.60833333333333328</c:v>
                      </c:pt>
                      <c:pt idx="1033" formatCode="h:mm:ss">
                        <c:v>0.60850694444444442</c:v>
                      </c:pt>
                      <c:pt idx="1034" formatCode="h:mm:ss">
                        <c:v>0.60868055555555556</c:v>
                      </c:pt>
                      <c:pt idx="1035" formatCode="h:mm:ss">
                        <c:v>0.6088541666666667</c:v>
                      </c:pt>
                      <c:pt idx="1036" formatCode="h:mm:ss">
                        <c:v>0.60902777777777772</c:v>
                      </c:pt>
                      <c:pt idx="1037" formatCode="h:mm:ss">
                        <c:v>0.60920138888888886</c:v>
                      </c:pt>
                      <c:pt idx="1038" formatCode="h:mm:ss">
                        <c:v>0.609375</c:v>
                      </c:pt>
                      <c:pt idx="1039" formatCode="h:mm:ss">
                        <c:v>0.60954861111111114</c:v>
                      </c:pt>
                      <c:pt idx="1040" formatCode="h:mm:ss">
                        <c:v>0.60972222222222228</c:v>
                      </c:pt>
                      <c:pt idx="1041" formatCode="h:mm:ss">
                        <c:v>0.6098958333333333</c:v>
                      </c:pt>
                      <c:pt idx="1042" formatCode="h:mm:ss">
                        <c:v>0.61006944444444444</c:v>
                      </c:pt>
                      <c:pt idx="1043" formatCode="h:mm:ss">
                        <c:v>0.61024305555555558</c:v>
                      </c:pt>
                      <c:pt idx="1044" formatCode="h:mm:ss">
                        <c:v>0.61041666666666672</c:v>
                      </c:pt>
                      <c:pt idx="1045" formatCode="h:mm:ss">
                        <c:v>0.61059027777777775</c:v>
                      </c:pt>
                      <c:pt idx="1046" formatCode="h:mm:ss">
                        <c:v>0.61076388888888888</c:v>
                      </c:pt>
                      <c:pt idx="1047" formatCode="h:mm:ss">
                        <c:v>0.61093750000000002</c:v>
                      </c:pt>
                      <c:pt idx="1048" formatCode="h:mm:ss">
                        <c:v>0.61111111111111116</c:v>
                      </c:pt>
                      <c:pt idx="1049" formatCode="h:mm:ss">
                        <c:v>0.61128472222222219</c:v>
                      </c:pt>
                      <c:pt idx="1050" formatCode="h:mm:ss">
                        <c:v>0.61145833333333333</c:v>
                      </c:pt>
                      <c:pt idx="1051" formatCode="h:mm:ss">
                        <c:v>0.61163194444444446</c:v>
                      </c:pt>
                      <c:pt idx="1052" formatCode="h:mm:ss">
                        <c:v>0.6118055555555556</c:v>
                      </c:pt>
                      <c:pt idx="1053" formatCode="h:mm:ss">
                        <c:v>0.61197916666666663</c:v>
                      </c:pt>
                      <c:pt idx="1054" formatCode="h:mm:ss">
                        <c:v>0.61215277777777777</c:v>
                      </c:pt>
                      <c:pt idx="1055" formatCode="h:mm:ss">
                        <c:v>0.61232638888888891</c:v>
                      </c:pt>
                      <c:pt idx="1056" formatCode="h:mm:ss">
                        <c:v>0.61250000000000004</c:v>
                      </c:pt>
                      <c:pt idx="1057" formatCode="h:mm:ss">
                        <c:v>0.61267361111111107</c:v>
                      </c:pt>
                      <c:pt idx="1058" formatCode="h:mm:ss">
                        <c:v>0.61284722222222221</c:v>
                      </c:pt>
                      <c:pt idx="1059" formatCode="h:mm:ss">
                        <c:v>0.61302083333333335</c:v>
                      </c:pt>
                      <c:pt idx="1060" formatCode="h:mm:ss">
                        <c:v>0.61319444444444449</c:v>
                      </c:pt>
                      <c:pt idx="1061" formatCode="h:mm:ss">
                        <c:v>0.61336805555555551</c:v>
                      </c:pt>
                      <c:pt idx="1062" formatCode="h:mm:ss">
                        <c:v>0.61354166666666665</c:v>
                      </c:pt>
                      <c:pt idx="1063" formatCode="h:mm:ss">
                        <c:v>0.61371527777777779</c:v>
                      </c:pt>
                      <c:pt idx="1064" formatCode="h:mm:ss">
                        <c:v>0.61388888888888893</c:v>
                      </c:pt>
                      <c:pt idx="1065" formatCode="h:mm:ss">
                        <c:v>0.61406249999999996</c:v>
                      </c:pt>
                      <c:pt idx="1066" formatCode="h:mm:ss">
                        <c:v>0.61423611111111109</c:v>
                      </c:pt>
                      <c:pt idx="1067" formatCode="h:mm:ss">
                        <c:v>0.61440972222222223</c:v>
                      </c:pt>
                      <c:pt idx="1068" formatCode="h:mm:ss">
                        <c:v>0.61458333333333337</c:v>
                      </c:pt>
                      <c:pt idx="1069" formatCode="h:mm:ss">
                        <c:v>0.6147569444444444</c:v>
                      </c:pt>
                      <c:pt idx="1070" formatCode="h:mm:ss">
                        <c:v>0.61493055555555554</c:v>
                      </c:pt>
                      <c:pt idx="1071" formatCode="h:mm:ss">
                        <c:v>0.61510416666666667</c:v>
                      </c:pt>
                      <c:pt idx="1072" formatCode="h:mm:ss">
                        <c:v>0.61527777777777781</c:v>
                      </c:pt>
                      <c:pt idx="1073" formatCode="h:mm:ss">
                        <c:v>0.61545138888888884</c:v>
                      </c:pt>
                      <c:pt idx="1074" formatCode="h:mm:ss">
                        <c:v>0.61562499999999998</c:v>
                      </c:pt>
                      <c:pt idx="1075" formatCode="h:mm:ss">
                        <c:v>0.61579861111111112</c:v>
                      </c:pt>
                      <c:pt idx="1076" formatCode="h:mm:ss">
                        <c:v>0.61597222222222225</c:v>
                      </c:pt>
                      <c:pt idx="1077" formatCode="h:mm:ss">
                        <c:v>0.61614583333333328</c:v>
                      </c:pt>
                      <c:pt idx="1078" formatCode="h:mm:ss">
                        <c:v>0.61631944444444442</c:v>
                      </c:pt>
                      <c:pt idx="1079" formatCode="h:mm:ss">
                        <c:v>0.61649305555555556</c:v>
                      </c:pt>
                      <c:pt idx="1080" formatCode="h:mm:ss">
                        <c:v>0.6166666666666667</c:v>
                      </c:pt>
                      <c:pt idx="1081" formatCode="h:mm:ss">
                        <c:v>0.61684027777777772</c:v>
                      </c:pt>
                      <c:pt idx="1082" formatCode="h:mm:ss">
                        <c:v>0.61701388888888886</c:v>
                      </c:pt>
                      <c:pt idx="1083" formatCode="h:mm:ss">
                        <c:v>0.6171875</c:v>
                      </c:pt>
                      <c:pt idx="1084" formatCode="h:mm:ss">
                        <c:v>0.61736111111111114</c:v>
                      </c:pt>
                      <c:pt idx="1085" formatCode="h:mm:ss">
                        <c:v>0.61753472222222228</c:v>
                      </c:pt>
                      <c:pt idx="1086" formatCode="h:mm:ss">
                        <c:v>0.6177083333333333</c:v>
                      </c:pt>
                      <c:pt idx="1087" formatCode="h:mm:ss">
                        <c:v>0.61788194444444444</c:v>
                      </c:pt>
                      <c:pt idx="1088" formatCode="h:mm:ss">
                        <c:v>0.61805555555555558</c:v>
                      </c:pt>
                      <c:pt idx="1089" formatCode="h:mm:ss">
                        <c:v>0.61822916666666672</c:v>
                      </c:pt>
                      <c:pt idx="1090" formatCode="h:mm:ss">
                        <c:v>0.61840277777777775</c:v>
                      </c:pt>
                      <c:pt idx="1091" formatCode="h:mm:ss">
                        <c:v>0.61857638888888888</c:v>
                      </c:pt>
                      <c:pt idx="1092" formatCode="h:mm:ss">
                        <c:v>0.61875000000000002</c:v>
                      </c:pt>
                      <c:pt idx="1093" formatCode="h:mm:ss">
                        <c:v>0.61892361111111116</c:v>
                      </c:pt>
                      <c:pt idx="1094" formatCode="h:mm:ss">
                        <c:v>0.61909722222222219</c:v>
                      </c:pt>
                      <c:pt idx="1095" formatCode="h:mm:ss">
                        <c:v>0.61927083333333333</c:v>
                      </c:pt>
                      <c:pt idx="1096" formatCode="h:mm:ss">
                        <c:v>0.61944444444444446</c:v>
                      </c:pt>
                      <c:pt idx="1097" formatCode="h:mm:ss">
                        <c:v>0.6196180555555556</c:v>
                      </c:pt>
                      <c:pt idx="1098" formatCode="h:mm:ss">
                        <c:v>0.61979166666666663</c:v>
                      </c:pt>
                      <c:pt idx="1099" formatCode="h:mm:ss">
                        <c:v>0.61996527777777777</c:v>
                      </c:pt>
                      <c:pt idx="1100" formatCode="h:mm:ss">
                        <c:v>0.62013888888888891</c:v>
                      </c:pt>
                      <c:pt idx="1101" formatCode="h:mm:ss">
                        <c:v>0.62031250000000004</c:v>
                      </c:pt>
                      <c:pt idx="1102" formatCode="h:mm:ss">
                        <c:v>0.62048611111111107</c:v>
                      </c:pt>
                      <c:pt idx="1103" formatCode="h:mm:ss">
                        <c:v>0.62065972222222221</c:v>
                      </c:pt>
                      <c:pt idx="1104" formatCode="h:mm:ss">
                        <c:v>0.62083333333333335</c:v>
                      </c:pt>
                      <c:pt idx="1105" formatCode="h:mm:ss">
                        <c:v>0.62100694444444449</c:v>
                      </c:pt>
                      <c:pt idx="1106" formatCode="h:mm:ss">
                        <c:v>0.62118055555555551</c:v>
                      </c:pt>
                      <c:pt idx="1107" formatCode="h:mm:ss">
                        <c:v>0.62135416666666665</c:v>
                      </c:pt>
                      <c:pt idx="1108" formatCode="h:mm:ss">
                        <c:v>0.62152777777777779</c:v>
                      </c:pt>
                      <c:pt idx="1109" formatCode="h:mm:ss">
                        <c:v>0.62170138888888893</c:v>
                      </c:pt>
                      <c:pt idx="1110" formatCode="h:mm:ss">
                        <c:v>0.62187499999999996</c:v>
                      </c:pt>
                      <c:pt idx="1111" formatCode="h:mm:ss">
                        <c:v>0.62204861111111109</c:v>
                      </c:pt>
                      <c:pt idx="1112" formatCode="h:mm:ss">
                        <c:v>0.62222222222222223</c:v>
                      </c:pt>
                      <c:pt idx="1113" formatCode="h:mm:ss">
                        <c:v>0.62239583333333337</c:v>
                      </c:pt>
                      <c:pt idx="1114" formatCode="h:mm:ss">
                        <c:v>0.6225694444444444</c:v>
                      </c:pt>
                      <c:pt idx="1115" formatCode="h:mm:ss">
                        <c:v>0.62274305555555554</c:v>
                      </c:pt>
                      <c:pt idx="1116" formatCode="h:mm:ss">
                        <c:v>0.62291666666666667</c:v>
                      </c:pt>
                      <c:pt idx="1117" formatCode="h:mm:ss">
                        <c:v>0.62309027777777781</c:v>
                      </c:pt>
                      <c:pt idx="1118" formatCode="h:mm:ss">
                        <c:v>0.62326388888888884</c:v>
                      </c:pt>
                      <c:pt idx="1119" formatCode="h:mm:ss">
                        <c:v>0.62343749999999998</c:v>
                      </c:pt>
                      <c:pt idx="1120" formatCode="h:mm:ss">
                        <c:v>0.62361111111111112</c:v>
                      </c:pt>
                      <c:pt idx="1121" formatCode="h:mm:ss">
                        <c:v>0.62378472222222225</c:v>
                      </c:pt>
                      <c:pt idx="1122" formatCode="h:mm:ss">
                        <c:v>0.62395833333333328</c:v>
                      </c:pt>
                      <c:pt idx="1123" formatCode="h:mm:ss">
                        <c:v>0.62413194444444442</c:v>
                      </c:pt>
                      <c:pt idx="1124" formatCode="h:mm:ss">
                        <c:v>0.62430555555555556</c:v>
                      </c:pt>
                      <c:pt idx="1125" formatCode="h:mm:ss">
                        <c:v>0.6244791666666667</c:v>
                      </c:pt>
                      <c:pt idx="1126" formatCode="h:mm:ss">
                        <c:v>0.62465277777777772</c:v>
                      </c:pt>
                      <c:pt idx="1127" formatCode="h:mm:ss">
                        <c:v>0.62482638888888886</c:v>
                      </c:pt>
                      <c:pt idx="1128" formatCode="h:mm:ss">
                        <c:v>0.625</c:v>
                      </c:pt>
                      <c:pt idx="1129" formatCode="h:mm:ss">
                        <c:v>0.62517361111111114</c:v>
                      </c:pt>
                      <c:pt idx="1130" formatCode="h:mm:ss">
                        <c:v>0.62534722222222228</c:v>
                      </c:pt>
                      <c:pt idx="1131" formatCode="h:mm:ss">
                        <c:v>0.6255208333333333</c:v>
                      </c:pt>
                      <c:pt idx="1132" formatCode="h:mm:ss">
                        <c:v>0.62569444444444444</c:v>
                      </c:pt>
                      <c:pt idx="1133" formatCode="h:mm:ss">
                        <c:v>0.62586805555555558</c:v>
                      </c:pt>
                      <c:pt idx="1134" formatCode="h:mm:ss">
                        <c:v>0.62604166666666672</c:v>
                      </c:pt>
                      <c:pt idx="1135" formatCode="h:mm:ss">
                        <c:v>0.62621527777777775</c:v>
                      </c:pt>
                      <c:pt idx="1136" formatCode="h:mm:ss">
                        <c:v>0.62638888888888888</c:v>
                      </c:pt>
                      <c:pt idx="1137" formatCode="h:mm:ss">
                        <c:v>0.62656250000000002</c:v>
                      </c:pt>
                      <c:pt idx="1138" formatCode="h:mm:ss">
                        <c:v>0.62673611111111116</c:v>
                      </c:pt>
                      <c:pt idx="1139" formatCode="h:mm:ss">
                        <c:v>0.62690972222222219</c:v>
                      </c:pt>
                      <c:pt idx="1140" formatCode="h:mm:ss">
                        <c:v>0.62708333333333333</c:v>
                      </c:pt>
                      <c:pt idx="1141" formatCode="h:mm:ss">
                        <c:v>0.62725694444444446</c:v>
                      </c:pt>
                      <c:pt idx="1142" formatCode="h:mm:ss">
                        <c:v>0.6274305555555556</c:v>
                      </c:pt>
                      <c:pt idx="1143" formatCode="h:mm:ss">
                        <c:v>0.62760416666666663</c:v>
                      </c:pt>
                      <c:pt idx="1144" formatCode="h:mm:ss">
                        <c:v>0.62777777777777777</c:v>
                      </c:pt>
                      <c:pt idx="1145" formatCode="h:mm:ss">
                        <c:v>0.62795138888888891</c:v>
                      </c:pt>
                      <c:pt idx="1146" formatCode="h:mm:ss">
                        <c:v>0.62812500000000004</c:v>
                      </c:pt>
                      <c:pt idx="1147" formatCode="h:mm:ss">
                        <c:v>0.62829861111111107</c:v>
                      </c:pt>
                      <c:pt idx="1148" formatCode="h:mm:ss">
                        <c:v>0.62847222222222221</c:v>
                      </c:pt>
                      <c:pt idx="1149" formatCode="h:mm:ss">
                        <c:v>0.62864583333333335</c:v>
                      </c:pt>
                      <c:pt idx="1150" formatCode="h:mm:ss">
                        <c:v>0.62881944444444449</c:v>
                      </c:pt>
                      <c:pt idx="1151" formatCode="h:mm:ss">
                        <c:v>0.62899305555555551</c:v>
                      </c:pt>
                      <c:pt idx="1152" formatCode="h:mm:ss">
                        <c:v>0.62916666666666665</c:v>
                      </c:pt>
                      <c:pt idx="1153" formatCode="h:mm:ss">
                        <c:v>0.62934027777777779</c:v>
                      </c:pt>
                      <c:pt idx="1154" formatCode="h:mm:ss">
                        <c:v>0.62951388888888893</c:v>
                      </c:pt>
                      <c:pt idx="1155" formatCode="h:mm:ss">
                        <c:v>0.62968749999999996</c:v>
                      </c:pt>
                      <c:pt idx="1156" formatCode="h:mm:ss">
                        <c:v>0.62986111111111109</c:v>
                      </c:pt>
                      <c:pt idx="1157" formatCode="h:mm:ss">
                        <c:v>0.63003472222222223</c:v>
                      </c:pt>
                      <c:pt idx="1158" formatCode="h:mm:ss">
                        <c:v>0.63020833333333337</c:v>
                      </c:pt>
                      <c:pt idx="1159" formatCode="h:mm:ss">
                        <c:v>0.6303819444444444</c:v>
                      </c:pt>
                      <c:pt idx="1160" formatCode="h:mm:ss">
                        <c:v>0.63055555555555554</c:v>
                      </c:pt>
                      <c:pt idx="1161" formatCode="h:mm:ss">
                        <c:v>0.63072916666666667</c:v>
                      </c:pt>
                      <c:pt idx="1162" formatCode="h:mm:ss">
                        <c:v>0.63090277777777781</c:v>
                      </c:pt>
                      <c:pt idx="1163" formatCode="h:mm:ss">
                        <c:v>0.63107638888888884</c:v>
                      </c:pt>
                      <c:pt idx="1164" formatCode="h:mm:ss">
                        <c:v>0.63124999999999998</c:v>
                      </c:pt>
                      <c:pt idx="1165" formatCode="h:mm:ss">
                        <c:v>0.63142361111111112</c:v>
                      </c:pt>
                      <c:pt idx="1166" formatCode="h:mm:ss">
                        <c:v>0.63159722222222225</c:v>
                      </c:pt>
                      <c:pt idx="1167" formatCode="h:mm:ss">
                        <c:v>0.63177083333333328</c:v>
                      </c:pt>
                      <c:pt idx="1168" formatCode="h:mm:ss">
                        <c:v>0.63194444444444442</c:v>
                      </c:pt>
                      <c:pt idx="1169" formatCode="h:mm:ss">
                        <c:v>0.63211805555555556</c:v>
                      </c:pt>
                      <c:pt idx="1170" formatCode="h:mm:ss">
                        <c:v>0.6322916666666667</c:v>
                      </c:pt>
                      <c:pt idx="1171" formatCode="h:mm:ss">
                        <c:v>0.63246527777777772</c:v>
                      </c:pt>
                      <c:pt idx="1172" formatCode="h:mm:ss">
                        <c:v>0.63263888888888886</c:v>
                      </c:pt>
                      <c:pt idx="1173" formatCode="h:mm:ss">
                        <c:v>0.6328125</c:v>
                      </c:pt>
                      <c:pt idx="1174" formatCode="h:mm:ss">
                        <c:v>0.63298611111111114</c:v>
                      </c:pt>
                      <c:pt idx="1175" formatCode="h:mm:ss">
                        <c:v>0.63315972222222228</c:v>
                      </c:pt>
                      <c:pt idx="1176" formatCode="h:mm:ss">
                        <c:v>0.6333333333333333</c:v>
                      </c:pt>
                      <c:pt idx="1177" formatCode="h:mm:ss">
                        <c:v>0.63350694444444444</c:v>
                      </c:pt>
                      <c:pt idx="1178" formatCode="h:mm:ss">
                        <c:v>0.63368055555555558</c:v>
                      </c:pt>
                      <c:pt idx="1179" formatCode="h:mm:ss">
                        <c:v>0.63385416666666672</c:v>
                      </c:pt>
                      <c:pt idx="1180" formatCode="h:mm:ss">
                        <c:v>0.63402777777777775</c:v>
                      </c:pt>
                      <c:pt idx="1181" formatCode="h:mm:ss">
                        <c:v>0.63420138888888888</c:v>
                      </c:pt>
                      <c:pt idx="1182" formatCode="h:mm:ss">
                        <c:v>0.63437500000000002</c:v>
                      </c:pt>
                      <c:pt idx="1183" formatCode="h:mm:ss">
                        <c:v>0.63454861111111116</c:v>
                      </c:pt>
                      <c:pt idx="1184" formatCode="h:mm:ss">
                        <c:v>0.63472222222222219</c:v>
                      </c:pt>
                      <c:pt idx="1185" formatCode="h:mm:ss">
                        <c:v>0.63489583333333333</c:v>
                      </c:pt>
                      <c:pt idx="1186" formatCode="h:mm:ss">
                        <c:v>0.63506944444444446</c:v>
                      </c:pt>
                      <c:pt idx="1187" formatCode="h:mm:ss">
                        <c:v>0.6352430555555556</c:v>
                      </c:pt>
                      <c:pt idx="1188" formatCode="h:mm:ss">
                        <c:v>0.63541666666666663</c:v>
                      </c:pt>
                      <c:pt idx="1189" formatCode="h:mm:ss">
                        <c:v>0.63559027777777777</c:v>
                      </c:pt>
                      <c:pt idx="1190" formatCode="h:mm:ss">
                        <c:v>0.63576388888888891</c:v>
                      </c:pt>
                      <c:pt idx="1191" formatCode="h:mm:ss">
                        <c:v>0.63593750000000004</c:v>
                      </c:pt>
                      <c:pt idx="1192" formatCode="h:mm:ss">
                        <c:v>0.63611111111111107</c:v>
                      </c:pt>
                      <c:pt idx="1193" formatCode="h:mm:ss">
                        <c:v>0.63628472222222221</c:v>
                      </c:pt>
                      <c:pt idx="1194" formatCode="h:mm:ss">
                        <c:v>0.63645833333333335</c:v>
                      </c:pt>
                      <c:pt idx="1195" formatCode="h:mm:ss">
                        <c:v>0.63663194444444449</c:v>
                      </c:pt>
                      <c:pt idx="1196" formatCode="h:mm:ss">
                        <c:v>0.63680555555555551</c:v>
                      </c:pt>
                      <c:pt idx="1197" formatCode="h:mm:ss">
                        <c:v>0.63697916666666665</c:v>
                      </c:pt>
                      <c:pt idx="1198" formatCode="h:mm:ss">
                        <c:v>0.63715277777777779</c:v>
                      </c:pt>
                      <c:pt idx="1199" formatCode="h:mm:ss">
                        <c:v>0.63732638888888893</c:v>
                      </c:pt>
                      <c:pt idx="1200" formatCode="h:mm:ss">
                        <c:v>0.63749999999999996</c:v>
                      </c:pt>
                      <c:pt idx="1201" formatCode="h:mm:ss">
                        <c:v>0.63767361111111109</c:v>
                      </c:pt>
                      <c:pt idx="1202" formatCode="h:mm:ss">
                        <c:v>0.63784722222222223</c:v>
                      </c:pt>
                      <c:pt idx="1203" formatCode="h:mm:ss">
                        <c:v>0.63802083333333337</c:v>
                      </c:pt>
                      <c:pt idx="1204" formatCode="h:mm:ss">
                        <c:v>0.6381944444444444</c:v>
                      </c:pt>
                      <c:pt idx="1205" formatCode="h:mm:ss">
                        <c:v>0.63836805555555554</c:v>
                      </c:pt>
                      <c:pt idx="1206" formatCode="h:mm:ss">
                        <c:v>0.63854166666666667</c:v>
                      </c:pt>
                      <c:pt idx="1207" formatCode="h:mm:ss">
                        <c:v>0.63871527777777781</c:v>
                      </c:pt>
                      <c:pt idx="1208" formatCode="h:mm:ss">
                        <c:v>0.63888888888888884</c:v>
                      </c:pt>
                      <c:pt idx="1209" formatCode="h:mm:ss">
                        <c:v>0.63906249999999998</c:v>
                      </c:pt>
                      <c:pt idx="1210" formatCode="h:mm:ss">
                        <c:v>0.63923611111111112</c:v>
                      </c:pt>
                      <c:pt idx="1211" formatCode="h:mm:ss">
                        <c:v>0.63940972222222225</c:v>
                      </c:pt>
                      <c:pt idx="1212" formatCode="h:mm:ss">
                        <c:v>0.63958333333333328</c:v>
                      </c:pt>
                      <c:pt idx="1213" formatCode="h:mm:ss">
                        <c:v>0.63975694444444442</c:v>
                      </c:pt>
                      <c:pt idx="1214" formatCode="h:mm:ss">
                        <c:v>0.63993055555555556</c:v>
                      </c:pt>
                      <c:pt idx="1215" formatCode="h:mm:ss">
                        <c:v>0.6401041666666667</c:v>
                      </c:pt>
                      <c:pt idx="1216" formatCode="h:mm:ss">
                        <c:v>0.64027777777777772</c:v>
                      </c:pt>
                      <c:pt idx="1217" formatCode="h:mm:ss">
                        <c:v>0.64045138888888886</c:v>
                      </c:pt>
                      <c:pt idx="1218" formatCode="h:mm:ss">
                        <c:v>0.640625</c:v>
                      </c:pt>
                      <c:pt idx="1219" formatCode="h:mm:ss">
                        <c:v>0.64079861111111114</c:v>
                      </c:pt>
                      <c:pt idx="1220" formatCode="h:mm:ss">
                        <c:v>0.64097222222222228</c:v>
                      </c:pt>
                      <c:pt idx="1221" formatCode="h:mm:ss">
                        <c:v>0.6411458333333333</c:v>
                      </c:pt>
                      <c:pt idx="1222" formatCode="h:mm:ss">
                        <c:v>0.64131944444444444</c:v>
                      </c:pt>
                      <c:pt idx="1223" formatCode="h:mm:ss">
                        <c:v>0.64149305555555558</c:v>
                      </c:pt>
                      <c:pt idx="1224" formatCode="h:mm:ss">
                        <c:v>0.64166666666666672</c:v>
                      </c:pt>
                      <c:pt idx="1225" formatCode="h:mm:ss">
                        <c:v>0.64184027777777775</c:v>
                      </c:pt>
                      <c:pt idx="1226" formatCode="h:mm:ss">
                        <c:v>0.64201388888888888</c:v>
                      </c:pt>
                      <c:pt idx="1227" formatCode="h:mm:ss">
                        <c:v>0.64218750000000002</c:v>
                      </c:pt>
                      <c:pt idx="1228" formatCode="h:mm:ss">
                        <c:v>0.64236111111111116</c:v>
                      </c:pt>
                      <c:pt idx="1229" formatCode="h:mm:ss">
                        <c:v>0.64253472222222219</c:v>
                      </c:pt>
                      <c:pt idx="1230" formatCode="h:mm:ss">
                        <c:v>0.64270833333333333</c:v>
                      </c:pt>
                      <c:pt idx="1231" formatCode="h:mm:ss">
                        <c:v>0.64288194444444446</c:v>
                      </c:pt>
                      <c:pt idx="1232" formatCode="h:mm:ss">
                        <c:v>0.6430555555555556</c:v>
                      </c:pt>
                      <c:pt idx="1233" formatCode="h:mm:ss">
                        <c:v>0.64322916666666663</c:v>
                      </c:pt>
                      <c:pt idx="1234" formatCode="h:mm:ss">
                        <c:v>0.64340277777777777</c:v>
                      </c:pt>
                      <c:pt idx="1235" formatCode="h:mm:ss">
                        <c:v>0.64357638888888891</c:v>
                      </c:pt>
                      <c:pt idx="1236" formatCode="h:mm:ss">
                        <c:v>0.64375000000000004</c:v>
                      </c:pt>
                      <c:pt idx="1237" formatCode="h:mm:ss">
                        <c:v>0.64392361111111107</c:v>
                      </c:pt>
                      <c:pt idx="1238" formatCode="h:mm:ss">
                        <c:v>0.64409722222222221</c:v>
                      </c:pt>
                      <c:pt idx="1239" formatCode="h:mm:ss">
                        <c:v>0.64427083333333335</c:v>
                      </c:pt>
                      <c:pt idx="1240" formatCode="h:mm:ss">
                        <c:v>0.64444444444444449</c:v>
                      </c:pt>
                      <c:pt idx="1241" formatCode="h:mm:ss">
                        <c:v>0.64461805555555551</c:v>
                      </c:pt>
                      <c:pt idx="1242" formatCode="h:mm:ss">
                        <c:v>0.64479166666666665</c:v>
                      </c:pt>
                      <c:pt idx="1243" formatCode="h:mm:ss">
                        <c:v>0.64496527777777779</c:v>
                      </c:pt>
                      <c:pt idx="1244" formatCode="h:mm:ss">
                        <c:v>0.64513888888888893</c:v>
                      </c:pt>
                      <c:pt idx="1245" formatCode="h:mm:ss">
                        <c:v>0.64531249999999996</c:v>
                      </c:pt>
                      <c:pt idx="1246" formatCode="h:mm:ss">
                        <c:v>0.64548611111111109</c:v>
                      </c:pt>
                      <c:pt idx="1247" formatCode="h:mm:ss">
                        <c:v>0.64565972222222223</c:v>
                      </c:pt>
                      <c:pt idx="1248" formatCode="h:mm:ss">
                        <c:v>0.64583333333333337</c:v>
                      </c:pt>
                      <c:pt idx="1249" formatCode="h:mm:ss">
                        <c:v>0.6460069444444444</c:v>
                      </c:pt>
                      <c:pt idx="1250" formatCode="h:mm:ss">
                        <c:v>0.64618055555555554</c:v>
                      </c:pt>
                      <c:pt idx="1251" formatCode="h:mm:ss">
                        <c:v>0.64635416666666667</c:v>
                      </c:pt>
                      <c:pt idx="1252" formatCode="h:mm:ss">
                        <c:v>0.64652777777777781</c:v>
                      </c:pt>
                      <c:pt idx="1253" formatCode="h:mm:ss">
                        <c:v>0.64670138888888884</c:v>
                      </c:pt>
                      <c:pt idx="1254" formatCode="h:mm:ss">
                        <c:v>0.64687499999999998</c:v>
                      </c:pt>
                      <c:pt idx="1255" formatCode="h:mm:ss">
                        <c:v>0.64704861111111112</c:v>
                      </c:pt>
                      <c:pt idx="1256" formatCode="h:mm:ss">
                        <c:v>0.64722222222222225</c:v>
                      </c:pt>
                      <c:pt idx="1257" formatCode="h:mm:ss">
                        <c:v>0.64739583333333328</c:v>
                      </c:pt>
                      <c:pt idx="1258" formatCode="h:mm:ss">
                        <c:v>0.64756944444444442</c:v>
                      </c:pt>
                      <c:pt idx="1259" formatCode="h:mm:ss">
                        <c:v>0.64774305555555556</c:v>
                      </c:pt>
                      <c:pt idx="1260" formatCode="h:mm:ss">
                        <c:v>0.6479166666666667</c:v>
                      </c:pt>
                      <c:pt idx="1261" formatCode="h:mm:ss">
                        <c:v>0.64809027777777772</c:v>
                      </c:pt>
                      <c:pt idx="1262" formatCode="h:mm:ss">
                        <c:v>0.64826388888888886</c:v>
                      </c:pt>
                      <c:pt idx="1263" formatCode="h:mm:ss">
                        <c:v>0.6484375</c:v>
                      </c:pt>
                      <c:pt idx="1264" formatCode="h:mm:ss">
                        <c:v>0.64861111111111114</c:v>
                      </c:pt>
                      <c:pt idx="1265" formatCode="h:mm:ss">
                        <c:v>0.64878472222222228</c:v>
                      </c:pt>
                      <c:pt idx="1266" formatCode="h:mm:ss">
                        <c:v>0.6489583333333333</c:v>
                      </c:pt>
                      <c:pt idx="1267" formatCode="h:mm:ss">
                        <c:v>0.64913194444444444</c:v>
                      </c:pt>
                      <c:pt idx="1268" formatCode="h:mm:ss">
                        <c:v>0.64930555555555558</c:v>
                      </c:pt>
                      <c:pt idx="1269" formatCode="h:mm:ss">
                        <c:v>0.64947916666666672</c:v>
                      </c:pt>
                      <c:pt idx="1270" formatCode="h:mm:ss">
                        <c:v>0.64965277777777775</c:v>
                      </c:pt>
                      <c:pt idx="1271" formatCode="h:mm:ss">
                        <c:v>0.64982638888888888</c:v>
                      </c:pt>
                      <c:pt idx="1272" formatCode="h:mm:ss">
                        <c:v>0.65</c:v>
                      </c:pt>
                      <c:pt idx="1273" formatCode="h:mm:ss">
                        <c:v>0.65017361111111116</c:v>
                      </c:pt>
                      <c:pt idx="1274" formatCode="h:mm:ss">
                        <c:v>0.65034722222222219</c:v>
                      </c:pt>
                      <c:pt idx="1275" formatCode="h:mm:ss">
                        <c:v>0.65052083333333333</c:v>
                      </c:pt>
                      <c:pt idx="1276" formatCode="h:mm:ss">
                        <c:v>0.65069444444444446</c:v>
                      </c:pt>
                      <c:pt idx="1277" formatCode="h:mm:ss">
                        <c:v>0.6508680555555556</c:v>
                      </c:pt>
                      <c:pt idx="1278" formatCode="h:mm:ss">
                        <c:v>0.65104166666666663</c:v>
                      </c:pt>
                      <c:pt idx="1279" formatCode="h:mm:ss">
                        <c:v>0.65121527777777777</c:v>
                      </c:pt>
                      <c:pt idx="1280" formatCode="h:mm:ss">
                        <c:v>0.65138888888888891</c:v>
                      </c:pt>
                      <c:pt idx="1281" formatCode="h:mm:ss">
                        <c:v>0.65156250000000004</c:v>
                      </c:pt>
                      <c:pt idx="1282" formatCode="h:mm:ss">
                        <c:v>0.65173611111111107</c:v>
                      </c:pt>
                      <c:pt idx="1283" formatCode="h:mm:ss">
                        <c:v>0.65190972222222221</c:v>
                      </c:pt>
                      <c:pt idx="1284" formatCode="h:mm:ss">
                        <c:v>0.65208333333333335</c:v>
                      </c:pt>
                      <c:pt idx="1285" formatCode="h:mm:ss">
                        <c:v>0.65225694444444449</c:v>
                      </c:pt>
                      <c:pt idx="1286" formatCode="h:mm:ss">
                        <c:v>0.65243055555555551</c:v>
                      </c:pt>
                      <c:pt idx="1287" formatCode="h:mm:ss">
                        <c:v>0.65260416666666665</c:v>
                      </c:pt>
                      <c:pt idx="1288" formatCode="h:mm:ss">
                        <c:v>0.65277777777777779</c:v>
                      </c:pt>
                      <c:pt idx="1289" formatCode="h:mm:ss">
                        <c:v>0.65295138888888893</c:v>
                      </c:pt>
                      <c:pt idx="1290" formatCode="h:mm:ss">
                        <c:v>0.65312499999999996</c:v>
                      </c:pt>
                      <c:pt idx="1291" formatCode="h:mm:ss">
                        <c:v>0.65329861111111109</c:v>
                      </c:pt>
                      <c:pt idx="1292" formatCode="h:mm:ss">
                        <c:v>0.65347222222222223</c:v>
                      </c:pt>
                      <c:pt idx="1293" formatCode="h:mm:ss">
                        <c:v>0.65364583333333337</c:v>
                      </c:pt>
                      <c:pt idx="1294" formatCode="h:mm:ss">
                        <c:v>0.6538194444444444</c:v>
                      </c:pt>
                      <c:pt idx="1295" formatCode="h:mm:ss">
                        <c:v>0.65399305555555554</c:v>
                      </c:pt>
                      <c:pt idx="1296" formatCode="h:mm:ss">
                        <c:v>0.65416666666666667</c:v>
                      </c:pt>
                      <c:pt idx="1297" formatCode="h:mm:ss">
                        <c:v>0.65434027777777781</c:v>
                      </c:pt>
                      <c:pt idx="1298" formatCode="h:mm:ss">
                        <c:v>0.65451388888888884</c:v>
                      </c:pt>
                      <c:pt idx="1299" formatCode="h:mm:ss">
                        <c:v>0.65468749999999998</c:v>
                      </c:pt>
                      <c:pt idx="1300" formatCode="h:mm:ss">
                        <c:v>0.65486111111111112</c:v>
                      </c:pt>
                      <c:pt idx="1301" formatCode="h:mm:ss">
                        <c:v>0.65503472222222225</c:v>
                      </c:pt>
                      <c:pt idx="1302" formatCode="h:mm:ss">
                        <c:v>0.65520833333333328</c:v>
                      </c:pt>
                      <c:pt idx="1303" formatCode="h:mm:ss">
                        <c:v>0.65538194444444442</c:v>
                      </c:pt>
                      <c:pt idx="1304" formatCode="h:mm:ss">
                        <c:v>0.65555555555555556</c:v>
                      </c:pt>
                      <c:pt idx="1305" formatCode="h:mm:ss">
                        <c:v>0.6557291666666667</c:v>
                      </c:pt>
                      <c:pt idx="1306" formatCode="h:mm:ss">
                        <c:v>0.65590277777777772</c:v>
                      </c:pt>
                      <c:pt idx="1307" formatCode="h:mm:ss">
                        <c:v>0.65607638888888886</c:v>
                      </c:pt>
                      <c:pt idx="1308" formatCode="h:mm:ss">
                        <c:v>0.65625</c:v>
                      </c:pt>
                      <c:pt idx="1309" formatCode="h:mm:ss">
                        <c:v>0.65642361111111114</c:v>
                      </c:pt>
                      <c:pt idx="1310" formatCode="h:mm:ss">
                        <c:v>0.65659722222222228</c:v>
                      </c:pt>
                      <c:pt idx="1311" formatCode="h:mm:ss">
                        <c:v>0.6567708333333333</c:v>
                      </c:pt>
                      <c:pt idx="1312" formatCode="h:mm:ss">
                        <c:v>0.65694444444444444</c:v>
                      </c:pt>
                      <c:pt idx="1313" formatCode="h:mm:ss">
                        <c:v>0.65711805555555558</c:v>
                      </c:pt>
                      <c:pt idx="1314" formatCode="h:mm:ss">
                        <c:v>0.65729166666666672</c:v>
                      </c:pt>
                      <c:pt idx="1315" formatCode="h:mm:ss">
                        <c:v>0.65746527777777775</c:v>
                      </c:pt>
                      <c:pt idx="1316" formatCode="h:mm:ss">
                        <c:v>0.65763888888888888</c:v>
                      </c:pt>
                      <c:pt idx="1317" formatCode="h:mm:ss">
                        <c:v>0.65781250000000002</c:v>
                      </c:pt>
                      <c:pt idx="1318" formatCode="h:mm:ss">
                        <c:v>0.65798611111111116</c:v>
                      </c:pt>
                      <c:pt idx="1319" formatCode="h:mm:ss">
                        <c:v>0.65815972222222219</c:v>
                      </c:pt>
                      <c:pt idx="1320" formatCode="h:mm:ss">
                        <c:v>0.65833333333333333</c:v>
                      </c:pt>
                      <c:pt idx="1321" formatCode="h:mm:ss">
                        <c:v>0.65850694444444446</c:v>
                      </c:pt>
                      <c:pt idx="1322" formatCode="h:mm:ss">
                        <c:v>0.6586805555555556</c:v>
                      </c:pt>
                      <c:pt idx="1323" formatCode="h:mm:ss">
                        <c:v>0.65885416666666663</c:v>
                      </c:pt>
                      <c:pt idx="1324" formatCode="h:mm:ss">
                        <c:v>0.65902777777777777</c:v>
                      </c:pt>
                      <c:pt idx="1325" formatCode="h:mm:ss">
                        <c:v>0.65920138888888891</c:v>
                      </c:pt>
                      <c:pt idx="1326" formatCode="h:mm:ss">
                        <c:v>0.65937500000000004</c:v>
                      </c:pt>
                      <c:pt idx="1327" formatCode="h:mm:ss">
                        <c:v>0.65954861111111107</c:v>
                      </c:pt>
                      <c:pt idx="1328" formatCode="h:mm:ss">
                        <c:v>0.65972222222222221</c:v>
                      </c:pt>
                      <c:pt idx="1329" formatCode="h:mm:ss">
                        <c:v>0.65989583333333335</c:v>
                      </c:pt>
                      <c:pt idx="1330" formatCode="h:mm:ss">
                        <c:v>0.66006944444444449</c:v>
                      </c:pt>
                      <c:pt idx="1331" formatCode="h:mm:ss">
                        <c:v>0.66024305555555551</c:v>
                      </c:pt>
                      <c:pt idx="1332" formatCode="h:mm:ss">
                        <c:v>0.66041666666666665</c:v>
                      </c:pt>
                      <c:pt idx="1333" formatCode="h:mm:ss">
                        <c:v>0.66059027777777779</c:v>
                      </c:pt>
                      <c:pt idx="1334" formatCode="h:mm:ss">
                        <c:v>0.66076388888888893</c:v>
                      </c:pt>
                      <c:pt idx="1335" formatCode="h:mm:ss">
                        <c:v>0.66093749999999996</c:v>
                      </c:pt>
                      <c:pt idx="1336" formatCode="h:mm:ss">
                        <c:v>0.66111111111111109</c:v>
                      </c:pt>
                      <c:pt idx="1337" formatCode="h:mm:ss">
                        <c:v>0.66128472222222223</c:v>
                      </c:pt>
                      <c:pt idx="1338" formatCode="h:mm:ss">
                        <c:v>0.66145833333333337</c:v>
                      </c:pt>
                      <c:pt idx="1339" formatCode="h:mm:ss">
                        <c:v>0.6616319444444444</c:v>
                      </c:pt>
                      <c:pt idx="1340" formatCode="h:mm:ss">
                        <c:v>0.66180555555555554</c:v>
                      </c:pt>
                      <c:pt idx="1341" formatCode="h:mm:ss">
                        <c:v>0.66197916666666667</c:v>
                      </c:pt>
                      <c:pt idx="1342" formatCode="h:mm:ss">
                        <c:v>0.66215277777777781</c:v>
                      </c:pt>
                      <c:pt idx="1343" formatCode="h:mm:ss">
                        <c:v>0.66232638888888884</c:v>
                      </c:pt>
                      <c:pt idx="1344" formatCode="h:mm:ss">
                        <c:v>0.66249999999999998</c:v>
                      </c:pt>
                      <c:pt idx="1345" formatCode="h:mm:ss">
                        <c:v>0.66267361111111112</c:v>
                      </c:pt>
                      <c:pt idx="1346" formatCode="h:mm:ss">
                        <c:v>0.66284722222222225</c:v>
                      </c:pt>
                      <c:pt idx="1347" formatCode="h:mm:ss">
                        <c:v>0.66302083333333328</c:v>
                      </c:pt>
                      <c:pt idx="1348" formatCode="h:mm:ss">
                        <c:v>0.66319444444444442</c:v>
                      </c:pt>
                      <c:pt idx="1349" formatCode="h:mm:ss">
                        <c:v>0.66336805555555556</c:v>
                      </c:pt>
                      <c:pt idx="1350" formatCode="h:mm:ss">
                        <c:v>0.6635416666666667</c:v>
                      </c:pt>
                      <c:pt idx="1351" formatCode="h:mm:ss">
                        <c:v>0.66371527777777772</c:v>
                      </c:pt>
                      <c:pt idx="1352" formatCode="h:mm:ss">
                        <c:v>0.66388888888888886</c:v>
                      </c:pt>
                      <c:pt idx="1353" formatCode="h:mm:ss">
                        <c:v>0.6640625</c:v>
                      </c:pt>
                      <c:pt idx="1354" formatCode="h:mm:ss">
                        <c:v>0.66423611111111114</c:v>
                      </c:pt>
                      <c:pt idx="1355" formatCode="h:mm:ss">
                        <c:v>0.66440972222222228</c:v>
                      </c:pt>
                      <c:pt idx="1356" formatCode="h:mm:ss">
                        <c:v>0.6645833333333333</c:v>
                      </c:pt>
                      <c:pt idx="1357" formatCode="h:mm:ss">
                        <c:v>0.66475694444444444</c:v>
                      </c:pt>
                      <c:pt idx="1358" formatCode="h:mm:ss">
                        <c:v>0.66493055555555558</c:v>
                      </c:pt>
                      <c:pt idx="1359" formatCode="h:mm:ss">
                        <c:v>0.66510416666666672</c:v>
                      </c:pt>
                      <c:pt idx="1360" formatCode="h:mm:ss">
                        <c:v>0.66527777777777775</c:v>
                      </c:pt>
                      <c:pt idx="1361" formatCode="h:mm:ss">
                        <c:v>0.66545138888888888</c:v>
                      </c:pt>
                      <c:pt idx="1362" formatCode="h:mm:ss">
                        <c:v>0.66562500000000002</c:v>
                      </c:pt>
                      <c:pt idx="1363" formatCode="h:mm:ss">
                        <c:v>0.66579861111111116</c:v>
                      </c:pt>
                      <c:pt idx="1364" formatCode="h:mm:ss">
                        <c:v>0.66597222222222219</c:v>
                      </c:pt>
                      <c:pt idx="1365" formatCode="h:mm:ss">
                        <c:v>0.66614583333333333</c:v>
                      </c:pt>
                      <c:pt idx="1366" formatCode="h:mm:ss">
                        <c:v>0.66631944444444446</c:v>
                      </c:pt>
                      <c:pt idx="1367" formatCode="h:mm:ss">
                        <c:v>0.6664930555555556</c:v>
                      </c:pt>
                      <c:pt idx="1368" formatCode="h:mm:ss">
                        <c:v>0.66666666666666663</c:v>
                      </c:pt>
                      <c:pt idx="1369" formatCode="h:mm:ss">
                        <c:v>0.66684027777777777</c:v>
                      </c:pt>
                      <c:pt idx="1370" formatCode="h:mm:ss">
                        <c:v>0.66701388888888891</c:v>
                      </c:pt>
                      <c:pt idx="1371" formatCode="h:mm:ss">
                        <c:v>0.66718750000000004</c:v>
                      </c:pt>
                      <c:pt idx="1372" formatCode="h:mm:ss">
                        <c:v>0.66736111111111107</c:v>
                      </c:pt>
                      <c:pt idx="1373" formatCode="h:mm:ss">
                        <c:v>0.66753472222222221</c:v>
                      </c:pt>
                      <c:pt idx="1374" formatCode="h:mm:ss">
                        <c:v>0.66770833333333335</c:v>
                      </c:pt>
                      <c:pt idx="1375" formatCode="h:mm:ss">
                        <c:v>0.66788194444444449</c:v>
                      </c:pt>
                      <c:pt idx="1376" formatCode="h:mm:ss">
                        <c:v>0.66805555555555551</c:v>
                      </c:pt>
                      <c:pt idx="1377" formatCode="h:mm:ss">
                        <c:v>0.66822916666666665</c:v>
                      </c:pt>
                      <c:pt idx="1378" formatCode="h:mm:ss">
                        <c:v>0.66840277777777779</c:v>
                      </c:pt>
                      <c:pt idx="1379" formatCode="h:mm:ss">
                        <c:v>0.66857638888888893</c:v>
                      </c:pt>
                      <c:pt idx="1380" formatCode="h:mm:ss">
                        <c:v>0.66874999999999996</c:v>
                      </c:pt>
                      <c:pt idx="1381" formatCode="h:mm:ss">
                        <c:v>0.66892361111111109</c:v>
                      </c:pt>
                      <c:pt idx="1382" formatCode="h:mm:ss">
                        <c:v>0.66909722222222223</c:v>
                      </c:pt>
                      <c:pt idx="1383" formatCode="h:mm:ss">
                        <c:v>0.66927083333333337</c:v>
                      </c:pt>
                      <c:pt idx="1384" formatCode="h:mm:ss">
                        <c:v>0.6694444444444444</c:v>
                      </c:pt>
                      <c:pt idx="1385" formatCode="h:mm:ss">
                        <c:v>0.66961805555555554</c:v>
                      </c:pt>
                      <c:pt idx="1386" formatCode="h:mm:ss">
                        <c:v>0.66979166666666667</c:v>
                      </c:pt>
                      <c:pt idx="1387" formatCode="h:mm:ss">
                        <c:v>0.66996527777777781</c:v>
                      </c:pt>
                      <c:pt idx="1388" formatCode="h:mm:ss">
                        <c:v>0.67013888888888884</c:v>
                      </c:pt>
                      <c:pt idx="1389" formatCode="h:mm:ss">
                        <c:v>0.67031249999999998</c:v>
                      </c:pt>
                      <c:pt idx="1390" formatCode="h:mm:ss">
                        <c:v>0.67048611111111112</c:v>
                      </c:pt>
                      <c:pt idx="1391" formatCode="h:mm:ss">
                        <c:v>0.67065972222222225</c:v>
                      </c:pt>
                      <c:pt idx="1392" formatCode="h:mm:ss">
                        <c:v>0.67083333333333328</c:v>
                      </c:pt>
                      <c:pt idx="1393" formatCode="h:mm:ss">
                        <c:v>0.67100694444444442</c:v>
                      </c:pt>
                      <c:pt idx="1394" formatCode="h:mm:ss">
                        <c:v>0.67118055555555556</c:v>
                      </c:pt>
                      <c:pt idx="1395" formatCode="h:mm:ss">
                        <c:v>0.6713541666666667</c:v>
                      </c:pt>
                      <c:pt idx="1396" formatCode="h:mm:ss">
                        <c:v>0.67152777777777772</c:v>
                      </c:pt>
                      <c:pt idx="1397" formatCode="h:mm:ss">
                        <c:v>0.67170138888888886</c:v>
                      </c:pt>
                      <c:pt idx="1398" formatCode="h:mm:ss">
                        <c:v>0.671875</c:v>
                      </c:pt>
                      <c:pt idx="1399" formatCode="h:mm:ss">
                        <c:v>0.67204861111111114</c:v>
                      </c:pt>
                      <c:pt idx="1400" formatCode="h:mm:ss">
                        <c:v>0.67222222222222228</c:v>
                      </c:pt>
                      <c:pt idx="1401" formatCode="h:mm:ss">
                        <c:v>0.6723958333333333</c:v>
                      </c:pt>
                      <c:pt idx="1402" formatCode="h:mm:ss">
                        <c:v>0.67256944444444444</c:v>
                      </c:pt>
                      <c:pt idx="1403" formatCode="h:mm:ss">
                        <c:v>0.67274305555555558</c:v>
                      </c:pt>
                      <c:pt idx="1404" formatCode="h:mm:ss">
                        <c:v>0.67291666666666672</c:v>
                      </c:pt>
                      <c:pt idx="1405" formatCode="h:mm:ss">
                        <c:v>0.67309027777777775</c:v>
                      </c:pt>
                      <c:pt idx="1406" formatCode="h:mm:ss">
                        <c:v>0.67326388888888888</c:v>
                      </c:pt>
                      <c:pt idx="1407" formatCode="h:mm:ss">
                        <c:v>0.67343750000000002</c:v>
                      </c:pt>
                      <c:pt idx="1408" formatCode="h:mm:ss">
                        <c:v>0.67361111111111116</c:v>
                      </c:pt>
                      <c:pt idx="1409" formatCode="h:mm:ss">
                        <c:v>0.67378472222222219</c:v>
                      </c:pt>
                      <c:pt idx="1410" formatCode="h:mm:ss">
                        <c:v>0.67395833333333333</c:v>
                      </c:pt>
                      <c:pt idx="1411" formatCode="h:mm:ss">
                        <c:v>0.67413194444444446</c:v>
                      </c:pt>
                      <c:pt idx="1412" formatCode="h:mm:ss">
                        <c:v>0.6743055555555556</c:v>
                      </c:pt>
                      <c:pt idx="1413" formatCode="h:mm:ss">
                        <c:v>0.67447916666666663</c:v>
                      </c:pt>
                      <c:pt idx="1414" formatCode="h:mm:ss">
                        <c:v>0.67465277777777777</c:v>
                      </c:pt>
                      <c:pt idx="1415" formatCode="h:mm:ss">
                        <c:v>0.67482638888888891</c:v>
                      </c:pt>
                      <c:pt idx="1416" formatCode="h:mm:ss">
                        <c:v>0.67500000000000004</c:v>
                      </c:pt>
                      <c:pt idx="1417" formatCode="h:mm:ss">
                        <c:v>0.67517361111111107</c:v>
                      </c:pt>
                      <c:pt idx="1418" formatCode="h:mm:ss">
                        <c:v>0.67534722222222221</c:v>
                      </c:pt>
                      <c:pt idx="1419" formatCode="h:mm:ss">
                        <c:v>0.67552083333333335</c:v>
                      </c:pt>
                      <c:pt idx="1420" formatCode="h:mm:ss">
                        <c:v>0.67569444444444449</c:v>
                      </c:pt>
                      <c:pt idx="1421" formatCode="h:mm:ss">
                        <c:v>0.67586805555555551</c:v>
                      </c:pt>
                      <c:pt idx="1422" formatCode="h:mm:ss">
                        <c:v>0.67604166666666665</c:v>
                      </c:pt>
                      <c:pt idx="1423" formatCode="h:mm:ss">
                        <c:v>0.67621527777777779</c:v>
                      </c:pt>
                      <c:pt idx="1424" formatCode="h:mm:ss">
                        <c:v>0.67638888888888893</c:v>
                      </c:pt>
                      <c:pt idx="1425" formatCode="h:mm:ss">
                        <c:v>0.67656249999999996</c:v>
                      </c:pt>
                      <c:pt idx="1426" formatCode="h:mm:ss">
                        <c:v>0.67673611111111109</c:v>
                      </c:pt>
                      <c:pt idx="1427" formatCode="h:mm:ss">
                        <c:v>0.67690972222222223</c:v>
                      </c:pt>
                      <c:pt idx="1428" formatCode="h:mm:ss">
                        <c:v>0.67708333333333337</c:v>
                      </c:pt>
                      <c:pt idx="1429" formatCode="h:mm:ss">
                        <c:v>0.6772569444444444</c:v>
                      </c:pt>
                      <c:pt idx="1430" formatCode="h:mm:ss">
                        <c:v>0.67743055555555554</c:v>
                      </c:pt>
                      <c:pt idx="1431" formatCode="h:mm:ss">
                        <c:v>0.67760416666666667</c:v>
                      </c:pt>
                      <c:pt idx="1432" formatCode="h:mm:ss">
                        <c:v>0.67777777777777781</c:v>
                      </c:pt>
                      <c:pt idx="1433" formatCode="h:mm:ss">
                        <c:v>0.67795138888888884</c:v>
                      </c:pt>
                      <c:pt idx="1434" formatCode="h:mm:ss">
                        <c:v>0.67812499999999998</c:v>
                      </c:pt>
                      <c:pt idx="1435" formatCode="h:mm:ss">
                        <c:v>0.67829861111111112</c:v>
                      </c:pt>
                      <c:pt idx="1436" formatCode="h:mm:ss">
                        <c:v>0.67847222222222225</c:v>
                      </c:pt>
                      <c:pt idx="1437" formatCode="h:mm:ss">
                        <c:v>0.67864583333333328</c:v>
                      </c:pt>
                      <c:pt idx="1438" formatCode="h:mm:ss">
                        <c:v>0.67881944444444442</c:v>
                      </c:pt>
                      <c:pt idx="1439" formatCode="h:mm:ss">
                        <c:v>0.67899305555555556</c:v>
                      </c:pt>
                      <c:pt idx="1440" formatCode="h:mm:ss">
                        <c:v>0.6791666666666667</c:v>
                      </c:pt>
                      <c:pt idx="1441" formatCode="h:mm:ss">
                        <c:v>0.67934027777777772</c:v>
                      </c:pt>
                      <c:pt idx="1442" formatCode="h:mm:ss">
                        <c:v>0.67951388888888886</c:v>
                      </c:pt>
                      <c:pt idx="1443" formatCode="h:mm:ss">
                        <c:v>0.6796875</c:v>
                      </c:pt>
                      <c:pt idx="1444" formatCode="h:mm:ss">
                        <c:v>0.67986111111111114</c:v>
                      </c:pt>
                      <c:pt idx="1445" formatCode="h:mm:ss">
                        <c:v>0.68003472222222228</c:v>
                      </c:pt>
                      <c:pt idx="1446" formatCode="h:mm:ss">
                        <c:v>0.6802083333333333</c:v>
                      </c:pt>
                      <c:pt idx="1447" formatCode="h:mm:ss">
                        <c:v>0.68038194444444444</c:v>
                      </c:pt>
                      <c:pt idx="1448" formatCode="h:mm:ss">
                        <c:v>0.68055555555555558</c:v>
                      </c:pt>
                      <c:pt idx="1449" formatCode="h:mm:ss">
                        <c:v>0.68072916666666672</c:v>
                      </c:pt>
                      <c:pt idx="1450" formatCode="h:mm:ss">
                        <c:v>0.68090277777777775</c:v>
                      </c:pt>
                      <c:pt idx="1451" formatCode="h:mm:ss">
                        <c:v>0.68107638888888888</c:v>
                      </c:pt>
                      <c:pt idx="1452" formatCode="h:mm:ss">
                        <c:v>0.68125000000000002</c:v>
                      </c:pt>
                      <c:pt idx="1453" formatCode="h:mm:ss">
                        <c:v>0.68142361111111116</c:v>
                      </c:pt>
                      <c:pt idx="1454" formatCode="h:mm:ss">
                        <c:v>0.68159722222222219</c:v>
                      </c:pt>
                      <c:pt idx="1455" formatCode="h:mm:ss">
                        <c:v>0.68177083333333333</c:v>
                      </c:pt>
                      <c:pt idx="1456" formatCode="h:mm:ss">
                        <c:v>0.68194444444444446</c:v>
                      </c:pt>
                      <c:pt idx="1457" formatCode="h:mm:ss">
                        <c:v>0.6821180555555556</c:v>
                      </c:pt>
                      <c:pt idx="1458" formatCode="h:mm:ss">
                        <c:v>0.68229166666666663</c:v>
                      </c:pt>
                      <c:pt idx="1459" formatCode="h:mm:ss">
                        <c:v>0.68246527777777777</c:v>
                      </c:pt>
                      <c:pt idx="1460" formatCode="h:mm:ss">
                        <c:v>0.68263888888888891</c:v>
                      </c:pt>
                      <c:pt idx="1461" formatCode="h:mm:ss">
                        <c:v>0.68281250000000004</c:v>
                      </c:pt>
                      <c:pt idx="1462" formatCode="h:mm:ss">
                        <c:v>0.68298611111111107</c:v>
                      </c:pt>
                      <c:pt idx="1463" formatCode="h:mm:ss">
                        <c:v>0.68315972222222221</c:v>
                      </c:pt>
                      <c:pt idx="1464" formatCode="h:mm:ss">
                        <c:v>0.68333333333333335</c:v>
                      </c:pt>
                      <c:pt idx="1465" formatCode="h:mm:ss">
                        <c:v>0.68350694444444449</c:v>
                      </c:pt>
                      <c:pt idx="1466" formatCode="h:mm:ss">
                        <c:v>0.68368055555555551</c:v>
                      </c:pt>
                      <c:pt idx="1467" formatCode="h:mm:ss">
                        <c:v>0.68385416666666665</c:v>
                      </c:pt>
                      <c:pt idx="1468" formatCode="h:mm:ss">
                        <c:v>0.68402777777777779</c:v>
                      </c:pt>
                      <c:pt idx="1469" formatCode="h:mm:ss">
                        <c:v>0.68420138888888893</c:v>
                      </c:pt>
                      <c:pt idx="1470" formatCode="h:mm:ss">
                        <c:v>0.68437499999999996</c:v>
                      </c:pt>
                      <c:pt idx="1471" formatCode="h:mm:ss">
                        <c:v>0.68454861111111109</c:v>
                      </c:pt>
                      <c:pt idx="1472" formatCode="h:mm:ss">
                        <c:v>0.68472222222222223</c:v>
                      </c:pt>
                      <c:pt idx="1473" formatCode="h:mm:ss">
                        <c:v>0.68489583333333337</c:v>
                      </c:pt>
                      <c:pt idx="1474" formatCode="h:mm:ss">
                        <c:v>0.6850694444444444</c:v>
                      </c:pt>
                      <c:pt idx="1475" formatCode="h:mm:ss">
                        <c:v>0.68524305555555554</c:v>
                      </c:pt>
                      <c:pt idx="1476" formatCode="h:mm:ss">
                        <c:v>0.68541666666666667</c:v>
                      </c:pt>
                      <c:pt idx="1477" formatCode="h:mm:ss">
                        <c:v>0.68559027777777781</c:v>
                      </c:pt>
                      <c:pt idx="1478" formatCode="h:mm:ss">
                        <c:v>0.68576388888888884</c:v>
                      </c:pt>
                      <c:pt idx="1479" formatCode="h:mm:ss">
                        <c:v>0.68593749999999998</c:v>
                      </c:pt>
                      <c:pt idx="1480" formatCode="h:mm:ss">
                        <c:v>0.68611111111111112</c:v>
                      </c:pt>
                      <c:pt idx="1481" formatCode="h:mm:ss">
                        <c:v>0.68628472222222225</c:v>
                      </c:pt>
                      <c:pt idx="1482" formatCode="h:mm:ss">
                        <c:v>0.68645833333333328</c:v>
                      </c:pt>
                      <c:pt idx="1483" formatCode="h:mm:ss">
                        <c:v>0.68663194444444442</c:v>
                      </c:pt>
                      <c:pt idx="1484" formatCode="h:mm:ss">
                        <c:v>0.68680555555555556</c:v>
                      </c:pt>
                      <c:pt idx="1485" formatCode="h:mm:ss">
                        <c:v>0.6869791666666667</c:v>
                      </c:pt>
                      <c:pt idx="1486" formatCode="h:mm:ss">
                        <c:v>0.68715277777777772</c:v>
                      </c:pt>
                      <c:pt idx="1487" formatCode="h:mm:ss">
                        <c:v>0.68732638888888886</c:v>
                      </c:pt>
                      <c:pt idx="1488" formatCode="h:mm:ss">
                        <c:v>0.6875</c:v>
                      </c:pt>
                      <c:pt idx="1489" formatCode="h:mm:ss">
                        <c:v>0.68767361111111114</c:v>
                      </c:pt>
                      <c:pt idx="1490" formatCode="h:mm:ss">
                        <c:v>0.68784722222222228</c:v>
                      </c:pt>
                      <c:pt idx="1491" formatCode="h:mm:ss">
                        <c:v>0.6880208333333333</c:v>
                      </c:pt>
                      <c:pt idx="1492" formatCode="h:mm:ss">
                        <c:v>0.68819444444444444</c:v>
                      </c:pt>
                      <c:pt idx="1493" formatCode="h:mm:ss">
                        <c:v>0.68836805555555558</c:v>
                      </c:pt>
                      <c:pt idx="1494" formatCode="h:mm:ss">
                        <c:v>0.68854166666666672</c:v>
                      </c:pt>
                      <c:pt idx="1495" formatCode="h:mm:ss">
                        <c:v>0.68871527777777775</c:v>
                      </c:pt>
                      <c:pt idx="1496" formatCode="h:mm:ss">
                        <c:v>0.68888888888888888</c:v>
                      </c:pt>
                      <c:pt idx="1497" formatCode="h:mm:ss">
                        <c:v>0.68906250000000002</c:v>
                      </c:pt>
                      <c:pt idx="1498" formatCode="h:mm:ss">
                        <c:v>0.68923611111111116</c:v>
                      </c:pt>
                      <c:pt idx="1499" formatCode="h:mm:ss">
                        <c:v>0.68940972222222219</c:v>
                      </c:pt>
                      <c:pt idx="1500" formatCode="h:mm:ss">
                        <c:v>0.68958333333333333</c:v>
                      </c:pt>
                      <c:pt idx="1501" formatCode="h:mm:ss">
                        <c:v>0.68975694444444446</c:v>
                      </c:pt>
                      <c:pt idx="1502" formatCode="h:mm:ss">
                        <c:v>0.6899305555555556</c:v>
                      </c:pt>
                      <c:pt idx="1503" formatCode="h:mm:ss">
                        <c:v>0.69010416666666663</c:v>
                      </c:pt>
                      <c:pt idx="1504" formatCode="h:mm:ss">
                        <c:v>0.69027777777777777</c:v>
                      </c:pt>
                      <c:pt idx="1505" formatCode="h:mm:ss">
                        <c:v>0.69045138888888891</c:v>
                      </c:pt>
                      <c:pt idx="1506" formatCode="h:mm:ss">
                        <c:v>0.69062500000000004</c:v>
                      </c:pt>
                      <c:pt idx="1507" formatCode="h:mm:ss">
                        <c:v>0.69079861111111107</c:v>
                      </c:pt>
                      <c:pt idx="1508" formatCode="h:mm:ss">
                        <c:v>0.69097222222222221</c:v>
                      </c:pt>
                      <c:pt idx="1509" formatCode="h:mm:ss">
                        <c:v>0.69114583333333335</c:v>
                      </c:pt>
                      <c:pt idx="1510" formatCode="h:mm:ss">
                        <c:v>0.69131944444444449</c:v>
                      </c:pt>
                      <c:pt idx="1511" formatCode="h:mm:ss">
                        <c:v>0.69149305555555551</c:v>
                      </c:pt>
                      <c:pt idx="1512" formatCode="h:mm:ss">
                        <c:v>0.69166666666666665</c:v>
                      </c:pt>
                      <c:pt idx="1513" formatCode="h:mm:ss">
                        <c:v>0.69184027777777779</c:v>
                      </c:pt>
                      <c:pt idx="1514" formatCode="h:mm:ss">
                        <c:v>0.69201388888888893</c:v>
                      </c:pt>
                      <c:pt idx="1515" formatCode="h:mm:ss">
                        <c:v>0.69218749999999996</c:v>
                      </c:pt>
                      <c:pt idx="1516" formatCode="h:mm:ss">
                        <c:v>0.69236111111111109</c:v>
                      </c:pt>
                      <c:pt idx="1517" formatCode="h:mm:ss">
                        <c:v>0.69253472222222223</c:v>
                      </c:pt>
                      <c:pt idx="1518" formatCode="h:mm:ss">
                        <c:v>0.69270833333333337</c:v>
                      </c:pt>
                      <c:pt idx="1519" formatCode="h:mm:ss">
                        <c:v>0.6928819444444444</c:v>
                      </c:pt>
                      <c:pt idx="1520" formatCode="h:mm:ss">
                        <c:v>0.69305555555555554</c:v>
                      </c:pt>
                      <c:pt idx="1521" formatCode="h:mm:ss">
                        <c:v>0.69322916666666667</c:v>
                      </c:pt>
                      <c:pt idx="1522" formatCode="h:mm:ss">
                        <c:v>0.69340277777777781</c:v>
                      </c:pt>
                      <c:pt idx="1523" formatCode="h:mm:ss">
                        <c:v>0.69357638888888884</c:v>
                      </c:pt>
                      <c:pt idx="1524" formatCode="h:mm:ss">
                        <c:v>0.69374999999999998</c:v>
                      </c:pt>
                      <c:pt idx="1525" formatCode="h:mm:ss">
                        <c:v>0.69392361111111112</c:v>
                      </c:pt>
                      <c:pt idx="1526" formatCode="h:mm:ss">
                        <c:v>0.69409722222222225</c:v>
                      </c:pt>
                      <c:pt idx="1527" formatCode="h:mm:ss">
                        <c:v>0.69427083333333328</c:v>
                      </c:pt>
                      <c:pt idx="1528" formatCode="h:mm:ss">
                        <c:v>0.69444444444444442</c:v>
                      </c:pt>
                      <c:pt idx="1529" formatCode="h:mm:ss">
                        <c:v>0.69461805555555556</c:v>
                      </c:pt>
                      <c:pt idx="1530" formatCode="h:mm:ss">
                        <c:v>0.6947916666666667</c:v>
                      </c:pt>
                      <c:pt idx="1531" formatCode="h:mm:ss">
                        <c:v>0.69496527777777772</c:v>
                      </c:pt>
                      <c:pt idx="1532" formatCode="h:mm:ss">
                        <c:v>0.69513888888888886</c:v>
                      </c:pt>
                      <c:pt idx="1533" formatCode="h:mm:ss">
                        <c:v>0.6953125</c:v>
                      </c:pt>
                      <c:pt idx="1534" formatCode="h:mm:ss">
                        <c:v>0.69548611111111114</c:v>
                      </c:pt>
                      <c:pt idx="1535" formatCode="h:mm:ss">
                        <c:v>0.69565972222222228</c:v>
                      </c:pt>
                      <c:pt idx="1536" formatCode="h:mm:ss">
                        <c:v>0.6958333333333333</c:v>
                      </c:pt>
                      <c:pt idx="1537" formatCode="h:mm:ss">
                        <c:v>0.69600694444444444</c:v>
                      </c:pt>
                      <c:pt idx="1538" formatCode="h:mm:ss">
                        <c:v>0.69618055555555558</c:v>
                      </c:pt>
                      <c:pt idx="1539" formatCode="h:mm:ss">
                        <c:v>0.69635416666666672</c:v>
                      </c:pt>
                      <c:pt idx="1540" formatCode="h:mm:ss">
                        <c:v>0.69652777777777775</c:v>
                      </c:pt>
                      <c:pt idx="1541" formatCode="h:mm:ss">
                        <c:v>0.69670138888888888</c:v>
                      </c:pt>
                      <c:pt idx="1542" formatCode="h:mm:ss">
                        <c:v>0.69687500000000002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2'!$F$10:$F$1552</c15:sqref>
                        </c15:formulaRef>
                      </c:ext>
                    </c:extLst>
                    <c:numCache>
                      <c:formatCode>General</c:formatCode>
                      <c:ptCount val="1543"/>
                      <c:pt idx="0">
                        <c:v>0.1</c:v>
                      </c:pt>
                      <c:pt idx="1">
                        <c:v>0.1</c:v>
                      </c:pt>
                      <c:pt idx="2">
                        <c:v>20.8</c:v>
                      </c:pt>
                      <c:pt idx="3">
                        <c:v>20.8</c:v>
                      </c:pt>
                      <c:pt idx="4">
                        <c:v>20.8</c:v>
                      </c:pt>
                      <c:pt idx="5">
                        <c:v>20.8</c:v>
                      </c:pt>
                      <c:pt idx="6">
                        <c:v>20.8</c:v>
                      </c:pt>
                      <c:pt idx="7">
                        <c:v>20.8</c:v>
                      </c:pt>
                      <c:pt idx="8">
                        <c:v>20.8</c:v>
                      </c:pt>
                      <c:pt idx="9">
                        <c:v>20.8</c:v>
                      </c:pt>
                      <c:pt idx="10">
                        <c:v>20.8</c:v>
                      </c:pt>
                      <c:pt idx="11">
                        <c:v>20.8</c:v>
                      </c:pt>
                      <c:pt idx="12">
                        <c:v>20.8</c:v>
                      </c:pt>
                      <c:pt idx="13">
                        <c:v>20.8</c:v>
                      </c:pt>
                      <c:pt idx="14">
                        <c:v>20.8</c:v>
                      </c:pt>
                      <c:pt idx="15">
                        <c:v>20.8</c:v>
                      </c:pt>
                      <c:pt idx="16">
                        <c:v>20.8</c:v>
                      </c:pt>
                      <c:pt idx="17">
                        <c:v>20.8</c:v>
                      </c:pt>
                      <c:pt idx="18">
                        <c:v>20.8</c:v>
                      </c:pt>
                      <c:pt idx="19">
                        <c:v>20.8</c:v>
                      </c:pt>
                      <c:pt idx="20">
                        <c:v>20.8</c:v>
                      </c:pt>
                      <c:pt idx="21">
                        <c:v>20.8</c:v>
                      </c:pt>
                      <c:pt idx="22">
                        <c:v>20.8</c:v>
                      </c:pt>
                      <c:pt idx="23">
                        <c:v>20.8</c:v>
                      </c:pt>
                      <c:pt idx="24">
                        <c:v>20.8</c:v>
                      </c:pt>
                      <c:pt idx="25">
                        <c:v>20.8</c:v>
                      </c:pt>
                      <c:pt idx="26">
                        <c:v>20.8</c:v>
                      </c:pt>
                      <c:pt idx="27">
                        <c:v>20.8</c:v>
                      </c:pt>
                      <c:pt idx="28">
                        <c:v>20.8</c:v>
                      </c:pt>
                      <c:pt idx="29">
                        <c:v>20.8</c:v>
                      </c:pt>
                      <c:pt idx="30">
                        <c:v>20.8</c:v>
                      </c:pt>
                      <c:pt idx="31">
                        <c:v>20.8</c:v>
                      </c:pt>
                      <c:pt idx="32">
                        <c:v>20.8</c:v>
                      </c:pt>
                      <c:pt idx="33">
                        <c:v>20.8</c:v>
                      </c:pt>
                      <c:pt idx="34">
                        <c:v>20.8</c:v>
                      </c:pt>
                      <c:pt idx="35">
                        <c:v>20.8</c:v>
                      </c:pt>
                      <c:pt idx="36">
                        <c:v>20.8</c:v>
                      </c:pt>
                      <c:pt idx="37">
                        <c:v>20.8</c:v>
                      </c:pt>
                      <c:pt idx="38">
                        <c:v>20.8</c:v>
                      </c:pt>
                      <c:pt idx="39">
                        <c:v>20.8</c:v>
                      </c:pt>
                      <c:pt idx="40">
                        <c:v>20.8</c:v>
                      </c:pt>
                      <c:pt idx="41">
                        <c:v>20.8</c:v>
                      </c:pt>
                      <c:pt idx="42">
                        <c:v>20.8</c:v>
                      </c:pt>
                      <c:pt idx="43">
                        <c:v>20.8</c:v>
                      </c:pt>
                      <c:pt idx="44">
                        <c:v>20.8</c:v>
                      </c:pt>
                      <c:pt idx="45">
                        <c:v>20.8</c:v>
                      </c:pt>
                      <c:pt idx="46">
                        <c:v>20.8</c:v>
                      </c:pt>
                      <c:pt idx="47">
                        <c:v>20.8</c:v>
                      </c:pt>
                      <c:pt idx="48">
                        <c:v>20.8</c:v>
                      </c:pt>
                      <c:pt idx="49">
                        <c:v>20.8</c:v>
                      </c:pt>
                      <c:pt idx="50">
                        <c:v>20.8</c:v>
                      </c:pt>
                      <c:pt idx="51">
                        <c:v>20.8</c:v>
                      </c:pt>
                      <c:pt idx="52">
                        <c:v>20.8</c:v>
                      </c:pt>
                      <c:pt idx="53">
                        <c:v>20.8</c:v>
                      </c:pt>
                      <c:pt idx="54">
                        <c:v>20.8</c:v>
                      </c:pt>
                      <c:pt idx="55">
                        <c:v>20.8</c:v>
                      </c:pt>
                      <c:pt idx="56">
                        <c:v>20.8</c:v>
                      </c:pt>
                      <c:pt idx="57">
                        <c:v>20.8</c:v>
                      </c:pt>
                      <c:pt idx="58">
                        <c:v>20.8</c:v>
                      </c:pt>
                      <c:pt idx="59">
                        <c:v>20.8</c:v>
                      </c:pt>
                      <c:pt idx="60">
                        <c:v>20.8</c:v>
                      </c:pt>
                      <c:pt idx="61">
                        <c:v>20.8</c:v>
                      </c:pt>
                      <c:pt idx="62">
                        <c:v>20.8</c:v>
                      </c:pt>
                      <c:pt idx="63">
                        <c:v>20.8</c:v>
                      </c:pt>
                      <c:pt idx="64">
                        <c:v>20.8</c:v>
                      </c:pt>
                      <c:pt idx="65">
                        <c:v>20.8</c:v>
                      </c:pt>
                      <c:pt idx="66">
                        <c:v>20.8</c:v>
                      </c:pt>
                      <c:pt idx="67">
                        <c:v>20.8</c:v>
                      </c:pt>
                      <c:pt idx="68">
                        <c:v>20.8</c:v>
                      </c:pt>
                      <c:pt idx="69">
                        <c:v>20.8</c:v>
                      </c:pt>
                      <c:pt idx="70">
                        <c:v>20.8</c:v>
                      </c:pt>
                      <c:pt idx="71">
                        <c:v>20.8</c:v>
                      </c:pt>
                      <c:pt idx="72">
                        <c:v>20.8</c:v>
                      </c:pt>
                      <c:pt idx="73">
                        <c:v>20.8</c:v>
                      </c:pt>
                      <c:pt idx="74">
                        <c:v>20.8</c:v>
                      </c:pt>
                      <c:pt idx="75">
                        <c:v>20.8</c:v>
                      </c:pt>
                      <c:pt idx="76">
                        <c:v>20.8</c:v>
                      </c:pt>
                      <c:pt idx="77">
                        <c:v>20.8</c:v>
                      </c:pt>
                      <c:pt idx="78">
                        <c:v>20.8</c:v>
                      </c:pt>
                      <c:pt idx="79">
                        <c:v>20.8</c:v>
                      </c:pt>
                      <c:pt idx="80">
                        <c:v>20.8</c:v>
                      </c:pt>
                      <c:pt idx="81">
                        <c:v>20.8</c:v>
                      </c:pt>
                      <c:pt idx="82">
                        <c:v>20.8</c:v>
                      </c:pt>
                      <c:pt idx="83">
                        <c:v>20.8</c:v>
                      </c:pt>
                      <c:pt idx="84">
                        <c:v>20.8</c:v>
                      </c:pt>
                      <c:pt idx="85">
                        <c:v>20.8</c:v>
                      </c:pt>
                      <c:pt idx="86">
                        <c:v>20.8</c:v>
                      </c:pt>
                      <c:pt idx="87">
                        <c:v>20.8</c:v>
                      </c:pt>
                      <c:pt idx="88">
                        <c:v>20.8</c:v>
                      </c:pt>
                      <c:pt idx="89">
                        <c:v>20.8</c:v>
                      </c:pt>
                      <c:pt idx="90">
                        <c:v>20.8</c:v>
                      </c:pt>
                      <c:pt idx="91">
                        <c:v>20.8</c:v>
                      </c:pt>
                      <c:pt idx="92">
                        <c:v>20.8</c:v>
                      </c:pt>
                      <c:pt idx="93">
                        <c:v>20.8</c:v>
                      </c:pt>
                      <c:pt idx="94">
                        <c:v>20.8</c:v>
                      </c:pt>
                      <c:pt idx="95">
                        <c:v>20.8</c:v>
                      </c:pt>
                      <c:pt idx="96">
                        <c:v>20.8</c:v>
                      </c:pt>
                      <c:pt idx="97">
                        <c:v>20.8</c:v>
                      </c:pt>
                      <c:pt idx="98">
                        <c:v>20.8</c:v>
                      </c:pt>
                      <c:pt idx="99">
                        <c:v>20.8</c:v>
                      </c:pt>
                      <c:pt idx="100">
                        <c:v>20.8</c:v>
                      </c:pt>
                      <c:pt idx="101">
                        <c:v>20.8</c:v>
                      </c:pt>
                      <c:pt idx="102">
                        <c:v>20.8</c:v>
                      </c:pt>
                      <c:pt idx="103">
                        <c:v>20.8</c:v>
                      </c:pt>
                      <c:pt idx="104">
                        <c:v>20.8</c:v>
                      </c:pt>
                      <c:pt idx="105">
                        <c:v>20.8</c:v>
                      </c:pt>
                      <c:pt idx="106">
                        <c:v>20.8</c:v>
                      </c:pt>
                      <c:pt idx="107">
                        <c:v>20.8</c:v>
                      </c:pt>
                      <c:pt idx="108">
                        <c:v>20.8</c:v>
                      </c:pt>
                      <c:pt idx="109">
                        <c:v>20.8</c:v>
                      </c:pt>
                      <c:pt idx="110">
                        <c:v>20.8</c:v>
                      </c:pt>
                      <c:pt idx="111">
                        <c:v>20.8</c:v>
                      </c:pt>
                      <c:pt idx="112">
                        <c:v>20.8</c:v>
                      </c:pt>
                      <c:pt idx="113">
                        <c:v>20.8</c:v>
                      </c:pt>
                      <c:pt idx="114">
                        <c:v>20.8</c:v>
                      </c:pt>
                      <c:pt idx="115">
                        <c:v>20.8</c:v>
                      </c:pt>
                      <c:pt idx="116">
                        <c:v>20.8</c:v>
                      </c:pt>
                      <c:pt idx="117">
                        <c:v>20.8</c:v>
                      </c:pt>
                      <c:pt idx="118">
                        <c:v>20.8</c:v>
                      </c:pt>
                      <c:pt idx="119">
                        <c:v>20.8</c:v>
                      </c:pt>
                      <c:pt idx="120">
                        <c:v>20.8</c:v>
                      </c:pt>
                      <c:pt idx="121">
                        <c:v>20.8</c:v>
                      </c:pt>
                      <c:pt idx="122">
                        <c:v>20.8</c:v>
                      </c:pt>
                      <c:pt idx="123">
                        <c:v>20.8</c:v>
                      </c:pt>
                      <c:pt idx="124">
                        <c:v>20.8</c:v>
                      </c:pt>
                      <c:pt idx="125">
                        <c:v>20.8</c:v>
                      </c:pt>
                      <c:pt idx="126">
                        <c:v>20.8</c:v>
                      </c:pt>
                      <c:pt idx="127">
                        <c:v>20.8</c:v>
                      </c:pt>
                      <c:pt idx="128">
                        <c:v>20.8</c:v>
                      </c:pt>
                      <c:pt idx="129">
                        <c:v>20.8</c:v>
                      </c:pt>
                      <c:pt idx="130">
                        <c:v>20.8</c:v>
                      </c:pt>
                      <c:pt idx="131">
                        <c:v>20.8</c:v>
                      </c:pt>
                      <c:pt idx="132">
                        <c:v>20.8</c:v>
                      </c:pt>
                      <c:pt idx="133">
                        <c:v>20.8</c:v>
                      </c:pt>
                      <c:pt idx="134">
                        <c:v>20.8</c:v>
                      </c:pt>
                      <c:pt idx="135">
                        <c:v>20.8</c:v>
                      </c:pt>
                      <c:pt idx="136">
                        <c:v>20.8</c:v>
                      </c:pt>
                      <c:pt idx="137">
                        <c:v>20.8</c:v>
                      </c:pt>
                      <c:pt idx="138">
                        <c:v>20.8</c:v>
                      </c:pt>
                      <c:pt idx="139">
                        <c:v>20.8</c:v>
                      </c:pt>
                      <c:pt idx="140">
                        <c:v>20.8</c:v>
                      </c:pt>
                      <c:pt idx="141">
                        <c:v>20.8</c:v>
                      </c:pt>
                      <c:pt idx="142">
                        <c:v>20.8</c:v>
                      </c:pt>
                      <c:pt idx="143">
                        <c:v>20.8</c:v>
                      </c:pt>
                      <c:pt idx="144">
                        <c:v>20.8</c:v>
                      </c:pt>
                      <c:pt idx="145">
                        <c:v>20.8</c:v>
                      </c:pt>
                      <c:pt idx="146">
                        <c:v>20.8</c:v>
                      </c:pt>
                      <c:pt idx="147">
                        <c:v>20.8</c:v>
                      </c:pt>
                      <c:pt idx="148">
                        <c:v>20.8</c:v>
                      </c:pt>
                      <c:pt idx="149">
                        <c:v>20.8</c:v>
                      </c:pt>
                      <c:pt idx="150">
                        <c:v>20.8</c:v>
                      </c:pt>
                      <c:pt idx="151">
                        <c:v>20.8</c:v>
                      </c:pt>
                      <c:pt idx="152">
                        <c:v>20.8</c:v>
                      </c:pt>
                      <c:pt idx="153">
                        <c:v>20.8</c:v>
                      </c:pt>
                      <c:pt idx="154">
                        <c:v>20.8</c:v>
                      </c:pt>
                      <c:pt idx="155">
                        <c:v>20.8</c:v>
                      </c:pt>
                      <c:pt idx="156">
                        <c:v>20.8</c:v>
                      </c:pt>
                      <c:pt idx="157">
                        <c:v>20.8</c:v>
                      </c:pt>
                      <c:pt idx="158">
                        <c:v>20.8</c:v>
                      </c:pt>
                      <c:pt idx="159">
                        <c:v>20.8</c:v>
                      </c:pt>
                      <c:pt idx="160">
                        <c:v>20.8</c:v>
                      </c:pt>
                      <c:pt idx="161">
                        <c:v>20.8</c:v>
                      </c:pt>
                      <c:pt idx="162">
                        <c:v>20.8</c:v>
                      </c:pt>
                      <c:pt idx="163">
                        <c:v>20.8</c:v>
                      </c:pt>
                      <c:pt idx="164">
                        <c:v>20.8</c:v>
                      </c:pt>
                      <c:pt idx="165">
                        <c:v>20.8</c:v>
                      </c:pt>
                      <c:pt idx="166">
                        <c:v>20.8</c:v>
                      </c:pt>
                      <c:pt idx="167">
                        <c:v>20.8</c:v>
                      </c:pt>
                      <c:pt idx="168">
                        <c:v>20.8</c:v>
                      </c:pt>
                      <c:pt idx="169">
                        <c:v>20.8</c:v>
                      </c:pt>
                      <c:pt idx="170">
                        <c:v>20.8</c:v>
                      </c:pt>
                      <c:pt idx="171">
                        <c:v>20.8</c:v>
                      </c:pt>
                      <c:pt idx="172">
                        <c:v>20.8</c:v>
                      </c:pt>
                      <c:pt idx="173">
                        <c:v>20.8</c:v>
                      </c:pt>
                      <c:pt idx="174">
                        <c:v>20.8</c:v>
                      </c:pt>
                      <c:pt idx="175">
                        <c:v>20.8</c:v>
                      </c:pt>
                      <c:pt idx="176">
                        <c:v>20.8</c:v>
                      </c:pt>
                      <c:pt idx="177">
                        <c:v>20.8</c:v>
                      </c:pt>
                      <c:pt idx="178">
                        <c:v>20.8</c:v>
                      </c:pt>
                      <c:pt idx="179">
                        <c:v>20.8</c:v>
                      </c:pt>
                      <c:pt idx="180">
                        <c:v>20.8</c:v>
                      </c:pt>
                      <c:pt idx="181">
                        <c:v>20.8</c:v>
                      </c:pt>
                      <c:pt idx="182">
                        <c:v>20.8</c:v>
                      </c:pt>
                      <c:pt idx="183">
                        <c:v>20.8</c:v>
                      </c:pt>
                      <c:pt idx="184">
                        <c:v>20.8</c:v>
                      </c:pt>
                      <c:pt idx="185">
                        <c:v>20.8</c:v>
                      </c:pt>
                      <c:pt idx="186">
                        <c:v>20.8</c:v>
                      </c:pt>
                      <c:pt idx="187">
                        <c:v>20.8</c:v>
                      </c:pt>
                      <c:pt idx="188">
                        <c:v>20.8</c:v>
                      </c:pt>
                      <c:pt idx="189">
                        <c:v>20.8</c:v>
                      </c:pt>
                      <c:pt idx="190">
                        <c:v>20.8</c:v>
                      </c:pt>
                      <c:pt idx="191">
                        <c:v>20.8</c:v>
                      </c:pt>
                      <c:pt idx="192">
                        <c:v>20.8</c:v>
                      </c:pt>
                      <c:pt idx="193">
                        <c:v>20.8</c:v>
                      </c:pt>
                      <c:pt idx="194">
                        <c:v>20.8</c:v>
                      </c:pt>
                      <c:pt idx="195">
                        <c:v>20.8</c:v>
                      </c:pt>
                      <c:pt idx="196">
                        <c:v>20.8</c:v>
                      </c:pt>
                      <c:pt idx="197">
                        <c:v>20.8</c:v>
                      </c:pt>
                      <c:pt idx="198">
                        <c:v>20.8</c:v>
                      </c:pt>
                      <c:pt idx="199">
                        <c:v>20.8</c:v>
                      </c:pt>
                      <c:pt idx="200">
                        <c:v>20.8</c:v>
                      </c:pt>
                      <c:pt idx="201">
                        <c:v>20.8</c:v>
                      </c:pt>
                      <c:pt idx="202">
                        <c:v>20.8</c:v>
                      </c:pt>
                      <c:pt idx="203">
                        <c:v>20.8</c:v>
                      </c:pt>
                      <c:pt idx="204">
                        <c:v>20.8</c:v>
                      </c:pt>
                      <c:pt idx="205">
                        <c:v>20.8</c:v>
                      </c:pt>
                      <c:pt idx="206">
                        <c:v>20.8</c:v>
                      </c:pt>
                      <c:pt idx="207">
                        <c:v>20.8</c:v>
                      </c:pt>
                      <c:pt idx="208">
                        <c:v>20.8</c:v>
                      </c:pt>
                      <c:pt idx="209">
                        <c:v>20.8</c:v>
                      </c:pt>
                      <c:pt idx="210">
                        <c:v>20.8</c:v>
                      </c:pt>
                      <c:pt idx="211">
                        <c:v>20.8</c:v>
                      </c:pt>
                      <c:pt idx="212">
                        <c:v>20.8</c:v>
                      </c:pt>
                      <c:pt idx="213">
                        <c:v>20.8</c:v>
                      </c:pt>
                      <c:pt idx="214">
                        <c:v>20.8</c:v>
                      </c:pt>
                      <c:pt idx="215">
                        <c:v>20.8</c:v>
                      </c:pt>
                      <c:pt idx="216">
                        <c:v>20.8</c:v>
                      </c:pt>
                      <c:pt idx="217">
                        <c:v>20.8</c:v>
                      </c:pt>
                      <c:pt idx="218">
                        <c:v>20.8</c:v>
                      </c:pt>
                      <c:pt idx="219">
                        <c:v>20.8</c:v>
                      </c:pt>
                      <c:pt idx="220">
                        <c:v>20.8</c:v>
                      </c:pt>
                      <c:pt idx="221">
                        <c:v>20.8</c:v>
                      </c:pt>
                      <c:pt idx="222">
                        <c:v>20.8</c:v>
                      </c:pt>
                      <c:pt idx="223">
                        <c:v>20.8</c:v>
                      </c:pt>
                      <c:pt idx="224">
                        <c:v>20.8</c:v>
                      </c:pt>
                      <c:pt idx="225">
                        <c:v>20.8</c:v>
                      </c:pt>
                      <c:pt idx="226">
                        <c:v>20.8</c:v>
                      </c:pt>
                      <c:pt idx="227">
                        <c:v>20.8</c:v>
                      </c:pt>
                      <c:pt idx="228">
                        <c:v>20.8</c:v>
                      </c:pt>
                      <c:pt idx="229">
                        <c:v>20.8</c:v>
                      </c:pt>
                      <c:pt idx="230">
                        <c:v>20.8</c:v>
                      </c:pt>
                      <c:pt idx="231">
                        <c:v>20.8</c:v>
                      </c:pt>
                      <c:pt idx="232">
                        <c:v>20.8</c:v>
                      </c:pt>
                      <c:pt idx="233">
                        <c:v>20.8</c:v>
                      </c:pt>
                      <c:pt idx="234">
                        <c:v>20.8</c:v>
                      </c:pt>
                      <c:pt idx="235">
                        <c:v>20.8</c:v>
                      </c:pt>
                      <c:pt idx="236">
                        <c:v>20.8</c:v>
                      </c:pt>
                      <c:pt idx="237">
                        <c:v>20.8</c:v>
                      </c:pt>
                      <c:pt idx="238">
                        <c:v>20.8</c:v>
                      </c:pt>
                      <c:pt idx="239">
                        <c:v>20.8</c:v>
                      </c:pt>
                      <c:pt idx="240">
                        <c:v>20.8</c:v>
                      </c:pt>
                      <c:pt idx="241">
                        <c:v>20.8</c:v>
                      </c:pt>
                      <c:pt idx="242">
                        <c:v>20.8</c:v>
                      </c:pt>
                      <c:pt idx="243">
                        <c:v>20.8</c:v>
                      </c:pt>
                      <c:pt idx="244">
                        <c:v>20.8</c:v>
                      </c:pt>
                      <c:pt idx="245">
                        <c:v>20.8</c:v>
                      </c:pt>
                      <c:pt idx="246">
                        <c:v>20.8</c:v>
                      </c:pt>
                      <c:pt idx="247">
                        <c:v>20.8</c:v>
                      </c:pt>
                      <c:pt idx="248">
                        <c:v>20.8</c:v>
                      </c:pt>
                      <c:pt idx="249">
                        <c:v>20.8</c:v>
                      </c:pt>
                      <c:pt idx="250">
                        <c:v>20.8</c:v>
                      </c:pt>
                      <c:pt idx="251">
                        <c:v>20.8</c:v>
                      </c:pt>
                      <c:pt idx="252">
                        <c:v>20.8</c:v>
                      </c:pt>
                      <c:pt idx="253">
                        <c:v>20.8</c:v>
                      </c:pt>
                      <c:pt idx="254">
                        <c:v>20.8</c:v>
                      </c:pt>
                      <c:pt idx="255">
                        <c:v>20.8</c:v>
                      </c:pt>
                      <c:pt idx="256">
                        <c:v>20.8</c:v>
                      </c:pt>
                      <c:pt idx="257">
                        <c:v>20.8</c:v>
                      </c:pt>
                      <c:pt idx="258">
                        <c:v>20.8</c:v>
                      </c:pt>
                      <c:pt idx="259">
                        <c:v>20.8</c:v>
                      </c:pt>
                      <c:pt idx="260">
                        <c:v>20.8</c:v>
                      </c:pt>
                      <c:pt idx="261">
                        <c:v>20.8</c:v>
                      </c:pt>
                      <c:pt idx="262">
                        <c:v>20.8</c:v>
                      </c:pt>
                      <c:pt idx="263">
                        <c:v>20.8</c:v>
                      </c:pt>
                      <c:pt idx="264">
                        <c:v>20.8</c:v>
                      </c:pt>
                      <c:pt idx="265">
                        <c:v>20.8</c:v>
                      </c:pt>
                      <c:pt idx="266">
                        <c:v>20.8</c:v>
                      </c:pt>
                      <c:pt idx="267">
                        <c:v>20.8</c:v>
                      </c:pt>
                      <c:pt idx="268">
                        <c:v>20.8</c:v>
                      </c:pt>
                      <c:pt idx="269">
                        <c:v>20.8</c:v>
                      </c:pt>
                      <c:pt idx="270">
                        <c:v>20.8</c:v>
                      </c:pt>
                      <c:pt idx="271">
                        <c:v>20.8</c:v>
                      </c:pt>
                      <c:pt idx="272">
                        <c:v>20.8</c:v>
                      </c:pt>
                      <c:pt idx="273">
                        <c:v>20.8</c:v>
                      </c:pt>
                      <c:pt idx="274">
                        <c:v>20.8</c:v>
                      </c:pt>
                      <c:pt idx="275">
                        <c:v>20.8</c:v>
                      </c:pt>
                      <c:pt idx="276">
                        <c:v>20.8</c:v>
                      </c:pt>
                      <c:pt idx="277">
                        <c:v>20.8</c:v>
                      </c:pt>
                      <c:pt idx="278">
                        <c:v>20.8</c:v>
                      </c:pt>
                      <c:pt idx="279">
                        <c:v>20.8</c:v>
                      </c:pt>
                      <c:pt idx="280">
                        <c:v>20.8</c:v>
                      </c:pt>
                      <c:pt idx="281">
                        <c:v>20.8</c:v>
                      </c:pt>
                      <c:pt idx="282">
                        <c:v>20.8</c:v>
                      </c:pt>
                      <c:pt idx="283">
                        <c:v>20.8</c:v>
                      </c:pt>
                      <c:pt idx="284">
                        <c:v>20.8</c:v>
                      </c:pt>
                      <c:pt idx="285">
                        <c:v>20.8</c:v>
                      </c:pt>
                      <c:pt idx="286">
                        <c:v>20.8</c:v>
                      </c:pt>
                      <c:pt idx="287">
                        <c:v>20.8</c:v>
                      </c:pt>
                      <c:pt idx="288">
                        <c:v>20.8</c:v>
                      </c:pt>
                      <c:pt idx="289">
                        <c:v>20.8</c:v>
                      </c:pt>
                      <c:pt idx="290">
                        <c:v>20.8</c:v>
                      </c:pt>
                      <c:pt idx="291">
                        <c:v>20.8</c:v>
                      </c:pt>
                      <c:pt idx="292">
                        <c:v>20.8</c:v>
                      </c:pt>
                      <c:pt idx="293">
                        <c:v>20.8</c:v>
                      </c:pt>
                      <c:pt idx="294">
                        <c:v>20.8</c:v>
                      </c:pt>
                      <c:pt idx="295">
                        <c:v>20.8</c:v>
                      </c:pt>
                      <c:pt idx="296">
                        <c:v>20.8</c:v>
                      </c:pt>
                      <c:pt idx="297">
                        <c:v>20.8</c:v>
                      </c:pt>
                      <c:pt idx="298">
                        <c:v>20.8</c:v>
                      </c:pt>
                      <c:pt idx="299">
                        <c:v>20.8</c:v>
                      </c:pt>
                      <c:pt idx="300">
                        <c:v>20.8</c:v>
                      </c:pt>
                      <c:pt idx="301">
                        <c:v>20.8</c:v>
                      </c:pt>
                      <c:pt idx="302">
                        <c:v>20.8</c:v>
                      </c:pt>
                      <c:pt idx="303">
                        <c:v>20.8</c:v>
                      </c:pt>
                      <c:pt idx="304">
                        <c:v>20.8</c:v>
                      </c:pt>
                      <c:pt idx="305">
                        <c:v>20.8</c:v>
                      </c:pt>
                      <c:pt idx="306">
                        <c:v>20.8</c:v>
                      </c:pt>
                      <c:pt idx="307">
                        <c:v>20.8</c:v>
                      </c:pt>
                      <c:pt idx="308">
                        <c:v>20.8</c:v>
                      </c:pt>
                      <c:pt idx="309">
                        <c:v>20.8</c:v>
                      </c:pt>
                      <c:pt idx="310">
                        <c:v>20.8</c:v>
                      </c:pt>
                      <c:pt idx="311">
                        <c:v>20.8</c:v>
                      </c:pt>
                      <c:pt idx="312">
                        <c:v>20.8</c:v>
                      </c:pt>
                      <c:pt idx="313">
                        <c:v>20.8</c:v>
                      </c:pt>
                      <c:pt idx="314">
                        <c:v>20.8</c:v>
                      </c:pt>
                      <c:pt idx="315">
                        <c:v>20.8</c:v>
                      </c:pt>
                      <c:pt idx="316">
                        <c:v>20.8</c:v>
                      </c:pt>
                      <c:pt idx="317">
                        <c:v>20.8</c:v>
                      </c:pt>
                      <c:pt idx="318">
                        <c:v>20.8</c:v>
                      </c:pt>
                      <c:pt idx="319">
                        <c:v>20.8</c:v>
                      </c:pt>
                      <c:pt idx="320">
                        <c:v>20.8</c:v>
                      </c:pt>
                      <c:pt idx="321">
                        <c:v>20.8</c:v>
                      </c:pt>
                      <c:pt idx="322">
                        <c:v>20.8</c:v>
                      </c:pt>
                      <c:pt idx="323">
                        <c:v>20.8</c:v>
                      </c:pt>
                      <c:pt idx="324">
                        <c:v>20.8</c:v>
                      </c:pt>
                      <c:pt idx="325">
                        <c:v>20.8</c:v>
                      </c:pt>
                      <c:pt idx="326">
                        <c:v>20.8</c:v>
                      </c:pt>
                      <c:pt idx="327">
                        <c:v>20.8</c:v>
                      </c:pt>
                      <c:pt idx="328">
                        <c:v>20.8</c:v>
                      </c:pt>
                      <c:pt idx="329">
                        <c:v>20.8</c:v>
                      </c:pt>
                      <c:pt idx="330">
                        <c:v>20.8</c:v>
                      </c:pt>
                      <c:pt idx="331">
                        <c:v>20.8</c:v>
                      </c:pt>
                      <c:pt idx="332">
                        <c:v>20.8</c:v>
                      </c:pt>
                      <c:pt idx="333">
                        <c:v>20.8</c:v>
                      </c:pt>
                      <c:pt idx="334">
                        <c:v>20.8</c:v>
                      </c:pt>
                      <c:pt idx="335">
                        <c:v>20.8</c:v>
                      </c:pt>
                      <c:pt idx="336">
                        <c:v>20.8</c:v>
                      </c:pt>
                      <c:pt idx="337">
                        <c:v>20.8</c:v>
                      </c:pt>
                      <c:pt idx="338">
                        <c:v>20.8</c:v>
                      </c:pt>
                      <c:pt idx="339">
                        <c:v>20.8</c:v>
                      </c:pt>
                      <c:pt idx="340">
                        <c:v>20.8</c:v>
                      </c:pt>
                      <c:pt idx="341">
                        <c:v>20.8</c:v>
                      </c:pt>
                      <c:pt idx="342">
                        <c:v>20.8</c:v>
                      </c:pt>
                      <c:pt idx="343">
                        <c:v>20.8</c:v>
                      </c:pt>
                      <c:pt idx="344">
                        <c:v>20.8</c:v>
                      </c:pt>
                      <c:pt idx="345">
                        <c:v>20.8</c:v>
                      </c:pt>
                      <c:pt idx="346">
                        <c:v>20.8</c:v>
                      </c:pt>
                      <c:pt idx="347">
                        <c:v>20.8</c:v>
                      </c:pt>
                      <c:pt idx="348">
                        <c:v>20.8</c:v>
                      </c:pt>
                      <c:pt idx="349">
                        <c:v>20.8</c:v>
                      </c:pt>
                      <c:pt idx="350">
                        <c:v>20.8</c:v>
                      </c:pt>
                      <c:pt idx="351">
                        <c:v>20.8</c:v>
                      </c:pt>
                      <c:pt idx="352">
                        <c:v>20.8</c:v>
                      </c:pt>
                      <c:pt idx="353">
                        <c:v>20.8</c:v>
                      </c:pt>
                      <c:pt idx="354">
                        <c:v>20.8</c:v>
                      </c:pt>
                      <c:pt idx="355">
                        <c:v>20.8</c:v>
                      </c:pt>
                      <c:pt idx="356">
                        <c:v>20.8</c:v>
                      </c:pt>
                      <c:pt idx="357">
                        <c:v>20.8</c:v>
                      </c:pt>
                      <c:pt idx="358">
                        <c:v>20.8</c:v>
                      </c:pt>
                      <c:pt idx="359">
                        <c:v>20.8</c:v>
                      </c:pt>
                      <c:pt idx="360">
                        <c:v>20.8</c:v>
                      </c:pt>
                      <c:pt idx="361">
                        <c:v>20.8</c:v>
                      </c:pt>
                      <c:pt idx="362">
                        <c:v>20.8</c:v>
                      </c:pt>
                      <c:pt idx="363">
                        <c:v>20.8</c:v>
                      </c:pt>
                      <c:pt idx="364">
                        <c:v>20.8</c:v>
                      </c:pt>
                      <c:pt idx="365">
                        <c:v>20.8</c:v>
                      </c:pt>
                      <c:pt idx="366">
                        <c:v>20.8</c:v>
                      </c:pt>
                      <c:pt idx="367">
                        <c:v>20.8</c:v>
                      </c:pt>
                      <c:pt idx="368">
                        <c:v>20.8</c:v>
                      </c:pt>
                      <c:pt idx="369">
                        <c:v>20.8</c:v>
                      </c:pt>
                      <c:pt idx="370">
                        <c:v>20.8</c:v>
                      </c:pt>
                      <c:pt idx="371">
                        <c:v>20.8</c:v>
                      </c:pt>
                      <c:pt idx="372">
                        <c:v>20.8</c:v>
                      </c:pt>
                      <c:pt idx="373">
                        <c:v>20.8</c:v>
                      </c:pt>
                      <c:pt idx="374">
                        <c:v>20.8</c:v>
                      </c:pt>
                      <c:pt idx="375">
                        <c:v>20.8</c:v>
                      </c:pt>
                      <c:pt idx="376">
                        <c:v>20.8</c:v>
                      </c:pt>
                      <c:pt idx="377">
                        <c:v>20.8</c:v>
                      </c:pt>
                      <c:pt idx="378">
                        <c:v>20.8</c:v>
                      </c:pt>
                      <c:pt idx="379">
                        <c:v>20.8</c:v>
                      </c:pt>
                      <c:pt idx="380">
                        <c:v>20.8</c:v>
                      </c:pt>
                      <c:pt idx="381">
                        <c:v>20.8</c:v>
                      </c:pt>
                      <c:pt idx="382">
                        <c:v>20.8</c:v>
                      </c:pt>
                      <c:pt idx="383">
                        <c:v>20.8</c:v>
                      </c:pt>
                      <c:pt idx="384">
                        <c:v>20.8</c:v>
                      </c:pt>
                      <c:pt idx="385">
                        <c:v>20.8</c:v>
                      </c:pt>
                      <c:pt idx="386">
                        <c:v>20.8</c:v>
                      </c:pt>
                      <c:pt idx="387">
                        <c:v>20.8</c:v>
                      </c:pt>
                      <c:pt idx="388">
                        <c:v>20.8</c:v>
                      </c:pt>
                      <c:pt idx="389">
                        <c:v>20.8</c:v>
                      </c:pt>
                      <c:pt idx="390">
                        <c:v>20.8</c:v>
                      </c:pt>
                      <c:pt idx="391">
                        <c:v>20.8</c:v>
                      </c:pt>
                      <c:pt idx="392">
                        <c:v>20.8</c:v>
                      </c:pt>
                      <c:pt idx="393">
                        <c:v>20.8</c:v>
                      </c:pt>
                      <c:pt idx="394">
                        <c:v>20.8</c:v>
                      </c:pt>
                      <c:pt idx="395">
                        <c:v>20.8</c:v>
                      </c:pt>
                      <c:pt idx="396">
                        <c:v>20.8</c:v>
                      </c:pt>
                      <c:pt idx="397">
                        <c:v>20.8</c:v>
                      </c:pt>
                      <c:pt idx="398">
                        <c:v>20.8</c:v>
                      </c:pt>
                      <c:pt idx="399">
                        <c:v>20.8</c:v>
                      </c:pt>
                      <c:pt idx="400">
                        <c:v>20.8</c:v>
                      </c:pt>
                      <c:pt idx="401">
                        <c:v>20.8</c:v>
                      </c:pt>
                      <c:pt idx="402">
                        <c:v>20.8</c:v>
                      </c:pt>
                      <c:pt idx="403">
                        <c:v>20.8</c:v>
                      </c:pt>
                      <c:pt idx="404">
                        <c:v>20.8</c:v>
                      </c:pt>
                      <c:pt idx="405">
                        <c:v>20.8</c:v>
                      </c:pt>
                      <c:pt idx="406">
                        <c:v>20.8</c:v>
                      </c:pt>
                      <c:pt idx="407">
                        <c:v>20.8</c:v>
                      </c:pt>
                      <c:pt idx="408">
                        <c:v>20.8</c:v>
                      </c:pt>
                      <c:pt idx="409">
                        <c:v>20.8</c:v>
                      </c:pt>
                      <c:pt idx="410">
                        <c:v>20.8</c:v>
                      </c:pt>
                      <c:pt idx="411">
                        <c:v>20.8</c:v>
                      </c:pt>
                      <c:pt idx="412">
                        <c:v>20.8</c:v>
                      </c:pt>
                      <c:pt idx="413">
                        <c:v>20.8</c:v>
                      </c:pt>
                      <c:pt idx="414">
                        <c:v>20.8</c:v>
                      </c:pt>
                      <c:pt idx="415">
                        <c:v>20.8</c:v>
                      </c:pt>
                      <c:pt idx="416">
                        <c:v>20.8</c:v>
                      </c:pt>
                      <c:pt idx="417">
                        <c:v>20.8</c:v>
                      </c:pt>
                      <c:pt idx="418">
                        <c:v>20.8</c:v>
                      </c:pt>
                      <c:pt idx="419">
                        <c:v>20.8</c:v>
                      </c:pt>
                      <c:pt idx="420">
                        <c:v>20.8</c:v>
                      </c:pt>
                      <c:pt idx="421">
                        <c:v>20.8</c:v>
                      </c:pt>
                      <c:pt idx="422">
                        <c:v>20.8</c:v>
                      </c:pt>
                      <c:pt idx="423">
                        <c:v>20.8</c:v>
                      </c:pt>
                      <c:pt idx="424">
                        <c:v>20.8</c:v>
                      </c:pt>
                      <c:pt idx="425">
                        <c:v>20.8</c:v>
                      </c:pt>
                      <c:pt idx="426">
                        <c:v>20.8</c:v>
                      </c:pt>
                      <c:pt idx="427">
                        <c:v>20.8</c:v>
                      </c:pt>
                      <c:pt idx="428">
                        <c:v>20.8</c:v>
                      </c:pt>
                      <c:pt idx="429">
                        <c:v>20.8</c:v>
                      </c:pt>
                      <c:pt idx="430">
                        <c:v>20.8</c:v>
                      </c:pt>
                      <c:pt idx="431">
                        <c:v>20.8</c:v>
                      </c:pt>
                      <c:pt idx="432">
                        <c:v>20.8</c:v>
                      </c:pt>
                      <c:pt idx="433">
                        <c:v>20.8</c:v>
                      </c:pt>
                      <c:pt idx="434">
                        <c:v>20.8</c:v>
                      </c:pt>
                      <c:pt idx="435">
                        <c:v>20.8</c:v>
                      </c:pt>
                      <c:pt idx="436">
                        <c:v>20.8</c:v>
                      </c:pt>
                      <c:pt idx="437">
                        <c:v>20.8</c:v>
                      </c:pt>
                      <c:pt idx="438">
                        <c:v>20.8</c:v>
                      </c:pt>
                      <c:pt idx="439">
                        <c:v>20.8</c:v>
                      </c:pt>
                      <c:pt idx="440">
                        <c:v>20.8</c:v>
                      </c:pt>
                      <c:pt idx="441">
                        <c:v>20.8</c:v>
                      </c:pt>
                      <c:pt idx="442">
                        <c:v>20.8</c:v>
                      </c:pt>
                      <c:pt idx="443">
                        <c:v>20.8</c:v>
                      </c:pt>
                      <c:pt idx="444">
                        <c:v>20.8</c:v>
                      </c:pt>
                      <c:pt idx="445">
                        <c:v>20.8</c:v>
                      </c:pt>
                      <c:pt idx="446">
                        <c:v>20.8</c:v>
                      </c:pt>
                      <c:pt idx="447">
                        <c:v>20.8</c:v>
                      </c:pt>
                      <c:pt idx="448">
                        <c:v>20.8</c:v>
                      </c:pt>
                      <c:pt idx="449">
                        <c:v>20.8</c:v>
                      </c:pt>
                      <c:pt idx="450">
                        <c:v>20.8</c:v>
                      </c:pt>
                      <c:pt idx="451">
                        <c:v>20.8</c:v>
                      </c:pt>
                      <c:pt idx="452">
                        <c:v>20.8</c:v>
                      </c:pt>
                      <c:pt idx="453">
                        <c:v>20.8</c:v>
                      </c:pt>
                      <c:pt idx="454">
                        <c:v>20.8</c:v>
                      </c:pt>
                      <c:pt idx="455">
                        <c:v>20.8</c:v>
                      </c:pt>
                      <c:pt idx="456">
                        <c:v>20.8</c:v>
                      </c:pt>
                      <c:pt idx="457">
                        <c:v>20.8</c:v>
                      </c:pt>
                      <c:pt idx="458">
                        <c:v>20.8</c:v>
                      </c:pt>
                      <c:pt idx="459">
                        <c:v>20.8</c:v>
                      </c:pt>
                      <c:pt idx="460">
                        <c:v>20.8</c:v>
                      </c:pt>
                      <c:pt idx="461">
                        <c:v>20.8</c:v>
                      </c:pt>
                      <c:pt idx="462">
                        <c:v>20.8</c:v>
                      </c:pt>
                      <c:pt idx="463">
                        <c:v>20.8</c:v>
                      </c:pt>
                      <c:pt idx="464">
                        <c:v>20.8</c:v>
                      </c:pt>
                      <c:pt idx="465">
                        <c:v>20.8</c:v>
                      </c:pt>
                      <c:pt idx="466">
                        <c:v>20.8</c:v>
                      </c:pt>
                      <c:pt idx="467">
                        <c:v>20.8</c:v>
                      </c:pt>
                      <c:pt idx="468">
                        <c:v>20.8</c:v>
                      </c:pt>
                      <c:pt idx="469">
                        <c:v>20.8</c:v>
                      </c:pt>
                      <c:pt idx="470">
                        <c:v>20.8</c:v>
                      </c:pt>
                      <c:pt idx="471">
                        <c:v>20.8</c:v>
                      </c:pt>
                      <c:pt idx="472">
                        <c:v>20.8</c:v>
                      </c:pt>
                      <c:pt idx="473">
                        <c:v>20.8</c:v>
                      </c:pt>
                      <c:pt idx="474">
                        <c:v>20.8</c:v>
                      </c:pt>
                      <c:pt idx="475">
                        <c:v>20.8</c:v>
                      </c:pt>
                      <c:pt idx="476">
                        <c:v>20.8</c:v>
                      </c:pt>
                      <c:pt idx="477">
                        <c:v>20.8</c:v>
                      </c:pt>
                      <c:pt idx="478">
                        <c:v>20.8</c:v>
                      </c:pt>
                      <c:pt idx="479">
                        <c:v>20.8</c:v>
                      </c:pt>
                      <c:pt idx="480">
                        <c:v>20.8</c:v>
                      </c:pt>
                      <c:pt idx="481">
                        <c:v>20.8</c:v>
                      </c:pt>
                      <c:pt idx="482">
                        <c:v>20.8</c:v>
                      </c:pt>
                      <c:pt idx="483">
                        <c:v>20.8</c:v>
                      </c:pt>
                      <c:pt idx="484">
                        <c:v>20.8</c:v>
                      </c:pt>
                      <c:pt idx="485">
                        <c:v>20.8</c:v>
                      </c:pt>
                      <c:pt idx="486">
                        <c:v>20.8</c:v>
                      </c:pt>
                      <c:pt idx="487">
                        <c:v>20.8</c:v>
                      </c:pt>
                      <c:pt idx="488">
                        <c:v>20.8</c:v>
                      </c:pt>
                      <c:pt idx="489">
                        <c:v>20.8</c:v>
                      </c:pt>
                      <c:pt idx="490">
                        <c:v>20.8</c:v>
                      </c:pt>
                      <c:pt idx="491">
                        <c:v>20.8</c:v>
                      </c:pt>
                      <c:pt idx="492">
                        <c:v>20.8</c:v>
                      </c:pt>
                      <c:pt idx="493">
                        <c:v>20.8</c:v>
                      </c:pt>
                      <c:pt idx="494">
                        <c:v>20.8</c:v>
                      </c:pt>
                      <c:pt idx="495">
                        <c:v>20.8</c:v>
                      </c:pt>
                      <c:pt idx="496">
                        <c:v>20.8</c:v>
                      </c:pt>
                      <c:pt idx="497">
                        <c:v>20.8</c:v>
                      </c:pt>
                      <c:pt idx="498">
                        <c:v>20.8</c:v>
                      </c:pt>
                      <c:pt idx="499">
                        <c:v>20.8</c:v>
                      </c:pt>
                      <c:pt idx="500">
                        <c:v>20.8</c:v>
                      </c:pt>
                      <c:pt idx="501">
                        <c:v>20.8</c:v>
                      </c:pt>
                      <c:pt idx="502">
                        <c:v>20.8</c:v>
                      </c:pt>
                      <c:pt idx="503">
                        <c:v>20.8</c:v>
                      </c:pt>
                      <c:pt idx="504">
                        <c:v>20.8</c:v>
                      </c:pt>
                      <c:pt idx="505">
                        <c:v>20.8</c:v>
                      </c:pt>
                      <c:pt idx="506">
                        <c:v>20.8</c:v>
                      </c:pt>
                      <c:pt idx="507">
                        <c:v>20.8</c:v>
                      </c:pt>
                      <c:pt idx="508">
                        <c:v>20.8</c:v>
                      </c:pt>
                      <c:pt idx="509">
                        <c:v>20.8</c:v>
                      </c:pt>
                      <c:pt idx="510">
                        <c:v>20.8</c:v>
                      </c:pt>
                      <c:pt idx="511">
                        <c:v>20.8</c:v>
                      </c:pt>
                      <c:pt idx="512">
                        <c:v>20.8</c:v>
                      </c:pt>
                      <c:pt idx="513">
                        <c:v>20.8</c:v>
                      </c:pt>
                      <c:pt idx="514">
                        <c:v>20.8</c:v>
                      </c:pt>
                      <c:pt idx="515">
                        <c:v>20.8</c:v>
                      </c:pt>
                      <c:pt idx="516">
                        <c:v>20.8</c:v>
                      </c:pt>
                      <c:pt idx="517">
                        <c:v>20.8</c:v>
                      </c:pt>
                      <c:pt idx="518">
                        <c:v>20.8</c:v>
                      </c:pt>
                      <c:pt idx="519">
                        <c:v>20.8</c:v>
                      </c:pt>
                      <c:pt idx="520">
                        <c:v>20.8</c:v>
                      </c:pt>
                      <c:pt idx="521">
                        <c:v>20.8</c:v>
                      </c:pt>
                      <c:pt idx="522">
                        <c:v>20.8</c:v>
                      </c:pt>
                      <c:pt idx="523">
                        <c:v>20.8</c:v>
                      </c:pt>
                      <c:pt idx="524">
                        <c:v>20.8</c:v>
                      </c:pt>
                      <c:pt idx="525">
                        <c:v>20.8</c:v>
                      </c:pt>
                      <c:pt idx="526">
                        <c:v>20.8</c:v>
                      </c:pt>
                      <c:pt idx="527">
                        <c:v>20.8</c:v>
                      </c:pt>
                      <c:pt idx="528">
                        <c:v>20.8</c:v>
                      </c:pt>
                      <c:pt idx="529">
                        <c:v>20.8</c:v>
                      </c:pt>
                      <c:pt idx="530">
                        <c:v>20.8</c:v>
                      </c:pt>
                      <c:pt idx="531">
                        <c:v>20.8</c:v>
                      </c:pt>
                      <c:pt idx="532">
                        <c:v>20.8</c:v>
                      </c:pt>
                      <c:pt idx="533">
                        <c:v>20.8</c:v>
                      </c:pt>
                      <c:pt idx="534">
                        <c:v>20.8</c:v>
                      </c:pt>
                      <c:pt idx="535">
                        <c:v>20.8</c:v>
                      </c:pt>
                      <c:pt idx="536">
                        <c:v>20.8</c:v>
                      </c:pt>
                      <c:pt idx="537">
                        <c:v>20.8</c:v>
                      </c:pt>
                      <c:pt idx="538">
                        <c:v>20.8</c:v>
                      </c:pt>
                      <c:pt idx="539">
                        <c:v>20.8</c:v>
                      </c:pt>
                      <c:pt idx="540">
                        <c:v>20.8</c:v>
                      </c:pt>
                      <c:pt idx="541">
                        <c:v>20.8</c:v>
                      </c:pt>
                      <c:pt idx="542">
                        <c:v>20.8</c:v>
                      </c:pt>
                      <c:pt idx="543">
                        <c:v>20.8</c:v>
                      </c:pt>
                      <c:pt idx="544">
                        <c:v>20.8</c:v>
                      </c:pt>
                      <c:pt idx="545">
                        <c:v>20.8</c:v>
                      </c:pt>
                      <c:pt idx="546">
                        <c:v>20.8</c:v>
                      </c:pt>
                      <c:pt idx="547">
                        <c:v>20.8</c:v>
                      </c:pt>
                      <c:pt idx="548">
                        <c:v>20.8</c:v>
                      </c:pt>
                      <c:pt idx="549">
                        <c:v>20.8</c:v>
                      </c:pt>
                      <c:pt idx="550">
                        <c:v>20.8</c:v>
                      </c:pt>
                      <c:pt idx="551">
                        <c:v>20.8</c:v>
                      </c:pt>
                      <c:pt idx="552">
                        <c:v>20.8</c:v>
                      </c:pt>
                      <c:pt idx="553">
                        <c:v>20.8</c:v>
                      </c:pt>
                      <c:pt idx="554">
                        <c:v>20.8</c:v>
                      </c:pt>
                      <c:pt idx="555">
                        <c:v>20.8</c:v>
                      </c:pt>
                      <c:pt idx="556">
                        <c:v>20.8</c:v>
                      </c:pt>
                      <c:pt idx="557">
                        <c:v>20.8</c:v>
                      </c:pt>
                      <c:pt idx="558">
                        <c:v>20.8</c:v>
                      </c:pt>
                      <c:pt idx="559">
                        <c:v>20.8</c:v>
                      </c:pt>
                      <c:pt idx="560">
                        <c:v>20.8</c:v>
                      </c:pt>
                      <c:pt idx="561">
                        <c:v>20.8</c:v>
                      </c:pt>
                      <c:pt idx="562">
                        <c:v>20.8</c:v>
                      </c:pt>
                      <c:pt idx="563">
                        <c:v>20.8</c:v>
                      </c:pt>
                      <c:pt idx="564">
                        <c:v>20.8</c:v>
                      </c:pt>
                      <c:pt idx="565">
                        <c:v>20.8</c:v>
                      </c:pt>
                      <c:pt idx="566">
                        <c:v>20.8</c:v>
                      </c:pt>
                      <c:pt idx="567">
                        <c:v>20.8</c:v>
                      </c:pt>
                      <c:pt idx="568">
                        <c:v>20.8</c:v>
                      </c:pt>
                      <c:pt idx="569">
                        <c:v>20.8</c:v>
                      </c:pt>
                      <c:pt idx="570">
                        <c:v>20.8</c:v>
                      </c:pt>
                      <c:pt idx="571">
                        <c:v>20.8</c:v>
                      </c:pt>
                      <c:pt idx="572">
                        <c:v>20.8</c:v>
                      </c:pt>
                      <c:pt idx="573">
                        <c:v>20.8</c:v>
                      </c:pt>
                      <c:pt idx="574">
                        <c:v>20.8</c:v>
                      </c:pt>
                      <c:pt idx="575">
                        <c:v>20.8</c:v>
                      </c:pt>
                      <c:pt idx="576">
                        <c:v>20.8</c:v>
                      </c:pt>
                      <c:pt idx="577">
                        <c:v>20.8</c:v>
                      </c:pt>
                      <c:pt idx="578">
                        <c:v>20.8</c:v>
                      </c:pt>
                      <c:pt idx="579">
                        <c:v>20.8</c:v>
                      </c:pt>
                      <c:pt idx="580">
                        <c:v>20.8</c:v>
                      </c:pt>
                      <c:pt idx="581">
                        <c:v>20.8</c:v>
                      </c:pt>
                      <c:pt idx="582">
                        <c:v>20.8</c:v>
                      </c:pt>
                      <c:pt idx="583">
                        <c:v>20.8</c:v>
                      </c:pt>
                      <c:pt idx="584">
                        <c:v>20.8</c:v>
                      </c:pt>
                      <c:pt idx="585">
                        <c:v>20.8</c:v>
                      </c:pt>
                      <c:pt idx="586">
                        <c:v>20.8</c:v>
                      </c:pt>
                      <c:pt idx="587">
                        <c:v>20.8</c:v>
                      </c:pt>
                      <c:pt idx="588">
                        <c:v>20.8</c:v>
                      </c:pt>
                      <c:pt idx="589">
                        <c:v>20.8</c:v>
                      </c:pt>
                      <c:pt idx="590">
                        <c:v>20.8</c:v>
                      </c:pt>
                      <c:pt idx="591">
                        <c:v>20.8</c:v>
                      </c:pt>
                      <c:pt idx="592">
                        <c:v>20.8</c:v>
                      </c:pt>
                      <c:pt idx="593">
                        <c:v>20.8</c:v>
                      </c:pt>
                      <c:pt idx="594">
                        <c:v>20.8</c:v>
                      </c:pt>
                      <c:pt idx="595">
                        <c:v>20.8</c:v>
                      </c:pt>
                      <c:pt idx="596">
                        <c:v>20.8</c:v>
                      </c:pt>
                      <c:pt idx="597">
                        <c:v>20.8</c:v>
                      </c:pt>
                      <c:pt idx="598">
                        <c:v>20.8</c:v>
                      </c:pt>
                      <c:pt idx="599">
                        <c:v>20.8</c:v>
                      </c:pt>
                      <c:pt idx="600">
                        <c:v>20.8</c:v>
                      </c:pt>
                      <c:pt idx="601">
                        <c:v>20.8</c:v>
                      </c:pt>
                      <c:pt idx="602">
                        <c:v>20.8</c:v>
                      </c:pt>
                      <c:pt idx="603">
                        <c:v>20.8</c:v>
                      </c:pt>
                      <c:pt idx="604">
                        <c:v>20.8</c:v>
                      </c:pt>
                      <c:pt idx="605">
                        <c:v>20.8</c:v>
                      </c:pt>
                      <c:pt idx="606">
                        <c:v>20.8</c:v>
                      </c:pt>
                      <c:pt idx="607">
                        <c:v>20.8</c:v>
                      </c:pt>
                      <c:pt idx="608">
                        <c:v>20.8</c:v>
                      </c:pt>
                      <c:pt idx="609">
                        <c:v>20.8</c:v>
                      </c:pt>
                      <c:pt idx="610">
                        <c:v>20.8</c:v>
                      </c:pt>
                      <c:pt idx="611">
                        <c:v>20.8</c:v>
                      </c:pt>
                      <c:pt idx="612">
                        <c:v>20.8</c:v>
                      </c:pt>
                      <c:pt idx="613">
                        <c:v>20.8</c:v>
                      </c:pt>
                      <c:pt idx="614">
                        <c:v>20.8</c:v>
                      </c:pt>
                      <c:pt idx="615">
                        <c:v>20.8</c:v>
                      </c:pt>
                      <c:pt idx="616">
                        <c:v>20.8</c:v>
                      </c:pt>
                      <c:pt idx="617">
                        <c:v>20.8</c:v>
                      </c:pt>
                      <c:pt idx="618">
                        <c:v>20.8</c:v>
                      </c:pt>
                      <c:pt idx="619">
                        <c:v>20.8</c:v>
                      </c:pt>
                      <c:pt idx="620">
                        <c:v>20.8</c:v>
                      </c:pt>
                      <c:pt idx="621">
                        <c:v>20.8</c:v>
                      </c:pt>
                      <c:pt idx="622">
                        <c:v>20.8</c:v>
                      </c:pt>
                      <c:pt idx="623">
                        <c:v>20.8</c:v>
                      </c:pt>
                      <c:pt idx="624">
                        <c:v>20.8</c:v>
                      </c:pt>
                      <c:pt idx="625">
                        <c:v>20.8</c:v>
                      </c:pt>
                      <c:pt idx="626">
                        <c:v>20.8</c:v>
                      </c:pt>
                      <c:pt idx="627">
                        <c:v>20.8</c:v>
                      </c:pt>
                      <c:pt idx="628">
                        <c:v>20.8</c:v>
                      </c:pt>
                      <c:pt idx="629">
                        <c:v>20.8</c:v>
                      </c:pt>
                      <c:pt idx="630">
                        <c:v>20.8</c:v>
                      </c:pt>
                      <c:pt idx="631">
                        <c:v>20.8</c:v>
                      </c:pt>
                      <c:pt idx="632">
                        <c:v>20.8</c:v>
                      </c:pt>
                      <c:pt idx="633">
                        <c:v>20.8</c:v>
                      </c:pt>
                      <c:pt idx="634">
                        <c:v>20.8</c:v>
                      </c:pt>
                      <c:pt idx="635">
                        <c:v>20.8</c:v>
                      </c:pt>
                      <c:pt idx="636">
                        <c:v>20.8</c:v>
                      </c:pt>
                      <c:pt idx="637">
                        <c:v>20.8</c:v>
                      </c:pt>
                      <c:pt idx="638">
                        <c:v>20.8</c:v>
                      </c:pt>
                      <c:pt idx="639">
                        <c:v>20.8</c:v>
                      </c:pt>
                      <c:pt idx="640">
                        <c:v>20.8</c:v>
                      </c:pt>
                      <c:pt idx="641">
                        <c:v>20.8</c:v>
                      </c:pt>
                      <c:pt idx="642">
                        <c:v>20.8</c:v>
                      </c:pt>
                      <c:pt idx="643">
                        <c:v>20.8</c:v>
                      </c:pt>
                      <c:pt idx="644">
                        <c:v>20.8</c:v>
                      </c:pt>
                      <c:pt idx="645">
                        <c:v>20.8</c:v>
                      </c:pt>
                      <c:pt idx="646">
                        <c:v>20.8</c:v>
                      </c:pt>
                      <c:pt idx="647">
                        <c:v>20.8</c:v>
                      </c:pt>
                      <c:pt idx="648">
                        <c:v>20.8</c:v>
                      </c:pt>
                      <c:pt idx="649">
                        <c:v>20.8</c:v>
                      </c:pt>
                      <c:pt idx="650">
                        <c:v>20.8</c:v>
                      </c:pt>
                      <c:pt idx="651">
                        <c:v>20.8</c:v>
                      </c:pt>
                      <c:pt idx="652">
                        <c:v>20.8</c:v>
                      </c:pt>
                      <c:pt idx="653">
                        <c:v>20.8</c:v>
                      </c:pt>
                      <c:pt idx="654">
                        <c:v>20.8</c:v>
                      </c:pt>
                      <c:pt idx="655">
                        <c:v>20.8</c:v>
                      </c:pt>
                      <c:pt idx="656">
                        <c:v>20.8</c:v>
                      </c:pt>
                      <c:pt idx="657">
                        <c:v>20.8</c:v>
                      </c:pt>
                      <c:pt idx="658">
                        <c:v>20.8</c:v>
                      </c:pt>
                      <c:pt idx="659">
                        <c:v>20.8</c:v>
                      </c:pt>
                      <c:pt idx="660">
                        <c:v>20.8</c:v>
                      </c:pt>
                      <c:pt idx="661">
                        <c:v>20.8</c:v>
                      </c:pt>
                      <c:pt idx="662">
                        <c:v>20.8</c:v>
                      </c:pt>
                      <c:pt idx="663">
                        <c:v>20.8</c:v>
                      </c:pt>
                      <c:pt idx="664">
                        <c:v>20.8</c:v>
                      </c:pt>
                      <c:pt idx="665">
                        <c:v>20.8</c:v>
                      </c:pt>
                      <c:pt idx="666">
                        <c:v>20.8</c:v>
                      </c:pt>
                      <c:pt idx="667">
                        <c:v>20.8</c:v>
                      </c:pt>
                      <c:pt idx="668">
                        <c:v>20.8</c:v>
                      </c:pt>
                      <c:pt idx="669">
                        <c:v>20.8</c:v>
                      </c:pt>
                      <c:pt idx="670">
                        <c:v>20.8</c:v>
                      </c:pt>
                      <c:pt idx="671">
                        <c:v>20.8</c:v>
                      </c:pt>
                      <c:pt idx="672">
                        <c:v>20.8</c:v>
                      </c:pt>
                      <c:pt idx="673">
                        <c:v>20.8</c:v>
                      </c:pt>
                      <c:pt idx="674">
                        <c:v>20.8</c:v>
                      </c:pt>
                      <c:pt idx="675">
                        <c:v>20.8</c:v>
                      </c:pt>
                      <c:pt idx="676">
                        <c:v>20.8</c:v>
                      </c:pt>
                      <c:pt idx="677">
                        <c:v>20.8</c:v>
                      </c:pt>
                      <c:pt idx="678">
                        <c:v>20.8</c:v>
                      </c:pt>
                      <c:pt idx="679">
                        <c:v>20.8</c:v>
                      </c:pt>
                      <c:pt idx="680">
                        <c:v>20.8</c:v>
                      </c:pt>
                      <c:pt idx="681">
                        <c:v>20.8</c:v>
                      </c:pt>
                      <c:pt idx="682">
                        <c:v>20.8</c:v>
                      </c:pt>
                      <c:pt idx="683">
                        <c:v>20.8</c:v>
                      </c:pt>
                      <c:pt idx="684">
                        <c:v>20.8</c:v>
                      </c:pt>
                      <c:pt idx="685">
                        <c:v>20.8</c:v>
                      </c:pt>
                      <c:pt idx="686">
                        <c:v>20.8</c:v>
                      </c:pt>
                      <c:pt idx="687">
                        <c:v>20.8</c:v>
                      </c:pt>
                      <c:pt idx="688">
                        <c:v>20.8</c:v>
                      </c:pt>
                      <c:pt idx="689">
                        <c:v>20.8</c:v>
                      </c:pt>
                      <c:pt idx="690">
                        <c:v>20.8</c:v>
                      </c:pt>
                      <c:pt idx="691">
                        <c:v>20.8</c:v>
                      </c:pt>
                      <c:pt idx="692">
                        <c:v>20.8</c:v>
                      </c:pt>
                      <c:pt idx="693">
                        <c:v>20.8</c:v>
                      </c:pt>
                      <c:pt idx="694">
                        <c:v>20.8</c:v>
                      </c:pt>
                      <c:pt idx="695">
                        <c:v>20.8</c:v>
                      </c:pt>
                      <c:pt idx="696">
                        <c:v>20.8</c:v>
                      </c:pt>
                      <c:pt idx="697">
                        <c:v>20.8</c:v>
                      </c:pt>
                      <c:pt idx="698">
                        <c:v>20.8</c:v>
                      </c:pt>
                      <c:pt idx="699">
                        <c:v>20.8</c:v>
                      </c:pt>
                      <c:pt idx="700">
                        <c:v>20.8</c:v>
                      </c:pt>
                      <c:pt idx="701">
                        <c:v>20.8</c:v>
                      </c:pt>
                      <c:pt idx="702">
                        <c:v>20.8</c:v>
                      </c:pt>
                      <c:pt idx="703">
                        <c:v>20.8</c:v>
                      </c:pt>
                      <c:pt idx="704">
                        <c:v>20.8</c:v>
                      </c:pt>
                      <c:pt idx="705">
                        <c:v>20.8</c:v>
                      </c:pt>
                      <c:pt idx="706">
                        <c:v>20.8</c:v>
                      </c:pt>
                      <c:pt idx="707">
                        <c:v>20.8</c:v>
                      </c:pt>
                      <c:pt idx="708">
                        <c:v>20.8</c:v>
                      </c:pt>
                      <c:pt idx="709">
                        <c:v>20.8</c:v>
                      </c:pt>
                      <c:pt idx="710">
                        <c:v>20.8</c:v>
                      </c:pt>
                      <c:pt idx="711">
                        <c:v>20.8</c:v>
                      </c:pt>
                      <c:pt idx="712">
                        <c:v>20.8</c:v>
                      </c:pt>
                      <c:pt idx="713">
                        <c:v>20.8</c:v>
                      </c:pt>
                      <c:pt idx="714">
                        <c:v>20.8</c:v>
                      </c:pt>
                      <c:pt idx="715">
                        <c:v>20.8</c:v>
                      </c:pt>
                      <c:pt idx="716">
                        <c:v>20.8</c:v>
                      </c:pt>
                      <c:pt idx="717">
                        <c:v>20.8</c:v>
                      </c:pt>
                      <c:pt idx="718">
                        <c:v>20.8</c:v>
                      </c:pt>
                      <c:pt idx="719">
                        <c:v>20.8</c:v>
                      </c:pt>
                      <c:pt idx="720">
                        <c:v>20.8</c:v>
                      </c:pt>
                      <c:pt idx="721">
                        <c:v>20.8</c:v>
                      </c:pt>
                      <c:pt idx="722">
                        <c:v>20.8</c:v>
                      </c:pt>
                      <c:pt idx="723">
                        <c:v>20.8</c:v>
                      </c:pt>
                      <c:pt idx="724">
                        <c:v>20.8</c:v>
                      </c:pt>
                      <c:pt idx="725">
                        <c:v>20.8</c:v>
                      </c:pt>
                      <c:pt idx="726">
                        <c:v>20.8</c:v>
                      </c:pt>
                      <c:pt idx="727">
                        <c:v>20.8</c:v>
                      </c:pt>
                      <c:pt idx="728">
                        <c:v>20.8</c:v>
                      </c:pt>
                      <c:pt idx="729">
                        <c:v>20.8</c:v>
                      </c:pt>
                      <c:pt idx="730">
                        <c:v>20.8</c:v>
                      </c:pt>
                      <c:pt idx="731">
                        <c:v>20.8</c:v>
                      </c:pt>
                      <c:pt idx="732">
                        <c:v>20.8</c:v>
                      </c:pt>
                      <c:pt idx="733">
                        <c:v>20.8</c:v>
                      </c:pt>
                      <c:pt idx="734">
                        <c:v>20.8</c:v>
                      </c:pt>
                      <c:pt idx="735">
                        <c:v>20.8</c:v>
                      </c:pt>
                      <c:pt idx="736">
                        <c:v>20.8</c:v>
                      </c:pt>
                      <c:pt idx="737">
                        <c:v>20.8</c:v>
                      </c:pt>
                      <c:pt idx="738">
                        <c:v>20.8</c:v>
                      </c:pt>
                      <c:pt idx="739">
                        <c:v>20.8</c:v>
                      </c:pt>
                      <c:pt idx="740">
                        <c:v>20.8</c:v>
                      </c:pt>
                      <c:pt idx="741">
                        <c:v>20.8</c:v>
                      </c:pt>
                      <c:pt idx="742">
                        <c:v>20.8</c:v>
                      </c:pt>
                      <c:pt idx="743">
                        <c:v>20.8</c:v>
                      </c:pt>
                      <c:pt idx="744">
                        <c:v>20.8</c:v>
                      </c:pt>
                      <c:pt idx="745">
                        <c:v>20.8</c:v>
                      </c:pt>
                      <c:pt idx="746">
                        <c:v>20.8</c:v>
                      </c:pt>
                      <c:pt idx="747">
                        <c:v>20.8</c:v>
                      </c:pt>
                      <c:pt idx="748">
                        <c:v>20.8</c:v>
                      </c:pt>
                      <c:pt idx="749">
                        <c:v>20.8</c:v>
                      </c:pt>
                      <c:pt idx="750">
                        <c:v>20.8</c:v>
                      </c:pt>
                      <c:pt idx="751">
                        <c:v>20.8</c:v>
                      </c:pt>
                      <c:pt idx="752">
                        <c:v>20.8</c:v>
                      </c:pt>
                      <c:pt idx="753">
                        <c:v>20.8</c:v>
                      </c:pt>
                      <c:pt idx="754">
                        <c:v>20.8</c:v>
                      </c:pt>
                      <c:pt idx="755">
                        <c:v>20.8</c:v>
                      </c:pt>
                      <c:pt idx="756">
                        <c:v>20.8</c:v>
                      </c:pt>
                      <c:pt idx="757">
                        <c:v>20.8</c:v>
                      </c:pt>
                      <c:pt idx="758">
                        <c:v>20.8</c:v>
                      </c:pt>
                      <c:pt idx="759">
                        <c:v>20.8</c:v>
                      </c:pt>
                      <c:pt idx="760">
                        <c:v>20.8</c:v>
                      </c:pt>
                      <c:pt idx="761">
                        <c:v>20.8</c:v>
                      </c:pt>
                      <c:pt idx="762">
                        <c:v>20.8</c:v>
                      </c:pt>
                      <c:pt idx="763">
                        <c:v>20.8</c:v>
                      </c:pt>
                      <c:pt idx="764">
                        <c:v>20.8</c:v>
                      </c:pt>
                      <c:pt idx="765">
                        <c:v>20.8</c:v>
                      </c:pt>
                      <c:pt idx="766">
                        <c:v>20.8</c:v>
                      </c:pt>
                      <c:pt idx="767">
                        <c:v>20.8</c:v>
                      </c:pt>
                      <c:pt idx="768">
                        <c:v>20.8</c:v>
                      </c:pt>
                      <c:pt idx="769">
                        <c:v>20.8</c:v>
                      </c:pt>
                      <c:pt idx="770">
                        <c:v>20.8</c:v>
                      </c:pt>
                      <c:pt idx="771">
                        <c:v>20.8</c:v>
                      </c:pt>
                      <c:pt idx="772">
                        <c:v>20.8</c:v>
                      </c:pt>
                      <c:pt idx="773">
                        <c:v>20.8</c:v>
                      </c:pt>
                      <c:pt idx="774">
                        <c:v>20.8</c:v>
                      </c:pt>
                      <c:pt idx="775">
                        <c:v>20.8</c:v>
                      </c:pt>
                      <c:pt idx="776">
                        <c:v>20.8</c:v>
                      </c:pt>
                      <c:pt idx="777">
                        <c:v>20.8</c:v>
                      </c:pt>
                      <c:pt idx="778">
                        <c:v>20.8</c:v>
                      </c:pt>
                      <c:pt idx="779">
                        <c:v>20.8</c:v>
                      </c:pt>
                      <c:pt idx="780">
                        <c:v>20.8</c:v>
                      </c:pt>
                      <c:pt idx="781">
                        <c:v>20.8</c:v>
                      </c:pt>
                      <c:pt idx="782">
                        <c:v>20.8</c:v>
                      </c:pt>
                      <c:pt idx="783">
                        <c:v>20.8</c:v>
                      </c:pt>
                      <c:pt idx="784">
                        <c:v>20.8</c:v>
                      </c:pt>
                      <c:pt idx="785">
                        <c:v>20.8</c:v>
                      </c:pt>
                      <c:pt idx="786">
                        <c:v>20.8</c:v>
                      </c:pt>
                      <c:pt idx="787">
                        <c:v>20.8</c:v>
                      </c:pt>
                      <c:pt idx="788">
                        <c:v>20.8</c:v>
                      </c:pt>
                      <c:pt idx="789">
                        <c:v>20.8</c:v>
                      </c:pt>
                      <c:pt idx="790">
                        <c:v>20.8</c:v>
                      </c:pt>
                      <c:pt idx="791">
                        <c:v>20.8</c:v>
                      </c:pt>
                      <c:pt idx="792">
                        <c:v>20.8</c:v>
                      </c:pt>
                      <c:pt idx="793">
                        <c:v>20.8</c:v>
                      </c:pt>
                      <c:pt idx="794">
                        <c:v>20.8</c:v>
                      </c:pt>
                      <c:pt idx="795">
                        <c:v>20.8</c:v>
                      </c:pt>
                      <c:pt idx="796">
                        <c:v>20.8</c:v>
                      </c:pt>
                      <c:pt idx="797">
                        <c:v>20.8</c:v>
                      </c:pt>
                      <c:pt idx="798">
                        <c:v>20.8</c:v>
                      </c:pt>
                      <c:pt idx="799">
                        <c:v>20.8</c:v>
                      </c:pt>
                      <c:pt idx="800">
                        <c:v>20.8</c:v>
                      </c:pt>
                      <c:pt idx="801">
                        <c:v>20.8</c:v>
                      </c:pt>
                      <c:pt idx="802">
                        <c:v>20.8</c:v>
                      </c:pt>
                      <c:pt idx="803">
                        <c:v>20.8</c:v>
                      </c:pt>
                      <c:pt idx="804">
                        <c:v>20.8</c:v>
                      </c:pt>
                      <c:pt idx="805">
                        <c:v>20.8</c:v>
                      </c:pt>
                      <c:pt idx="806">
                        <c:v>20.8</c:v>
                      </c:pt>
                      <c:pt idx="807">
                        <c:v>20.8</c:v>
                      </c:pt>
                      <c:pt idx="808">
                        <c:v>20.8</c:v>
                      </c:pt>
                      <c:pt idx="809">
                        <c:v>20.8</c:v>
                      </c:pt>
                      <c:pt idx="810">
                        <c:v>20.8</c:v>
                      </c:pt>
                      <c:pt idx="811">
                        <c:v>20.8</c:v>
                      </c:pt>
                      <c:pt idx="812">
                        <c:v>20.8</c:v>
                      </c:pt>
                      <c:pt idx="813">
                        <c:v>20.8</c:v>
                      </c:pt>
                      <c:pt idx="814">
                        <c:v>20.8</c:v>
                      </c:pt>
                      <c:pt idx="815">
                        <c:v>20.8</c:v>
                      </c:pt>
                      <c:pt idx="816">
                        <c:v>20.8</c:v>
                      </c:pt>
                      <c:pt idx="817">
                        <c:v>20.8</c:v>
                      </c:pt>
                      <c:pt idx="818">
                        <c:v>20.8</c:v>
                      </c:pt>
                      <c:pt idx="819">
                        <c:v>20.8</c:v>
                      </c:pt>
                      <c:pt idx="820">
                        <c:v>20.8</c:v>
                      </c:pt>
                      <c:pt idx="821">
                        <c:v>20.8</c:v>
                      </c:pt>
                      <c:pt idx="822">
                        <c:v>20.8</c:v>
                      </c:pt>
                      <c:pt idx="823">
                        <c:v>20.8</c:v>
                      </c:pt>
                      <c:pt idx="824">
                        <c:v>20.8</c:v>
                      </c:pt>
                      <c:pt idx="825">
                        <c:v>20.8</c:v>
                      </c:pt>
                      <c:pt idx="826">
                        <c:v>20.8</c:v>
                      </c:pt>
                      <c:pt idx="827">
                        <c:v>20.8</c:v>
                      </c:pt>
                      <c:pt idx="828">
                        <c:v>20.8</c:v>
                      </c:pt>
                      <c:pt idx="829">
                        <c:v>20.8</c:v>
                      </c:pt>
                      <c:pt idx="830">
                        <c:v>20.8</c:v>
                      </c:pt>
                      <c:pt idx="831">
                        <c:v>20.8</c:v>
                      </c:pt>
                      <c:pt idx="832">
                        <c:v>20.8</c:v>
                      </c:pt>
                      <c:pt idx="833">
                        <c:v>20.8</c:v>
                      </c:pt>
                      <c:pt idx="834">
                        <c:v>20.8</c:v>
                      </c:pt>
                      <c:pt idx="835">
                        <c:v>20.8</c:v>
                      </c:pt>
                      <c:pt idx="836">
                        <c:v>20.8</c:v>
                      </c:pt>
                      <c:pt idx="837">
                        <c:v>20.8</c:v>
                      </c:pt>
                      <c:pt idx="838">
                        <c:v>20.8</c:v>
                      </c:pt>
                      <c:pt idx="839">
                        <c:v>20.8</c:v>
                      </c:pt>
                      <c:pt idx="840">
                        <c:v>20.8</c:v>
                      </c:pt>
                      <c:pt idx="841">
                        <c:v>20.8</c:v>
                      </c:pt>
                      <c:pt idx="842">
                        <c:v>20.8</c:v>
                      </c:pt>
                      <c:pt idx="843">
                        <c:v>20.8</c:v>
                      </c:pt>
                      <c:pt idx="844">
                        <c:v>20.8</c:v>
                      </c:pt>
                      <c:pt idx="845">
                        <c:v>20.8</c:v>
                      </c:pt>
                      <c:pt idx="846">
                        <c:v>20.8</c:v>
                      </c:pt>
                      <c:pt idx="847">
                        <c:v>20.8</c:v>
                      </c:pt>
                      <c:pt idx="848">
                        <c:v>20.8</c:v>
                      </c:pt>
                      <c:pt idx="849">
                        <c:v>20.8</c:v>
                      </c:pt>
                      <c:pt idx="850">
                        <c:v>20.8</c:v>
                      </c:pt>
                      <c:pt idx="851">
                        <c:v>20.8</c:v>
                      </c:pt>
                      <c:pt idx="852">
                        <c:v>20.8</c:v>
                      </c:pt>
                      <c:pt idx="853">
                        <c:v>20.8</c:v>
                      </c:pt>
                      <c:pt idx="854">
                        <c:v>20.8</c:v>
                      </c:pt>
                      <c:pt idx="855">
                        <c:v>20.8</c:v>
                      </c:pt>
                      <c:pt idx="856">
                        <c:v>20.8</c:v>
                      </c:pt>
                      <c:pt idx="857">
                        <c:v>20.8</c:v>
                      </c:pt>
                      <c:pt idx="858">
                        <c:v>20.8</c:v>
                      </c:pt>
                      <c:pt idx="859">
                        <c:v>20.8</c:v>
                      </c:pt>
                      <c:pt idx="860">
                        <c:v>20.8</c:v>
                      </c:pt>
                      <c:pt idx="861">
                        <c:v>20.8</c:v>
                      </c:pt>
                      <c:pt idx="862">
                        <c:v>20.8</c:v>
                      </c:pt>
                      <c:pt idx="863">
                        <c:v>20.8</c:v>
                      </c:pt>
                      <c:pt idx="864">
                        <c:v>20.8</c:v>
                      </c:pt>
                      <c:pt idx="865">
                        <c:v>20.8</c:v>
                      </c:pt>
                      <c:pt idx="866">
                        <c:v>20.8</c:v>
                      </c:pt>
                      <c:pt idx="867">
                        <c:v>20.8</c:v>
                      </c:pt>
                      <c:pt idx="868">
                        <c:v>20.8</c:v>
                      </c:pt>
                      <c:pt idx="869">
                        <c:v>20.8</c:v>
                      </c:pt>
                      <c:pt idx="870">
                        <c:v>20.8</c:v>
                      </c:pt>
                      <c:pt idx="871">
                        <c:v>20.8</c:v>
                      </c:pt>
                      <c:pt idx="872">
                        <c:v>20.8</c:v>
                      </c:pt>
                      <c:pt idx="873">
                        <c:v>20.8</c:v>
                      </c:pt>
                      <c:pt idx="874">
                        <c:v>20.8</c:v>
                      </c:pt>
                      <c:pt idx="875">
                        <c:v>20.8</c:v>
                      </c:pt>
                      <c:pt idx="876">
                        <c:v>20.8</c:v>
                      </c:pt>
                      <c:pt idx="877">
                        <c:v>20.8</c:v>
                      </c:pt>
                      <c:pt idx="878">
                        <c:v>20.8</c:v>
                      </c:pt>
                      <c:pt idx="879">
                        <c:v>20.8</c:v>
                      </c:pt>
                      <c:pt idx="880">
                        <c:v>20.8</c:v>
                      </c:pt>
                      <c:pt idx="881">
                        <c:v>20.8</c:v>
                      </c:pt>
                      <c:pt idx="882">
                        <c:v>20.8</c:v>
                      </c:pt>
                      <c:pt idx="883">
                        <c:v>20.8</c:v>
                      </c:pt>
                      <c:pt idx="884">
                        <c:v>20.8</c:v>
                      </c:pt>
                      <c:pt idx="885">
                        <c:v>20.8</c:v>
                      </c:pt>
                      <c:pt idx="886">
                        <c:v>20.8</c:v>
                      </c:pt>
                      <c:pt idx="887">
                        <c:v>20.8</c:v>
                      </c:pt>
                      <c:pt idx="888">
                        <c:v>20.8</c:v>
                      </c:pt>
                      <c:pt idx="889">
                        <c:v>20.8</c:v>
                      </c:pt>
                      <c:pt idx="890">
                        <c:v>20.8</c:v>
                      </c:pt>
                      <c:pt idx="891">
                        <c:v>20.8</c:v>
                      </c:pt>
                      <c:pt idx="892">
                        <c:v>20.8</c:v>
                      </c:pt>
                      <c:pt idx="893">
                        <c:v>20.8</c:v>
                      </c:pt>
                      <c:pt idx="894">
                        <c:v>20.8</c:v>
                      </c:pt>
                      <c:pt idx="895">
                        <c:v>20.8</c:v>
                      </c:pt>
                      <c:pt idx="896">
                        <c:v>20.8</c:v>
                      </c:pt>
                      <c:pt idx="897">
                        <c:v>20.8</c:v>
                      </c:pt>
                      <c:pt idx="898">
                        <c:v>20.8</c:v>
                      </c:pt>
                      <c:pt idx="899">
                        <c:v>20.8</c:v>
                      </c:pt>
                      <c:pt idx="900">
                        <c:v>20.8</c:v>
                      </c:pt>
                      <c:pt idx="901">
                        <c:v>20.8</c:v>
                      </c:pt>
                      <c:pt idx="902">
                        <c:v>20.8</c:v>
                      </c:pt>
                      <c:pt idx="903">
                        <c:v>20.8</c:v>
                      </c:pt>
                      <c:pt idx="904">
                        <c:v>20.8</c:v>
                      </c:pt>
                      <c:pt idx="905">
                        <c:v>20.8</c:v>
                      </c:pt>
                      <c:pt idx="906">
                        <c:v>20.8</c:v>
                      </c:pt>
                      <c:pt idx="907">
                        <c:v>20.8</c:v>
                      </c:pt>
                      <c:pt idx="908">
                        <c:v>20.8</c:v>
                      </c:pt>
                      <c:pt idx="909">
                        <c:v>20.8</c:v>
                      </c:pt>
                      <c:pt idx="910">
                        <c:v>20.8</c:v>
                      </c:pt>
                      <c:pt idx="911">
                        <c:v>20.8</c:v>
                      </c:pt>
                      <c:pt idx="912">
                        <c:v>20.8</c:v>
                      </c:pt>
                      <c:pt idx="913">
                        <c:v>20.8</c:v>
                      </c:pt>
                      <c:pt idx="914">
                        <c:v>20.8</c:v>
                      </c:pt>
                      <c:pt idx="915">
                        <c:v>20.8</c:v>
                      </c:pt>
                      <c:pt idx="916">
                        <c:v>20.8</c:v>
                      </c:pt>
                      <c:pt idx="917">
                        <c:v>20.8</c:v>
                      </c:pt>
                      <c:pt idx="918">
                        <c:v>20.8</c:v>
                      </c:pt>
                      <c:pt idx="919">
                        <c:v>20.8</c:v>
                      </c:pt>
                      <c:pt idx="920">
                        <c:v>20.8</c:v>
                      </c:pt>
                      <c:pt idx="921">
                        <c:v>20.8</c:v>
                      </c:pt>
                      <c:pt idx="922">
                        <c:v>20.8</c:v>
                      </c:pt>
                      <c:pt idx="923">
                        <c:v>20.8</c:v>
                      </c:pt>
                      <c:pt idx="924">
                        <c:v>20.8</c:v>
                      </c:pt>
                      <c:pt idx="925">
                        <c:v>20.8</c:v>
                      </c:pt>
                      <c:pt idx="926">
                        <c:v>20.8</c:v>
                      </c:pt>
                      <c:pt idx="927">
                        <c:v>20.8</c:v>
                      </c:pt>
                      <c:pt idx="928">
                        <c:v>20.8</c:v>
                      </c:pt>
                      <c:pt idx="929">
                        <c:v>20.8</c:v>
                      </c:pt>
                      <c:pt idx="930">
                        <c:v>20.8</c:v>
                      </c:pt>
                      <c:pt idx="931">
                        <c:v>20.8</c:v>
                      </c:pt>
                      <c:pt idx="932">
                        <c:v>20.8</c:v>
                      </c:pt>
                      <c:pt idx="933">
                        <c:v>20.8</c:v>
                      </c:pt>
                      <c:pt idx="934">
                        <c:v>20.8</c:v>
                      </c:pt>
                      <c:pt idx="935">
                        <c:v>20.8</c:v>
                      </c:pt>
                      <c:pt idx="936">
                        <c:v>20.8</c:v>
                      </c:pt>
                      <c:pt idx="937">
                        <c:v>20.8</c:v>
                      </c:pt>
                      <c:pt idx="938">
                        <c:v>20.8</c:v>
                      </c:pt>
                      <c:pt idx="939">
                        <c:v>20.8</c:v>
                      </c:pt>
                      <c:pt idx="940">
                        <c:v>20.8</c:v>
                      </c:pt>
                      <c:pt idx="941">
                        <c:v>20.8</c:v>
                      </c:pt>
                      <c:pt idx="942">
                        <c:v>20.8</c:v>
                      </c:pt>
                      <c:pt idx="943">
                        <c:v>20.8</c:v>
                      </c:pt>
                      <c:pt idx="944">
                        <c:v>20.8</c:v>
                      </c:pt>
                      <c:pt idx="945">
                        <c:v>20.8</c:v>
                      </c:pt>
                      <c:pt idx="946">
                        <c:v>20.8</c:v>
                      </c:pt>
                      <c:pt idx="947">
                        <c:v>20.8</c:v>
                      </c:pt>
                      <c:pt idx="948">
                        <c:v>20.8</c:v>
                      </c:pt>
                      <c:pt idx="949">
                        <c:v>20.8</c:v>
                      </c:pt>
                      <c:pt idx="950">
                        <c:v>20.8</c:v>
                      </c:pt>
                      <c:pt idx="951">
                        <c:v>20.8</c:v>
                      </c:pt>
                      <c:pt idx="952">
                        <c:v>20.8</c:v>
                      </c:pt>
                      <c:pt idx="953">
                        <c:v>20.8</c:v>
                      </c:pt>
                      <c:pt idx="954">
                        <c:v>20.8</c:v>
                      </c:pt>
                      <c:pt idx="955">
                        <c:v>20.8</c:v>
                      </c:pt>
                      <c:pt idx="956">
                        <c:v>20.8</c:v>
                      </c:pt>
                      <c:pt idx="957">
                        <c:v>20.8</c:v>
                      </c:pt>
                      <c:pt idx="958">
                        <c:v>20.8</c:v>
                      </c:pt>
                      <c:pt idx="959">
                        <c:v>20.8</c:v>
                      </c:pt>
                      <c:pt idx="960">
                        <c:v>20.8</c:v>
                      </c:pt>
                      <c:pt idx="961">
                        <c:v>20.8</c:v>
                      </c:pt>
                      <c:pt idx="962">
                        <c:v>20.8</c:v>
                      </c:pt>
                      <c:pt idx="963">
                        <c:v>20.8</c:v>
                      </c:pt>
                      <c:pt idx="964">
                        <c:v>20.8</c:v>
                      </c:pt>
                      <c:pt idx="965">
                        <c:v>20.8</c:v>
                      </c:pt>
                      <c:pt idx="966">
                        <c:v>20.8</c:v>
                      </c:pt>
                      <c:pt idx="967">
                        <c:v>20.8</c:v>
                      </c:pt>
                      <c:pt idx="968">
                        <c:v>20.8</c:v>
                      </c:pt>
                      <c:pt idx="969">
                        <c:v>20.8</c:v>
                      </c:pt>
                      <c:pt idx="970">
                        <c:v>20.8</c:v>
                      </c:pt>
                      <c:pt idx="971">
                        <c:v>20.8</c:v>
                      </c:pt>
                      <c:pt idx="972">
                        <c:v>20.8</c:v>
                      </c:pt>
                      <c:pt idx="973">
                        <c:v>20.8</c:v>
                      </c:pt>
                      <c:pt idx="974">
                        <c:v>20.8</c:v>
                      </c:pt>
                      <c:pt idx="975">
                        <c:v>20.8</c:v>
                      </c:pt>
                      <c:pt idx="976">
                        <c:v>20.8</c:v>
                      </c:pt>
                      <c:pt idx="977">
                        <c:v>20.8</c:v>
                      </c:pt>
                      <c:pt idx="978">
                        <c:v>20.8</c:v>
                      </c:pt>
                      <c:pt idx="979">
                        <c:v>20.8</c:v>
                      </c:pt>
                      <c:pt idx="980">
                        <c:v>20.8</c:v>
                      </c:pt>
                      <c:pt idx="981">
                        <c:v>20.8</c:v>
                      </c:pt>
                      <c:pt idx="982">
                        <c:v>20.8</c:v>
                      </c:pt>
                      <c:pt idx="983">
                        <c:v>20.8</c:v>
                      </c:pt>
                      <c:pt idx="984">
                        <c:v>20.8</c:v>
                      </c:pt>
                      <c:pt idx="985">
                        <c:v>20.8</c:v>
                      </c:pt>
                      <c:pt idx="986">
                        <c:v>20.8</c:v>
                      </c:pt>
                      <c:pt idx="987">
                        <c:v>20.8</c:v>
                      </c:pt>
                      <c:pt idx="988">
                        <c:v>20.8</c:v>
                      </c:pt>
                      <c:pt idx="989">
                        <c:v>20.8</c:v>
                      </c:pt>
                      <c:pt idx="990">
                        <c:v>20.8</c:v>
                      </c:pt>
                      <c:pt idx="991">
                        <c:v>20.8</c:v>
                      </c:pt>
                      <c:pt idx="992">
                        <c:v>20.8</c:v>
                      </c:pt>
                      <c:pt idx="993">
                        <c:v>20.8</c:v>
                      </c:pt>
                      <c:pt idx="994">
                        <c:v>20.8</c:v>
                      </c:pt>
                      <c:pt idx="995">
                        <c:v>20.8</c:v>
                      </c:pt>
                      <c:pt idx="996">
                        <c:v>20.8</c:v>
                      </c:pt>
                      <c:pt idx="997">
                        <c:v>20.8</c:v>
                      </c:pt>
                      <c:pt idx="998">
                        <c:v>20.8</c:v>
                      </c:pt>
                      <c:pt idx="999">
                        <c:v>20.8</c:v>
                      </c:pt>
                      <c:pt idx="1000">
                        <c:v>20.8</c:v>
                      </c:pt>
                      <c:pt idx="1001">
                        <c:v>20.8</c:v>
                      </c:pt>
                      <c:pt idx="1002">
                        <c:v>20.8</c:v>
                      </c:pt>
                      <c:pt idx="1003">
                        <c:v>20.8</c:v>
                      </c:pt>
                      <c:pt idx="1004">
                        <c:v>20.8</c:v>
                      </c:pt>
                      <c:pt idx="1005">
                        <c:v>20.8</c:v>
                      </c:pt>
                      <c:pt idx="1006">
                        <c:v>20.8</c:v>
                      </c:pt>
                      <c:pt idx="1007">
                        <c:v>20.8</c:v>
                      </c:pt>
                      <c:pt idx="1008">
                        <c:v>20.8</c:v>
                      </c:pt>
                      <c:pt idx="1009">
                        <c:v>20.8</c:v>
                      </c:pt>
                      <c:pt idx="1010">
                        <c:v>20.8</c:v>
                      </c:pt>
                      <c:pt idx="1011">
                        <c:v>20.8</c:v>
                      </c:pt>
                      <c:pt idx="1012">
                        <c:v>20.8</c:v>
                      </c:pt>
                      <c:pt idx="1013">
                        <c:v>20.8</c:v>
                      </c:pt>
                      <c:pt idx="1014">
                        <c:v>20.8</c:v>
                      </c:pt>
                      <c:pt idx="1015">
                        <c:v>20.8</c:v>
                      </c:pt>
                      <c:pt idx="1016">
                        <c:v>20.8</c:v>
                      </c:pt>
                      <c:pt idx="1017">
                        <c:v>20.8</c:v>
                      </c:pt>
                      <c:pt idx="1018">
                        <c:v>20.8</c:v>
                      </c:pt>
                      <c:pt idx="1019">
                        <c:v>20.8</c:v>
                      </c:pt>
                      <c:pt idx="1020">
                        <c:v>20.8</c:v>
                      </c:pt>
                      <c:pt idx="1021">
                        <c:v>20.8</c:v>
                      </c:pt>
                      <c:pt idx="1022">
                        <c:v>20.8</c:v>
                      </c:pt>
                      <c:pt idx="1023">
                        <c:v>20.8</c:v>
                      </c:pt>
                      <c:pt idx="1024">
                        <c:v>20.8</c:v>
                      </c:pt>
                      <c:pt idx="1025">
                        <c:v>20.8</c:v>
                      </c:pt>
                      <c:pt idx="1026">
                        <c:v>20.8</c:v>
                      </c:pt>
                      <c:pt idx="1027">
                        <c:v>20.8</c:v>
                      </c:pt>
                      <c:pt idx="1028">
                        <c:v>20.8</c:v>
                      </c:pt>
                      <c:pt idx="1029">
                        <c:v>20.8</c:v>
                      </c:pt>
                      <c:pt idx="1030">
                        <c:v>20.8</c:v>
                      </c:pt>
                      <c:pt idx="1031">
                        <c:v>20.8</c:v>
                      </c:pt>
                      <c:pt idx="1032">
                        <c:v>20.8</c:v>
                      </c:pt>
                      <c:pt idx="1033">
                        <c:v>20.8</c:v>
                      </c:pt>
                      <c:pt idx="1034">
                        <c:v>20.8</c:v>
                      </c:pt>
                      <c:pt idx="1035">
                        <c:v>20.8</c:v>
                      </c:pt>
                      <c:pt idx="1036">
                        <c:v>20.8</c:v>
                      </c:pt>
                      <c:pt idx="1037">
                        <c:v>20.8</c:v>
                      </c:pt>
                      <c:pt idx="1038">
                        <c:v>20.8</c:v>
                      </c:pt>
                      <c:pt idx="1039">
                        <c:v>20.8</c:v>
                      </c:pt>
                      <c:pt idx="1040">
                        <c:v>20.8</c:v>
                      </c:pt>
                      <c:pt idx="1041">
                        <c:v>20.8</c:v>
                      </c:pt>
                      <c:pt idx="1042">
                        <c:v>20.8</c:v>
                      </c:pt>
                      <c:pt idx="1043">
                        <c:v>20.8</c:v>
                      </c:pt>
                      <c:pt idx="1044">
                        <c:v>20.8</c:v>
                      </c:pt>
                      <c:pt idx="1045">
                        <c:v>20.8</c:v>
                      </c:pt>
                      <c:pt idx="1046">
                        <c:v>20.8</c:v>
                      </c:pt>
                      <c:pt idx="1047">
                        <c:v>20.8</c:v>
                      </c:pt>
                      <c:pt idx="1048">
                        <c:v>20.8</c:v>
                      </c:pt>
                      <c:pt idx="1049">
                        <c:v>20.8</c:v>
                      </c:pt>
                      <c:pt idx="1050">
                        <c:v>20.8</c:v>
                      </c:pt>
                      <c:pt idx="1051">
                        <c:v>20.8</c:v>
                      </c:pt>
                      <c:pt idx="1052">
                        <c:v>20.8</c:v>
                      </c:pt>
                      <c:pt idx="1053">
                        <c:v>20.8</c:v>
                      </c:pt>
                      <c:pt idx="1054">
                        <c:v>20.8</c:v>
                      </c:pt>
                      <c:pt idx="1055">
                        <c:v>20.8</c:v>
                      </c:pt>
                      <c:pt idx="1056">
                        <c:v>20.8</c:v>
                      </c:pt>
                      <c:pt idx="1057">
                        <c:v>20.8</c:v>
                      </c:pt>
                      <c:pt idx="1058">
                        <c:v>20.8</c:v>
                      </c:pt>
                      <c:pt idx="1059">
                        <c:v>20.8</c:v>
                      </c:pt>
                      <c:pt idx="1060">
                        <c:v>20.8</c:v>
                      </c:pt>
                      <c:pt idx="1061">
                        <c:v>20.8</c:v>
                      </c:pt>
                      <c:pt idx="1062">
                        <c:v>20.8</c:v>
                      </c:pt>
                      <c:pt idx="1063">
                        <c:v>20.8</c:v>
                      </c:pt>
                      <c:pt idx="1064">
                        <c:v>20.8</c:v>
                      </c:pt>
                      <c:pt idx="1065">
                        <c:v>20.8</c:v>
                      </c:pt>
                      <c:pt idx="1066">
                        <c:v>20.8</c:v>
                      </c:pt>
                      <c:pt idx="1067">
                        <c:v>20.8</c:v>
                      </c:pt>
                      <c:pt idx="1068">
                        <c:v>20.8</c:v>
                      </c:pt>
                      <c:pt idx="1069">
                        <c:v>20.8</c:v>
                      </c:pt>
                      <c:pt idx="1070">
                        <c:v>20.8</c:v>
                      </c:pt>
                      <c:pt idx="1071">
                        <c:v>20.8</c:v>
                      </c:pt>
                      <c:pt idx="1072">
                        <c:v>20.8</c:v>
                      </c:pt>
                      <c:pt idx="1073">
                        <c:v>20.8</c:v>
                      </c:pt>
                      <c:pt idx="1074">
                        <c:v>20.8</c:v>
                      </c:pt>
                      <c:pt idx="1075">
                        <c:v>20.8</c:v>
                      </c:pt>
                      <c:pt idx="1076">
                        <c:v>20.8</c:v>
                      </c:pt>
                      <c:pt idx="1077">
                        <c:v>20.8</c:v>
                      </c:pt>
                      <c:pt idx="1078">
                        <c:v>20.8</c:v>
                      </c:pt>
                      <c:pt idx="1079">
                        <c:v>20.8</c:v>
                      </c:pt>
                      <c:pt idx="1080">
                        <c:v>20.8</c:v>
                      </c:pt>
                      <c:pt idx="1081">
                        <c:v>20.8</c:v>
                      </c:pt>
                      <c:pt idx="1082">
                        <c:v>20.8</c:v>
                      </c:pt>
                      <c:pt idx="1083">
                        <c:v>20.8</c:v>
                      </c:pt>
                      <c:pt idx="1084">
                        <c:v>20.8</c:v>
                      </c:pt>
                      <c:pt idx="1085">
                        <c:v>20.8</c:v>
                      </c:pt>
                      <c:pt idx="1086">
                        <c:v>20.8</c:v>
                      </c:pt>
                      <c:pt idx="1087">
                        <c:v>20.8</c:v>
                      </c:pt>
                      <c:pt idx="1088">
                        <c:v>20.8</c:v>
                      </c:pt>
                      <c:pt idx="1089">
                        <c:v>20.8</c:v>
                      </c:pt>
                      <c:pt idx="1090">
                        <c:v>20.8</c:v>
                      </c:pt>
                      <c:pt idx="1091">
                        <c:v>20.8</c:v>
                      </c:pt>
                      <c:pt idx="1092">
                        <c:v>20.8</c:v>
                      </c:pt>
                      <c:pt idx="1093">
                        <c:v>20.8</c:v>
                      </c:pt>
                      <c:pt idx="1094">
                        <c:v>20.8</c:v>
                      </c:pt>
                      <c:pt idx="1095">
                        <c:v>20.8</c:v>
                      </c:pt>
                      <c:pt idx="1096">
                        <c:v>20.8</c:v>
                      </c:pt>
                      <c:pt idx="1097">
                        <c:v>20.8</c:v>
                      </c:pt>
                      <c:pt idx="1098">
                        <c:v>20.8</c:v>
                      </c:pt>
                      <c:pt idx="1099">
                        <c:v>20.8</c:v>
                      </c:pt>
                      <c:pt idx="1100">
                        <c:v>20.8</c:v>
                      </c:pt>
                      <c:pt idx="1101">
                        <c:v>20.8</c:v>
                      </c:pt>
                      <c:pt idx="1102">
                        <c:v>20.8</c:v>
                      </c:pt>
                      <c:pt idx="1103">
                        <c:v>20.8</c:v>
                      </c:pt>
                      <c:pt idx="1104">
                        <c:v>20.8</c:v>
                      </c:pt>
                      <c:pt idx="1105">
                        <c:v>20.8</c:v>
                      </c:pt>
                      <c:pt idx="1106">
                        <c:v>20.8</c:v>
                      </c:pt>
                      <c:pt idx="1107">
                        <c:v>20.8</c:v>
                      </c:pt>
                      <c:pt idx="1108">
                        <c:v>20.8</c:v>
                      </c:pt>
                      <c:pt idx="1109">
                        <c:v>20.8</c:v>
                      </c:pt>
                      <c:pt idx="1110">
                        <c:v>20.8</c:v>
                      </c:pt>
                      <c:pt idx="1111">
                        <c:v>20.8</c:v>
                      </c:pt>
                      <c:pt idx="1112">
                        <c:v>20.8</c:v>
                      </c:pt>
                      <c:pt idx="1113">
                        <c:v>20.8</c:v>
                      </c:pt>
                      <c:pt idx="1114">
                        <c:v>20.8</c:v>
                      </c:pt>
                      <c:pt idx="1115">
                        <c:v>20.8</c:v>
                      </c:pt>
                      <c:pt idx="1116">
                        <c:v>20.8</c:v>
                      </c:pt>
                      <c:pt idx="1117">
                        <c:v>20.8</c:v>
                      </c:pt>
                      <c:pt idx="1118">
                        <c:v>20.8</c:v>
                      </c:pt>
                      <c:pt idx="1119">
                        <c:v>20.8</c:v>
                      </c:pt>
                      <c:pt idx="1120">
                        <c:v>20.8</c:v>
                      </c:pt>
                      <c:pt idx="1121">
                        <c:v>20.8</c:v>
                      </c:pt>
                      <c:pt idx="1122">
                        <c:v>20.8</c:v>
                      </c:pt>
                      <c:pt idx="1123">
                        <c:v>20.8</c:v>
                      </c:pt>
                      <c:pt idx="1124">
                        <c:v>20.8</c:v>
                      </c:pt>
                      <c:pt idx="1125">
                        <c:v>20.8</c:v>
                      </c:pt>
                      <c:pt idx="1126">
                        <c:v>20.8</c:v>
                      </c:pt>
                      <c:pt idx="1127">
                        <c:v>20.8</c:v>
                      </c:pt>
                      <c:pt idx="1128">
                        <c:v>20.8</c:v>
                      </c:pt>
                      <c:pt idx="1129">
                        <c:v>20.8</c:v>
                      </c:pt>
                      <c:pt idx="1130">
                        <c:v>20.8</c:v>
                      </c:pt>
                      <c:pt idx="1131">
                        <c:v>20.8</c:v>
                      </c:pt>
                      <c:pt idx="1132">
                        <c:v>20.8</c:v>
                      </c:pt>
                      <c:pt idx="1133">
                        <c:v>20.8</c:v>
                      </c:pt>
                      <c:pt idx="1134">
                        <c:v>20.8</c:v>
                      </c:pt>
                      <c:pt idx="1135">
                        <c:v>20.8</c:v>
                      </c:pt>
                      <c:pt idx="1136">
                        <c:v>20.8</c:v>
                      </c:pt>
                      <c:pt idx="1137">
                        <c:v>20.8</c:v>
                      </c:pt>
                      <c:pt idx="1138">
                        <c:v>20.8</c:v>
                      </c:pt>
                      <c:pt idx="1139">
                        <c:v>20.8</c:v>
                      </c:pt>
                      <c:pt idx="1140">
                        <c:v>20.8</c:v>
                      </c:pt>
                      <c:pt idx="1141">
                        <c:v>20.8</c:v>
                      </c:pt>
                      <c:pt idx="1142">
                        <c:v>20.8</c:v>
                      </c:pt>
                      <c:pt idx="1143">
                        <c:v>20.8</c:v>
                      </c:pt>
                      <c:pt idx="1144">
                        <c:v>20.8</c:v>
                      </c:pt>
                      <c:pt idx="1145">
                        <c:v>20.8</c:v>
                      </c:pt>
                      <c:pt idx="1146">
                        <c:v>20.8</c:v>
                      </c:pt>
                      <c:pt idx="1147">
                        <c:v>20.8</c:v>
                      </c:pt>
                      <c:pt idx="1148">
                        <c:v>20.8</c:v>
                      </c:pt>
                      <c:pt idx="1149">
                        <c:v>20.8</c:v>
                      </c:pt>
                      <c:pt idx="1150">
                        <c:v>20.8</c:v>
                      </c:pt>
                      <c:pt idx="1151">
                        <c:v>20.8</c:v>
                      </c:pt>
                      <c:pt idx="1152">
                        <c:v>20.8</c:v>
                      </c:pt>
                      <c:pt idx="1153">
                        <c:v>20.8</c:v>
                      </c:pt>
                      <c:pt idx="1154">
                        <c:v>20.8</c:v>
                      </c:pt>
                      <c:pt idx="1155">
                        <c:v>20.8</c:v>
                      </c:pt>
                      <c:pt idx="1156">
                        <c:v>20.8</c:v>
                      </c:pt>
                      <c:pt idx="1157">
                        <c:v>20.8</c:v>
                      </c:pt>
                      <c:pt idx="1158">
                        <c:v>20.8</c:v>
                      </c:pt>
                      <c:pt idx="1159">
                        <c:v>20.8</c:v>
                      </c:pt>
                      <c:pt idx="1160">
                        <c:v>20.8</c:v>
                      </c:pt>
                      <c:pt idx="1161">
                        <c:v>20.8</c:v>
                      </c:pt>
                      <c:pt idx="1162">
                        <c:v>20.8</c:v>
                      </c:pt>
                      <c:pt idx="1163">
                        <c:v>20.8</c:v>
                      </c:pt>
                      <c:pt idx="1164">
                        <c:v>20.8</c:v>
                      </c:pt>
                      <c:pt idx="1165">
                        <c:v>20.8</c:v>
                      </c:pt>
                      <c:pt idx="1166">
                        <c:v>20.8</c:v>
                      </c:pt>
                      <c:pt idx="1167">
                        <c:v>20.8</c:v>
                      </c:pt>
                      <c:pt idx="1168">
                        <c:v>20.8</c:v>
                      </c:pt>
                      <c:pt idx="1169">
                        <c:v>20.8</c:v>
                      </c:pt>
                      <c:pt idx="1170">
                        <c:v>20.8</c:v>
                      </c:pt>
                      <c:pt idx="1171">
                        <c:v>20.8</c:v>
                      </c:pt>
                      <c:pt idx="1172">
                        <c:v>20.8</c:v>
                      </c:pt>
                      <c:pt idx="1173">
                        <c:v>20.8</c:v>
                      </c:pt>
                      <c:pt idx="1174">
                        <c:v>20.8</c:v>
                      </c:pt>
                      <c:pt idx="1175">
                        <c:v>20.8</c:v>
                      </c:pt>
                      <c:pt idx="1176">
                        <c:v>20.8</c:v>
                      </c:pt>
                      <c:pt idx="1177">
                        <c:v>20.8</c:v>
                      </c:pt>
                      <c:pt idx="1178">
                        <c:v>20.8</c:v>
                      </c:pt>
                      <c:pt idx="1179">
                        <c:v>20.8</c:v>
                      </c:pt>
                      <c:pt idx="1180">
                        <c:v>20.8</c:v>
                      </c:pt>
                      <c:pt idx="1181">
                        <c:v>20.8</c:v>
                      </c:pt>
                      <c:pt idx="1182">
                        <c:v>20.8</c:v>
                      </c:pt>
                      <c:pt idx="1183">
                        <c:v>20.8</c:v>
                      </c:pt>
                      <c:pt idx="1184">
                        <c:v>20.8</c:v>
                      </c:pt>
                      <c:pt idx="1185">
                        <c:v>20.8</c:v>
                      </c:pt>
                      <c:pt idx="1186">
                        <c:v>20.8</c:v>
                      </c:pt>
                      <c:pt idx="1187">
                        <c:v>20.8</c:v>
                      </c:pt>
                      <c:pt idx="1188">
                        <c:v>20.8</c:v>
                      </c:pt>
                      <c:pt idx="1189">
                        <c:v>20.8</c:v>
                      </c:pt>
                      <c:pt idx="1190">
                        <c:v>20.8</c:v>
                      </c:pt>
                      <c:pt idx="1191">
                        <c:v>20.8</c:v>
                      </c:pt>
                      <c:pt idx="1192">
                        <c:v>20.8</c:v>
                      </c:pt>
                      <c:pt idx="1193">
                        <c:v>20.8</c:v>
                      </c:pt>
                      <c:pt idx="1194">
                        <c:v>20.8</c:v>
                      </c:pt>
                      <c:pt idx="1195">
                        <c:v>20.8</c:v>
                      </c:pt>
                      <c:pt idx="1196">
                        <c:v>20.8</c:v>
                      </c:pt>
                      <c:pt idx="1197">
                        <c:v>20.8</c:v>
                      </c:pt>
                      <c:pt idx="1198">
                        <c:v>20.8</c:v>
                      </c:pt>
                      <c:pt idx="1199">
                        <c:v>20.8</c:v>
                      </c:pt>
                      <c:pt idx="1200">
                        <c:v>20.8</c:v>
                      </c:pt>
                      <c:pt idx="1201">
                        <c:v>20.8</c:v>
                      </c:pt>
                      <c:pt idx="1202">
                        <c:v>20.8</c:v>
                      </c:pt>
                      <c:pt idx="1203">
                        <c:v>20.8</c:v>
                      </c:pt>
                      <c:pt idx="1204">
                        <c:v>20.8</c:v>
                      </c:pt>
                      <c:pt idx="1205">
                        <c:v>20.8</c:v>
                      </c:pt>
                      <c:pt idx="1206">
                        <c:v>20.8</c:v>
                      </c:pt>
                      <c:pt idx="1207">
                        <c:v>20.8</c:v>
                      </c:pt>
                      <c:pt idx="1208">
                        <c:v>20.8</c:v>
                      </c:pt>
                      <c:pt idx="1209">
                        <c:v>20.8</c:v>
                      </c:pt>
                      <c:pt idx="1210">
                        <c:v>20.8</c:v>
                      </c:pt>
                      <c:pt idx="1211">
                        <c:v>20.8</c:v>
                      </c:pt>
                      <c:pt idx="1212">
                        <c:v>20.8</c:v>
                      </c:pt>
                      <c:pt idx="1213">
                        <c:v>20.8</c:v>
                      </c:pt>
                      <c:pt idx="1214">
                        <c:v>20.8</c:v>
                      </c:pt>
                      <c:pt idx="1215">
                        <c:v>20.8</c:v>
                      </c:pt>
                      <c:pt idx="1216">
                        <c:v>20.8</c:v>
                      </c:pt>
                      <c:pt idx="1217">
                        <c:v>20.8</c:v>
                      </c:pt>
                      <c:pt idx="1218">
                        <c:v>20.8</c:v>
                      </c:pt>
                      <c:pt idx="1219">
                        <c:v>20.8</c:v>
                      </c:pt>
                      <c:pt idx="1220">
                        <c:v>20.8</c:v>
                      </c:pt>
                      <c:pt idx="1221">
                        <c:v>20.8</c:v>
                      </c:pt>
                      <c:pt idx="1222">
                        <c:v>20.8</c:v>
                      </c:pt>
                      <c:pt idx="1223">
                        <c:v>20.8</c:v>
                      </c:pt>
                      <c:pt idx="1224">
                        <c:v>20.8</c:v>
                      </c:pt>
                      <c:pt idx="1225">
                        <c:v>20.8</c:v>
                      </c:pt>
                      <c:pt idx="1226">
                        <c:v>20.8</c:v>
                      </c:pt>
                      <c:pt idx="1227">
                        <c:v>20.8</c:v>
                      </c:pt>
                      <c:pt idx="1228">
                        <c:v>20.8</c:v>
                      </c:pt>
                      <c:pt idx="1229">
                        <c:v>20.8</c:v>
                      </c:pt>
                      <c:pt idx="1230">
                        <c:v>20.8</c:v>
                      </c:pt>
                      <c:pt idx="1231">
                        <c:v>20.8</c:v>
                      </c:pt>
                      <c:pt idx="1232">
                        <c:v>20.8</c:v>
                      </c:pt>
                      <c:pt idx="1233">
                        <c:v>20.8</c:v>
                      </c:pt>
                      <c:pt idx="1234">
                        <c:v>20.8</c:v>
                      </c:pt>
                      <c:pt idx="1235">
                        <c:v>20.8</c:v>
                      </c:pt>
                      <c:pt idx="1236">
                        <c:v>20.8</c:v>
                      </c:pt>
                      <c:pt idx="1237">
                        <c:v>20.8</c:v>
                      </c:pt>
                      <c:pt idx="1238">
                        <c:v>20.8</c:v>
                      </c:pt>
                      <c:pt idx="1239">
                        <c:v>20.8</c:v>
                      </c:pt>
                      <c:pt idx="1240">
                        <c:v>20.8</c:v>
                      </c:pt>
                      <c:pt idx="1241">
                        <c:v>20.8</c:v>
                      </c:pt>
                      <c:pt idx="1242">
                        <c:v>20.8</c:v>
                      </c:pt>
                      <c:pt idx="1243">
                        <c:v>20.8</c:v>
                      </c:pt>
                      <c:pt idx="1244">
                        <c:v>20.8</c:v>
                      </c:pt>
                      <c:pt idx="1245">
                        <c:v>20.8</c:v>
                      </c:pt>
                      <c:pt idx="1246">
                        <c:v>20.8</c:v>
                      </c:pt>
                      <c:pt idx="1247">
                        <c:v>20.8</c:v>
                      </c:pt>
                      <c:pt idx="1248">
                        <c:v>20.8</c:v>
                      </c:pt>
                      <c:pt idx="1249">
                        <c:v>20.8</c:v>
                      </c:pt>
                      <c:pt idx="1250">
                        <c:v>20.8</c:v>
                      </c:pt>
                      <c:pt idx="1251">
                        <c:v>20.8</c:v>
                      </c:pt>
                      <c:pt idx="1252">
                        <c:v>20.8</c:v>
                      </c:pt>
                      <c:pt idx="1253">
                        <c:v>20.8</c:v>
                      </c:pt>
                      <c:pt idx="1254">
                        <c:v>20.8</c:v>
                      </c:pt>
                      <c:pt idx="1255">
                        <c:v>20.8</c:v>
                      </c:pt>
                      <c:pt idx="1256">
                        <c:v>20.8</c:v>
                      </c:pt>
                      <c:pt idx="1257">
                        <c:v>20.8</c:v>
                      </c:pt>
                      <c:pt idx="1258">
                        <c:v>20.8</c:v>
                      </c:pt>
                      <c:pt idx="1259">
                        <c:v>20.8</c:v>
                      </c:pt>
                      <c:pt idx="1260">
                        <c:v>20.8</c:v>
                      </c:pt>
                      <c:pt idx="1261">
                        <c:v>20.8</c:v>
                      </c:pt>
                      <c:pt idx="1262">
                        <c:v>20.8</c:v>
                      </c:pt>
                      <c:pt idx="1263">
                        <c:v>20.8</c:v>
                      </c:pt>
                      <c:pt idx="1264">
                        <c:v>20.8</c:v>
                      </c:pt>
                      <c:pt idx="1265">
                        <c:v>20.8</c:v>
                      </c:pt>
                      <c:pt idx="1266">
                        <c:v>20.8</c:v>
                      </c:pt>
                      <c:pt idx="1267">
                        <c:v>20.8</c:v>
                      </c:pt>
                      <c:pt idx="1268">
                        <c:v>20.8</c:v>
                      </c:pt>
                      <c:pt idx="1269">
                        <c:v>20.8</c:v>
                      </c:pt>
                      <c:pt idx="1270">
                        <c:v>20.8</c:v>
                      </c:pt>
                      <c:pt idx="1271">
                        <c:v>20.8</c:v>
                      </c:pt>
                      <c:pt idx="1272">
                        <c:v>20.8</c:v>
                      </c:pt>
                      <c:pt idx="1273">
                        <c:v>20.8</c:v>
                      </c:pt>
                      <c:pt idx="1274">
                        <c:v>20.8</c:v>
                      </c:pt>
                      <c:pt idx="1275">
                        <c:v>20.8</c:v>
                      </c:pt>
                      <c:pt idx="1276">
                        <c:v>20.8</c:v>
                      </c:pt>
                      <c:pt idx="1277">
                        <c:v>20.8</c:v>
                      </c:pt>
                      <c:pt idx="1278">
                        <c:v>20.8</c:v>
                      </c:pt>
                      <c:pt idx="1279">
                        <c:v>20.8</c:v>
                      </c:pt>
                      <c:pt idx="1280">
                        <c:v>20.8</c:v>
                      </c:pt>
                      <c:pt idx="1281">
                        <c:v>20.8</c:v>
                      </c:pt>
                      <c:pt idx="1282">
                        <c:v>20.8</c:v>
                      </c:pt>
                      <c:pt idx="1283">
                        <c:v>20.8</c:v>
                      </c:pt>
                      <c:pt idx="1284">
                        <c:v>20.8</c:v>
                      </c:pt>
                      <c:pt idx="1285">
                        <c:v>20.8</c:v>
                      </c:pt>
                      <c:pt idx="1286">
                        <c:v>20.8</c:v>
                      </c:pt>
                      <c:pt idx="1287">
                        <c:v>20.8</c:v>
                      </c:pt>
                      <c:pt idx="1288">
                        <c:v>20.8</c:v>
                      </c:pt>
                      <c:pt idx="1289">
                        <c:v>20.8</c:v>
                      </c:pt>
                      <c:pt idx="1290">
                        <c:v>20.8</c:v>
                      </c:pt>
                      <c:pt idx="1291">
                        <c:v>20.8</c:v>
                      </c:pt>
                      <c:pt idx="1292">
                        <c:v>20.8</c:v>
                      </c:pt>
                      <c:pt idx="1293">
                        <c:v>20.8</c:v>
                      </c:pt>
                      <c:pt idx="1294">
                        <c:v>20.8</c:v>
                      </c:pt>
                      <c:pt idx="1295">
                        <c:v>20.8</c:v>
                      </c:pt>
                      <c:pt idx="1296">
                        <c:v>20.8</c:v>
                      </c:pt>
                      <c:pt idx="1297">
                        <c:v>20.8</c:v>
                      </c:pt>
                      <c:pt idx="1298">
                        <c:v>20.8</c:v>
                      </c:pt>
                      <c:pt idx="1299">
                        <c:v>20.8</c:v>
                      </c:pt>
                      <c:pt idx="1300">
                        <c:v>20.8</c:v>
                      </c:pt>
                      <c:pt idx="1301">
                        <c:v>20.8</c:v>
                      </c:pt>
                      <c:pt idx="1302">
                        <c:v>20.8</c:v>
                      </c:pt>
                      <c:pt idx="1303">
                        <c:v>20.8</c:v>
                      </c:pt>
                      <c:pt idx="1304">
                        <c:v>20.8</c:v>
                      </c:pt>
                      <c:pt idx="1305">
                        <c:v>20.8</c:v>
                      </c:pt>
                      <c:pt idx="1306">
                        <c:v>20.8</c:v>
                      </c:pt>
                      <c:pt idx="1307">
                        <c:v>20.8</c:v>
                      </c:pt>
                      <c:pt idx="1308">
                        <c:v>20.8</c:v>
                      </c:pt>
                      <c:pt idx="1309">
                        <c:v>20.8</c:v>
                      </c:pt>
                      <c:pt idx="1310">
                        <c:v>20.8</c:v>
                      </c:pt>
                      <c:pt idx="1311">
                        <c:v>20.8</c:v>
                      </c:pt>
                      <c:pt idx="1312">
                        <c:v>20.8</c:v>
                      </c:pt>
                      <c:pt idx="1313">
                        <c:v>20.8</c:v>
                      </c:pt>
                      <c:pt idx="1314">
                        <c:v>20.8</c:v>
                      </c:pt>
                      <c:pt idx="1315">
                        <c:v>20.8</c:v>
                      </c:pt>
                      <c:pt idx="1316">
                        <c:v>20.8</c:v>
                      </c:pt>
                      <c:pt idx="1317">
                        <c:v>20.8</c:v>
                      </c:pt>
                      <c:pt idx="1318">
                        <c:v>20.8</c:v>
                      </c:pt>
                      <c:pt idx="1319">
                        <c:v>20.8</c:v>
                      </c:pt>
                      <c:pt idx="1320">
                        <c:v>20.8</c:v>
                      </c:pt>
                      <c:pt idx="1321">
                        <c:v>20.8</c:v>
                      </c:pt>
                      <c:pt idx="1322">
                        <c:v>20.8</c:v>
                      </c:pt>
                      <c:pt idx="1323">
                        <c:v>20.8</c:v>
                      </c:pt>
                      <c:pt idx="1324">
                        <c:v>20.8</c:v>
                      </c:pt>
                      <c:pt idx="1325">
                        <c:v>20.8</c:v>
                      </c:pt>
                      <c:pt idx="1326">
                        <c:v>20.8</c:v>
                      </c:pt>
                      <c:pt idx="1327">
                        <c:v>20.8</c:v>
                      </c:pt>
                      <c:pt idx="1328">
                        <c:v>20.8</c:v>
                      </c:pt>
                      <c:pt idx="1329">
                        <c:v>20.8</c:v>
                      </c:pt>
                      <c:pt idx="1330">
                        <c:v>20.8</c:v>
                      </c:pt>
                      <c:pt idx="1331">
                        <c:v>20.8</c:v>
                      </c:pt>
                      <c:pt idx="1332">
                        <c:v>20.8</c:v>
                      </c:pt>
                      <c:pt idx="1333">
                        <c:v>20.8</c:v>
                      </c:pt>
                      <c:pt idx="1334">
                        <c:v>20.8</c:v>
                      </c:pt>
                      <c:pt idx="1335">
                        <c:v>20.8</c:v>
                      </c:pt>
                      <c:pt idx="1336">
                        <c:v>20.8</c:v>
                      </c:pt>
                      <c:pt idx="1337">
                        <c:v>20.8</c:v>
                      </c:pt>
                      <c:pt idx="1338">
                        <c:v>20.8</c:v>
                      </c:pt>
                      <c:pt idx="1339">
                        <c:v>20.8</c:v>
                      </c:pt>
                      <c:pt idx="1340">
                        <c:v>20.8</c:v>
                      </c:pt>
                      <c:pt idx="1341">
                        <c:v>20.8</c:v>
                      </c:pt>
                      <c:pt idx="1342">
                        <c:v>20.8</c:v>
                      </c:pt>
                      <c:pt idx="1343">
                        <c:v>20.8</c:v>
                      </c:pt>
                      <c:pt idx="1344">
                        <c:v>20.8</c:v>
                      </c:pt>
                      <c:pt idx="1345">
                        <c:v>20.8</c:v>
                      </c:pt>
                      <c:pt idx="1346">
                        <c:v>20.8</c:v>
                      </c:pt>
                      <c:pt idx="1347">
                        <c:v>20.8</c:v>
                      </c:pt>
                      <c:pt idx="1348">
                        <c:v>20.8</c:v>
                      </c:pt>
                      <c:pt idx="1349">
                        <c:v>20.8</c:v>
                      </c:pt>
                      <c:pt idx="1350">
                        <c:v>20.8</c:v>
                      </c:pt>
                      <c:pt idx="1351">
                        <c:v>20.8</c:v>
                      </c:pt>
                      <c:pt idx="1352">
                        <c:v>20.8</c:v>
                      </c:pt>
                      <c:pt idx="1353">
                        <c:v>20.8</c:v>
                      </c:pt>
                      <c:pt idx="1354">
                        <c:v>20.8</c:v>
                      </c:pt>
                      <c:pt idx="1355">
                        <c:v>20.8</c:v>
                      </c:pt>
                      <c:pt idx="1356">
                        <c:v>20.8</c:v>
                      </c:pt>
                      <c:pt idx="1357">
                        <c:v>20.8</c:v>
                      </c:pt>
                      <c:pt idx="1358">
                        <c:v>20.8</c:v>
                      </c:pt>
                      <c:pt idx="1359">
                        <c:v>20.8</c:v>
                      </c:pt>
                      <c:pt idx="1360">
                        <c:v>20.8</c:v>
                      </c:pt>
                      <c:pt idx="1361">
                        <c:v>20.8</c:v>
                      </c:pt>
                      <c:pt idx="1362">
                        <c:v>20.8</c:v>
                      </c:pt>
                      <c:pt idx="1363">
                        <c:v>20.8</c:v>
                      </c:pt>
                      <c:pt idx="1364">
                        <c:v>20.8</c:v>
                      </c:pt>
                      <c:pt idx="1365">
                        <c:v>20.8</c:v>
                      </c:pt>
                      <c:pt idx="1366">
                        <c:v>20.8</c:v>
                      </c:pt>
                      <c:pt idx="1367">
                        <c:v>20.8</c:v>
                      </c:pt>
                      <c:pt idx="1368">
                        <c:v>20.8</c:v>
                      </c:pt>
                      <c:pt idx="1369">
                        <c:v>20.8</c:v>
                      </c:pt>
                      <c:pt idx="1370">
                        <c:v>20.8</c:v>
                      </c:pt>
                      <c:pt idx="1371">
                        <c:v>20.8</c:v>
                      </c:pt>
                      <c:pt idx="1372">
                        <c:v>20.8</c:v>
                      </c:pt>
                      <c:pt idx="1373">
                        <c:v>20.8</c:v>
                      </c:pt>
                      <c:pt idx="1374">
                        <c:v>20.8</c:v>
                      </c:pt>
                      <c:pt idx="1375">
                        <c:v>20.8</c:v>
                      </c:pt>
                      <c:pt idx="1376">
                        <c:v>20.8</c:v>
                      </c:pt>
                      <c:pt idx="1377">
                        <c:v>20.8</c:v>
                      </c:pt>
                      <c:pt idx="1378">
                        <c:v>20.8</c:v>
                      </c:pt>
                      <c:pt idx="1379">
                        <c:v>20.8</c:v>
                      </c:pt>
                      <c:pt idx="1380">
                        <c:v>20.8</c:v>
                      </c:pt>
                      <c:pt idx="1381">
                        <c:v>20.8</c:v>
                      </c:pt>
                      <c:pt idx="1382">
                        <c:v>20.8</c:v>
                      </c:pt>
                      <c:pt idx="1383">
                        <c:v>20.8</c:v>
                      </c:pt>
                      <c:pt idx="1384">
                        <c:v>20.8</c:v>
                      </c:pt>
                      <c:pt idx="1385">
                        <c:v>20.8</c:v>
                      </c:pt>
                      <c:pt idx="1386">
                        <c:v>20.8</c:v>
                      </c:pt>
                      <c:pt idx="1387">
                        <c:v>20.8</c:v>
                      </c:pt>
                      <c:pt idx="1388">
                        <c:v>20.8</c:v>
                      </c:pt>
                      <c:pt idx="1389">
                        <c:v>20.8</c:v>
                      </c:pt>
                      <c:pt idx="1390">
                        <c:v>20.8</c:v>
                      </c:pt>
                      <c:pt idx="1391">
                        <c:v>20.8</c:v>
                      </c:pt>
                      <c:pt idx="1392">
                        <c:v>20.8</c:v>
                      </c:pt>
                      <c:pt idx="1393">
                        <c:v>20.8</c:v>
                      </c:pt>
                      <c:pt idx="1394">
                        <c:v>20.8</c:v>
                      </c:pt>
                      <c:pt idx="1395">
                        <c:v>20.8</c:v>
                      </c:pt>
                      <c:pt idx="1396">
                        <c:v>20.8</c:v>
                      </c:pt>
                      <c:pt idx="1397">
                        <c:v>20.8</c:v>
                      </c:pt>
                      <c:pt idx="1398">
                        <c:v>20.8</c:v>
                      </c:pt>
                      <c:pt idx="1399">
                        <c:v>20.8</c:v>
                      </c:pt>
                      <c:pt idx="1400">
                        <c:v>20.8</c:v>
                      </c:pt>
                      <c:pt idx="1401">
                        <c:v>20.8</c:v>
                      </c:pt>
                      <c:pt idx="1402">
                        <c:v>20.8</c:v>
                      </c:pt>
                      <c:pt idx="1403">
                        <c:v>20.8</c:v>
                      </c:pt>
                      <c:pt idx="1404">
                        <c:v>20.8</c:v>
                      </c:pt>
                      <c:pt idx="1405">
                        <c:v>20.8</c:v>
                      </c:pt>
                      <c:pt idx="1406">
                        <c:v>20.8</c:v>
                      </c:pt>
                      <c:pt idx="1407">
                        <c:v>20.8</c:v>
                      </c:pt>
                      <c:pt idx="1408">
                        <c:v>20.8</c:v>
                      </c:pt>
                      <c:pt idx="1409">
                        <c:v>20.8</c:v>
                      </c:pt>
                      <c:pt idx="1410">
                        <c:v>20.8</c:v>
                      </c:pt>
                      <c:pt idx="1411">
                        <c:v>20.8</c:v>
                      </c:pt>
                      <c:pt idx="1412">
                        <c:v>20.8</c:v>
                      </c:pt>
                      <c:pt idx="1413">
                        <c:v>20.8</c:v>
                      </c:pt>
                      <c:pt idx="1414">
                        <c:v>20.8</c:v>
                      </c:pt>
                      <c:pt idx="1415">
                        <c:v>20.8</c:v>
                      </c:pt>
                      <c:pt idx="1416">
                        <c:v>20.8</c:v>
                      </c:pt>
                      <c:pt idx="1417">
                        <c:v>20.8</c:v>
                      </c:pt>
                      <c:pt idx="1418">
                        <c:v>20.8</c:v>
                      </c:pt>
                      <c:pt idx="1419">
                        <c:v>20.8</c:v>
                      </c:pt>
                      <c:pt idx="1420">
                        <c:v>20.8</c:v>
                      </c:pt>
                      <c:pt idx="1421">
                        <c:v>20.8</c:v>
                      </c:pt>
                      <c:pt idx="1422">
                        <c:v>20.8</c:v>
                      </c:pt>
                      <c:pt idx="1423">
                        <c:v>20.8</c:v>
                      </c:pt>
                      <c:pt idx="1424">
                        <c:v>20.8</c:v>
                      </c:pt>
                      <c:pt idx="1425">
                        <c:v>20.8</c:v>
                      </c:pt>
                      <c:pt idx="1426">
                        <c:v>20.8</c:v>
                      </c:pt>
                      <c:pt idx="1427">
                        <c:v>20.8</c:v>
                      </c:pt>
                      <c:pt idx="1428">
                        <c:v>20.8</c:v>
                      </c:pt>
                      <c:pt idx="1429">
                        <c:v>20.8</c:v>
                      </c:pt>
                      <c:pt idx="1430">
                        <c:v>20.8</c:v>
                      </c:pt>
                      <c:pt idx="1431">
                        <c:v>20.8</c:v>
                      </c:pt>
                      <c:pt idx="1432">
                        <c:v>20.8</c:v>
                      </c:pt>
                      <c:pt idx="1433">
                        <c:v>20.8</c:v>
                      </c:pt>
                      <c:pt idx="1434">
                        <c:v>20.8</c:v>
                      </c:pt>
                      <c:pt idx="1435">
                        <c:v>20.8</c:v>
                      </c:pt>
                      <c:pt idx="1436">
                        <c:v>20.8</c:v>
                      </c:pt>
                      <c:pt idx="1437">
                        <c:v>20.8</c:v>
                      </c:pt>
                      <c:pt idx="1438">
                        <c:v>20.8</c:v>
                      </c:pt>
                      <c:pt idx="1439">
                        <c:v>20.8</c:v>
                      </c:pt>
                      <c:pt idx="1440">
                        <c:v>20.8</c:v>
                      </c:pt>
                      <c:pt idx="1441">
                        <c:v>20.8</c:v>
                      </c:pt>
                      <c:pt idx="1442">
                        <c:v>20.8</c:v>
                      </c:pt>
                      <c:pt idx="1443">
                        <c:v>20.8</c:v>
                      </c:pt>
                      <c:pt idx="1444">
                        <c:v>20.8</c:v>
                      </c:pt>
                      <c:pt idx="1445">
                        <c:v>20.8</c:v>
                      </c:pt>
                      <c:pt idx="1446">
                        <c:v>20.8</c:v>
                      </c:pt>
                      <c:pt idx="1447">
                        <c:v>20.8</c:v>
                      </c:pt>
                      <c:pt idx="1448">
                        <c:v>20.8</c:v>
                      </c:pt>
                      <c:pt idx="1449">
                        <c:v>20.8</c:v>
                      </c:pt>
                      <c:pt idx="1450">
                        <c:v>20.8</c:v>
                      </c:pt>
                      <c:pt idx="1451">
                        <c:v>20.8</c:v>
                      </c:pt>
                      <c:pt idx="1452">
                        <c:v>20.8</c:v>
                      </c:pt>
                      <c:pt idx="1453">
                        <c:v>20.8</c:v>
                      </c:pt>
                      <c:pt idx="1454">
                        <c:v>20.8</c:v>
                      </c:pt>
                      <c:pt idx="1455">
                        <c:v>20.8</c:v>
                      </c:pt>
                      <c:pt idx="1456">
                        <c:v>20.8</c:v>
                      </c:pt>
                      <c:pt idx="1457">
                        <c:v>20.8</c:v>
                      </c:pt>
                      <c:pt idx="1458">
                        <c:v>20.8</c:v>
                      </c:pt>
                      <c:pt idx="1459">
                        <c:v>20.8</c:v>
                      </c:pt>
                      <c:pt idx="1460">
                        <c:v>20.8</c:v>
                      </c:pt>
                      <c:pt idx="1461">
                        <c:v>20.8</c:v>
                      </c:pt>
                      <c:pt idx="1462">
                        <c:v>20.8</c:v>
                      </c:pt>
                      <c:pt idx="1463">
                        <c:v>20.8</c:v>
                      </c:pt>
                      <c:pt idx="1464">
                        <c:v>20.8</c:v>
                      </c:pt>
                      <c:pt idx="1465">
                        <c:v>20.8</c:v>
                      </c:pt>
                      <c:pt idx="1466">
                        <c:v>20.8</c:v>
                      </c:pt>
                      <c:pt idx="1467">
                        <c:v>20.8</c:v>
                      </c:pt>
                      <c:pt idx="1468">
                        <c:v>20.8</c:v>
                      </c:pt>
                      <c:pt idx="1469">
                        <c:v>20.8</c:v>
                      </c:pt>
                      <c:pt idx="1470">
                        <c:v>20.8</c:v>
                      </c:pt>
                      <c:pt idx="1471">
                        <c:v>20.8</c:v>
                      </c:pt>
                      <c:pt idx="1472">
                        <c:v>20.8</c:v>
                      </c:pt>
                      <c:pt idx="1473">
                        <c:v>20.8</c:v>
                      </c:pt>
                      <c:pt idx="1474">
                        <c:v>20.8</c:v>
                      </c:pt>
                      <c:pt idx="1475">
                        <c:v>20.8</c:v>
                      </c:pt>
                      <c:pt idx="1476">
                        <c:v>20.8</c:v>
                      </c:pt>
                      <c:pt idx="1477">
                        <c:v>20.8</c:v>
                      </c:pt>
                      <c:pt idx="1478">
                        <c:v>20.8</c:v>
                      </c:pt>
                      <c:pt idx="1479">
                        <c:v>20.8</c:v>
                      </c:pt>
                      <c:pt idx="1480">
                        <c:v>20.8</c:v>
                      </c:pt>
                      <c:pt idx="1481">
                        <c:v>20.8</c:v>
                      </c:pt>
                      <c:pt idx="1482">
                        <c:v>20.8</c:v>
                      </c:pt>
                      <c:pt idx="1483">
                        <c:v>20.8</c:v>
                      </c:pt>
                      <c:pt idx="1484">
                        <c:v>20.8</c:v>
                      </c:pt>
                      <c:pt idx="1485">
                        <c:v>20.8</c:v>
                      </c:pt>
                      <c:pt idx="1486">
                        <c:v>20.8</c:v>
                      </c:pt>
                      <c:pt idx="1487">
                        <c:v>20.8</c:v>
                      </c:pt>
                      <c:pt idx="1488">
                        <c:v>20.8</c:v>
                      </c:pt>
                      <c:pt idx="1489">
                        <c:v>20.8</c:v>
                      </c:pt>
                      <c:pt idx="1490">
                        <c:v>20.8</c:v>
                      </c:pt>
                      <c:pt idx="1491">
                        <c:v>20.8</c:v>
                      </c:pt>
                      <c:pt idx="1492">
                        <c:v>20.8</c:v>
                      </c:pt>
                      <c:pt idx="1493">
                        <c:v>20.8</c:v>
                      </c:pt>
                      <c:pt idx="1494">
                        <c:v>20.8</c:v>
                      </c:pt>
                      <c:pt idx="1495">
                        <c:v>20.8</c:v>
                      </c:pt>
                      <c:pt idx="1496">
                        <c:v>20.8</c:v>
                      </c:pt>
                      <c:pt idx="1497">
                        <c:v>20.8</c:v>
                      </c:pt>
                      <c:pt idx="1498">
                        <c:v>20.8</c:v>
                      </c:pt>
                      <c:pt idx="1499">
                        <c:v>20.8</c:v>
                      </c:pt>
                      <c:pt idx="1500">
                        <c:v>20.8</c:v>
                      </c:pt>
                      <c:pt idx="1501">
                        <c:v>20.8</c:v>
                      </c:pt>
                      <c:pt idx="1502">
                        <c:v>20.8</c:v>
                      </c:pt>
                      <c:pt idx="1503">
                        <c:v>20.8</c:v>
                      </c:pt>
                      <c:pt idx="1504">
                        <c:v>20.8</c:v>
                      </c:pt>
                      <c:pt idx="1505">
                        <c:v>20.8</c:v>
                      </c:pt>
                      <c:pt idx="1506">
                        <c:v>20.8</c:v>
                      </c:pt>
                      <c:pt idx="1507">
                        <c:v>20.8</c:v>
                      </c:pt>
                      <c:pt idx="1508">
                        <c:v>20.8</c:v>
                      </c:pt>
                      <c:pt idx="1509">
                        <c:v>20.8</c:v>
                      </c:pt>
                      <c:pt idx="1510">
                        <c:v>20.8</c:v>
                      </c:pt>
                      <c:pt idx="1511">
                        <c:v>20.8</c:v>
                      </c:pt>
                      <c:pt idx="1512">
                        <c:v>20.8</c:v>
                      </c:pt>
                      <c:pt idx="1513">
                        <c:v>20.8</c:v>
                      </c:pt>
                      <c:pt idx="1514">
                        <c:v>20.8</c:v>
                      </c:pt>
                      <c:pt idx="1515">
                        <c:v>20.8</c:v>
                      </c:pt>
                      <c:pt idx="1516">
                        <c:v>20.8</c:v>
                      </c:pt>
                      <c:pt idx="1517">
                        <c:v>20.8</c:v>
                      </c:pt>
                      <c:pt idx="1518">
                        <c:v>20.8</c:v>
                      </c:pt>
                      <c:pt idx="1519">
                        <c:v>20.8</c:v>
                      </c:pt>
                      <c:pt idx="1520">
                        <c:v>20.8</c:v>
                      </c:pt>
                      <c:pt idx="1521">
                        <c:v>20.8</c:v>
                      </c:pt>
                      <c:pt idx="1522">
                        <c:v>20.8</c:v>
                      </c:pt>
                      <c:pt idx="1523">
                        <c:v>20.8</c:v>
                      </c:pt>
                      <c:pt idx="1524">
                        <c:v>20.8</c:v>
                      </c:pt>
                      <c:pt idx="1525">
                        <c:v>20.8</c:v>
                      </c:pt>
                      <c:pt idx="1526">
                        <c:v>20.8</c:v>
                      </c:pt>
                      <c:pt idx="1527">
                        <c:v>20.8</c:v>
                      </c:pt>
                      <c:pt idx="1528">
                        <c:v>20.8</c:v>
                      </c:pt>
                      <c:pt idx="1529">
                        <c:v>20.8</c:v>
                      </c:pt>
                      <c:pt idx="1530">
                        <c:v>20.8</c:v>
                      </c:pt>
                      <c:pt idx="1531">
                        <c:v>20.8</c:v>
                      </c:pt>
                      <c:pt idx="1532">
                        <c:v>20.8</c:v>
                      </c:pt>
                      <c:pt idx="1533">
                        <c:v>20.8</c:v>
                      </c:pt>
                      <c:pt idx="1534">
                        <c:v>20.8</c:v>
                      </c:pt>
                      <c:pt idx="1535">
                        <c:v>20.8</c:v>
                      </c:pt>
                      <c:pt idx="1536">
                        <c:v>20.8</c:v>
                      </c:pt>
                      <c:pt idx="1537">
                        <c:v>20.8</c:v>
                      </c:pt>
                      <c:pt idx="1538">
                        <c:v>20.8</c:v>
                      </c:pt>
                      <c:pt idx="1539">
                        <c:v>20.8</c:v>
                      </c:pt>
                      <c:pt idx="1540">
                        <c:v>20.8</c:v>
                      </c:pt>
                      <c:pt idx="1541">
                        <c:v>20.8</c:v>
                      </c:pt>
                      <c:pt idx="1542">
                        <c:v>20.8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CEEF-438C-B70E-6C6FA6B9BD6F}"/>
                  </c:ext>
                </c:extLst>
              </c15:ser>
            </c15:filteredScatterSeries>
          </c:ext>
        </c:extLst>
      </c:scatterChart>
      <c:valAx>
        <c:axId val="419580864"/>
        <c:scaling>
          <c:orientation val="minMax"/>
          <c:min val="0.42000000000000004"/>
        </c:scaling>
        <c:delete val="0"/>
        <c:axPos val="b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layout>
            <c:manualLayout>
              <c:xMode val="edge"/>
              <c:yMode val="edge"/>
              <c:x val="0.44959839479524527"/>
              <c:y val="0.8570057188599226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9581944"/>
        <c:crosses val="autoZero"/>
        <c:crossBetween val="midCat"/>
        <c:majorUnit val="6.9444444444444441E-3"/>
      </c:valAx>
      <c:valAx>
        <c:axId val="419581944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/>
                  <a:t>Gas Readings (PPM)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95808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sz="1800" b="1" i="0" u="none" strike="noStrike" kern="1200" cap="all" spc="150" baseline="0" dirty="0">
                <a:solidFill>
                  <a:sysClr val="windowText" lastClr="000000">
                    <a:lumMod val="50000"/>
                    <a:lumOff val="50000"/>
                  </a:sysClr>
                </a:solidFill>
              </a:rPr>
              <a:t>118-N</a:t>
            </a:r>
            <a:endParaRPr lang="en-AU" sz="1400" b="1" i="0" u="none" strike="noStrike" kern="1200" cap="all" spc="150" baseline="0" dirty="0">
              <a:solidFill>
                <a:sysClr val="windowText" lastClr="000000">
                  <a:lumMod val="50000"/>
                  <a:lumOff val="50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1"/>
          <c:tx>
            <c:strRef>
              <c:f>'Monitor 3'!$C$9</c:f>
              <c:strCache>
                <c:ptCount val="1"/>
                <c:pt idx="0">
                  <c:v>CO Reading (PPM)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'Monitor 3'!$A$10:$A$177</c:f>
              <c:numCache>
                <c:formatCode>h:mm;@</c:formatCode>
                <c:ptCount val="168"/>
                <c:pt idx="0">
                  <c:v>0.34062500000000001</c:v>
                </c:pt>
                <c:pt idx="1">
                  <c:v>0.35</c:v>
                </c:pt>
                <c:pt idx="2">
                  <c:v>0.35208333333333336</c:v>
                </c:pt>
                <c:pt idx="3">
                  <c:v>0.35416666666666669</c:v>
                </c:pt>
                <c:pt idx="4">
                  <c:v>0.35625000000000001</c:v>
                </c:pt>
                <c:pt idx="5">
                  <c:v>0.35833333333333334</c:v>
                </c:pt>
                <c:pt idx="6">
                  <c:v>0.36041666666666666</c:v>
                </c:pt>
                <c:pt idx="7">
                  <c:v>0.36249999999999999</c:v>
                </c:pt>
                <c:pt idx="8">
                  <c:v>0.36458333333333331</c:v>
                </c:pt>
                <c:pt idx="9">
                  <c:v>0.36666666666666664</c:v>
                </c:pt>
                <c:pt idx="10">
                  <c:v>0.36875000000000002</c:v>
                </c:pt>
                <c:pt idx="11">
                  <c:v>0.37083333333333335</c:v>
                </c:pt>
                <c:pt idx="12">
                  <c:v>0.37291666666666667</c:v>
                </c:pt>
                <c:pt idx="13">
                  <c:v>0.375</c:v>
                </c:pt>
                <c:pt idx="14">
                  <c:v>0.37708333333333333</c:v>
                </c:pt>
                <c:pt idx="15">
                  <c:v>0.37916666666666665</c:v>
                </c:pt>
                <c:pt idx="16">
                  <c:v>0.38124999999999998</c:v>
                </c:pt>
                <c:pt idx="17">
                  <c:v>0.38333333333333336</c:v>
                </c:pt>
                <c:pt idx="18">
                  <c:v>0.38541666666666669</c:v>
                </c:pt>
                <c:pt idx="19">
                  <c:v>0.38750000000000001</c:v>
                </c:pt>
                <c:pt idx="20">
                  <c:v>0.38958333333333334</c:v>
                </c:pt>
                <c:pt idx="21">
                  <c:v>0.39166666666666666</c:v>
                </c:pt>
                <c:pt idx="22">
                  <c:v>0.39374999999999999</c:v>
                </c:pt>
                <c:pt idx="23">
                  <c:v>0.39583333333333331</c:v>
                </c:pt>
                <c:pt idx="24">
                  <c:v>0.39791666666666664</c:v>
                </c:pt>
                <c:pt idx="25">
                  <c:v>0.4</c:v>
                </c:pt>
                <c:pt idx="26">
                  <c:v>0.40208333333333335</c:v>
                </c:pt>
                <c:pt idx="27">
                  <c:v>0.40416666666666667</c:v>
                </c:pt>
                <c:pt idx="28">
                  <c:v>0.40625</c:v>
                </c:pt>
                <c:pt idx="29">
                  <c:v>0.40833333333333333</c:v>
                </c:pt>
                <c:pt idx="30">
                  <c:v>0.41041666666666665</c:v>
                </c:pt>
                <c:pt idx="31">
                  <c:v>0.41249999999999998</c:v>
                </c:pt>
                <c:pt idx="32">
                  <c:v>0.41458333333333336</c:v>
                </c:pt>
                <c:pt idx="33">
                  <c:v>0.41666666666666669</c:v>
                </c:pt>
                <c:pt idx="34">
                  <c:v>0.41875000000000001</c:v>
                </c:pt>
                <c:pt idx="35">
                  <c:v>0.42083333333333334</c:v>
                </c:pt>
                <c:pt idx="36">
                  <c:v>0.42291666666666666</c:v>
                </c:pt>
                <c:pt idx="37">
                  <c:v>0.42499999999999999</c:v>
                </c:pt>
                <c:pt idx="38">
                  <c:v>0.42708333333333331</c:v>
                </c:pt>
                <c:pt idx="39">
                  <c:v>0.42916666666666664</c:v>
                </c:pt>
                <c:pt idx="40">
                  <c:v>0.43125000000000002</c:v>
                </c:pt>
                <c:pt idx="41">
                  <c:v>0.43333333333333335</c:v>
                </c:pt>
                <c:pt idx="42">
                  <c:v>0.43541666666666667</c:v>
                </c:pt>
                <c:pt idx="43">
                  <c:v>0.4375</c:v>
                </c:pt>
                <c:pt idx="44">
                  <c:v>0.43958333333333333</c:v>
                </c:pt>
                <c:pt idx="45">
                  <c:v>0.44166666666666665</c:v>
                </c:pt>
                <c:pt idx="46">
                  <c:v>0.44374999999999998</c:v>
                </c:pt>
                <c:pt idx="47">
                  <c:v>0.44583333333333336</c:v>
                </c:pt>
                <c:pt idx="48">
                  <c:v>0.44791666666666669</c:v>
                </c:pt>
                <c:pt idx="49">
                  <c:v>0.45</c:v>
                </c:pt>
                <c:pt idx="50">
                  <c:v>0.45208333333333334</c:v>
                </c:pt>
                <c:pt idx="51">
                  <c:v>0.45416666666666666</c:v>
                </c:pt>
                <c:pt idx="52">
                  <c:v>0.45624999999999999</c:v>
                </c:pt>
                <c:pt idx="53">
                  <c:v>0.45833333333333331</c:v>
                </c:pt>
                <c:pt idx="54">
                  <c:v>0.46041666666666664</c:v>
                </c:pt>
                <c:pt idx="55">
                  <c:v>0.46250000000000002</c:v>
                </c:pt>
                <c:pt idx="56">
                  <c:v>0.46458333333333335</c:v>
                </c:pt>
                <c:pt idx="57">
                  <c:v>0.46666666666666667</c:v>
                </c:pt>
                <c:pt idx="58">
                  <c:v>0.46875</c:v>
                </c:pt>
                <c:pt idx="59">
                  <c:v>0.47083333333333333</c:v>
                </c:pt>
                <c:pt idx="60">
                  <c:v>0.47291666666666665</c:v>
                </c:pt>
                <c:pt idx="61">
                  <c:v>0.47499999999999998</c:v>
                </c:pt>
                <c:pt idx="62">
                  <c:v>0.47708333333333336</c:v>
                </c:pt>
                <c:pt idx="63">
                  <c:v>0.47916666666666669</c:v>
                </c:pt>
                <c:pt idx="64">
                  <c:v>0.48125000000000001</c:v>
                </c:pt>
                <c:pt idx="65">
                  <c:v>0.48333333333333334</c:v>
                </c:pt>
                <c:pt idx="66">
                  <c:v>0.48541666666666666</c:v>
                </c:pt>
                <c:pt idx="67">
                  <c:v>0.48749999999999999</c:v>
                </c:pt>
                <c:pt idx="68">
                  <c:v>0.48958333333333331</c:v>
                </c:pt>
                <c:pt idx="69">
                  <c:v>0.49166666666666664</c:v>
                </c:pt>
                <c:pt idx="70">
                  <c:v>0.49375000000000002</c:v>
                </c:pt>
                <c:pt idx="71">
                  <c:v>0.49583333333333335</c:v>
                </c:pt>
                <c:pt idx="72">
                  <c:v>0.49791666666666667</c:v>
                </c:pt>
                <c:pt idx="73">
                  <c:v>0.5</c:v>
                </c:pt>
                <c:pt idx="74">
                  <c:v>0.50208333333333333</c:v>
                </c:pt>
                <c:pt idx="75">
                  <c:v>0.50416666666666665</c:v>
                </c:pt>
                <c:pt idx="76">
                  <c:v>0.50624999999999998</c:v>
                </c:pt>
                <c:pt idx="77">
                  <c:v>0.5083333333333333</c:v>
                </c:pt>
                <c:pt idx="78">
                  <c:v>0.51041666666666663</c:v>
                </c:pt>
                <c:pt idx="79">
                  <c:v>0.51249999999999996</c:v>
                </c:pt>
                <c:pt idx="80">
                  <c:v>0.51458333333333328</c:v>
                </c:pt>
                <c:pt idx="81">
                  <c:v>0.51666666666666672</c:v>
                </c:pt>
                <c:pt idx="82">
                  <c:v>0.51875000000000004</c:v>
                </c:pt>
                <c:pt idx="83">
                  <c:v>0.52083333333333337</c:v>
                </c:pt>
                <c:pt idx="84">
                  <c:v>0.5229166666666667</c:v>
                </c:pt>
                <c:pt idx="85">
                  <c:v>0.52500000000000002</c:v>
                </c:pt>
                <c:pt idx="86">
                  <c:v>0.52708333333333335</c:v>
                </c:pt>
                <c:pt idx="87">
                  <c:v>0.52916666666666667</c:v>
                </c:pt>
                <c:pt idx="88">
                  <c:v>0.53125</c:v>
                </c:pt>
                <c:pt idx="89">
                  <c:v>0.53333333333333333</c:v>
                </c:pt>
                <c:pt idx="90">
                  <c:v>0.53541666666666665</c:v>
                </c:pt>
                <c:pt idx="91">
                  <c:v>0.53749999999999998</c:v>
                </c:pt>
                <c:pt idx="92">
                  <c:v>0.5395833333333333</c:v>
                </c:pt>
                <c:pt idx="93">
                  <c:v>0.54166666666666663</c:v>
                </c:pt>
                <c:pt idx="94">
                  <c:v>0.54374999999999996</c:v>
                </c:pt>
                <c:pt idx="95">
                  <c:v>0.54583333333333328</c:v>
                </c:pt>
                <c:pt idx="96">
                  <c:v>0.54791666666666672</c:v>
                </c:pt>
                <c:pt idx="97">
                  <c:v>0.55000000000000004</c:v>
                </c:pt>
                <c:pt idx="98">
                  <c:v>0.55208333333333337</c:v>
                </c:pt>
                <c:pt idx="99">
                  <c:v>0.5541666666666667</c:v>
                </c:pt>
                <c:pt idx="100">
                  <c:v>0.55625000000000002</c:v>
                </c:pt>
                <c:pt idx="101">
                  <c:v>0.55833333333333335</c:v>
                </c:pt>
                <c:pt idx="102">
                  <c:v>0.56041666666666667</c:v>
                </c:pt>
                <c:pt idx="103">
                  <c:v>0.5625</c:v>
                </c:pt>
                <c:pt idx="104">
                  <c:v>0.56458333333333333</c:v>
                </c:pt>
                <c:pt idx="105">
                  <c:v>0.56666666666666665</c:v>
                </c:pt>
                <c:pt idx="106">
                  <c:v>0.56874999999999998</c:v>
                </c:pt>
                <c:pt idx="107">
                  <c:v>0.5708333333333333</c:v>
                </c:pt>
                <c:pt idx="108">
                  <c:v>0.57291666666666663</c:v>
                </c:pt>
                <c:pt idx="109">
                  <c:v>0.57499999999999996</c:v>
                </c:pt>
                <c:pt idx="110">
                  <c:v>0.57708333333333328</c:v>
                </c:pt>
                <c:pt idx="111">
                  <c:v>0.57916666666666672</c:v>
                </c:pt>
                <c:pt idx="112">
                  <c:v>0.58125000000000004</c:v>
                </c:pt>
                <c:pt idx="113">
                  <c:v>0.58333333333333337</c:v>
                </c:pt>
                <c:pt idx="114">
                  <c:v>0.5854166666666667</c:v>
                </c:pt>
                <c:pt idx="115">
                  <c:v>0.58750000000000002</c:v>
                </c:pt>
                <c:pt idx="116">
                  <c:v>0.58958333333333335</c:v>
                </c:pt>
                <c:pt idx="117">
                  <c:v>0.59166666666666667</c:v>
                </c:pt>
                <c:pt idx="118">
                  <c:v>0.59375</c:v>
                </c:pt>
                <c:pt idx="119">
                  <c:v>0.59583333333333333</c:v>
                </c:pt>
                <c:pt idx="120">
                  <c:v>0.59791666666666665</c:v>
                </c:pt>
                <c:pt idx="121">
                  <c:v>0.6</c:v>
                </c:pt>
                <c:pt idx="122">
                  <c:v>0.6020833333333333</c:v>
                </c:pt>
                <c:pt idx="123">
                  <c:v>0.60416666666666663</c:v>
                </c:pt>
                <c:pt idx="124">
                  <c:v>0.60624999999999996</c:v>
                </c:pt>
                <c:pt idx="125">
                  <c:v>0.60833333333333328</c:v>
                </c:pt>
                <c:pt idx="126">
                  <c:v>0.61041666666666672</c:v>
                </c:pt>
                <c:pt idx="127">
                  <c:v>0.61250000000000004</c:v>
                </c:pt>
                <c:pt idx="128">
                  <c:v>0.61458333333333337</c:v>
                </c:pt>
                <c:pt idx="129">
                  <c:v>0.6166666666666667</c:v>
                </c:pt>
                <c:pt idx="130">
                  <c:v>0.61875000000000002</c:v>
                </c:pt>
                <c:pt idx="131">
                  <c:v>0.62083333333333335</c:v>
                </c:pt>
                <c:pt idx="132">
                  <c:v>0.62291666666666667</c:v>
                </c:pt>
                <c:pt idx="133">
                  <c:v>0.625</c:v>
                </c:pt>
                <c:pt idx="134">
                  <c:v>0.62708333333333333</c:v>
                </c:pt>
                <c:pt idx="135">
                  <c:v>0.62916666666666665</c:v>
                </c:pt>
                <c:pt idx="136">
                  <c:v>0.63124999999999998</c:v>
                </c:pt>
                <c:pt idx="137">
                  <c:v>0.6333333333333333</c:v>
                </c:pt>
                <c:pt idx="138">
                  <c:v>0.63541666666666663</c:v>
                </c:pt>
                <c:pt idx="139">
                  <c:v>0.63749999999999996</c:v>
                </c:pt>
                <c:pt idx="140">
                  <c:v>0.63958333333333328</c:v>
                </c:pt>
                <c:pt idx="141">
                  <c:v>0.64166666666666672</c:v>
                </c:pt>
                <c:pt idx="142">
                  <c:v>0.64375000000000004</c:v>
                </c:pt>
                <c:pt idx="143">
                  <c:v>0.64583333333333337</c:v>
                </c:pt>
                <c:pt idx="144">
                  <c:v>0.6479166666666667</c:v>
                </c:pt>
                <c:pt idx="145">
                  <c:v>0.65</c:v>
                </c:pt>
                <c:pt idx="146">
                  <c:v>0.65208333333333335</c:v>
                </c:pt>
                <c:pt idx="147">
                  <c:v>0.65416666666666667</c:v>
                </c:pt>
                <c:pt idx="148">
                  <c:v>0.65625</c:v>
                </c:pt>
                <c:pt idx="149">
                  <c:v>0.65833333333333333</c:v>
                </c:pt>
                <c:pt idx="150">
                  <c:v>0.66041666666666665</c:v>
                </c:pt>
                <c:pt idx="151">
                  <c:v>0.66249999999999998</c:v>
                </c:pt>
                <c:pt idx="152">
                  <c:v>0.6645833333333333</c:v>
                </c:pt>
                <c:pt idx="153">
                  <c:v>0.66666666666666663</c:v>
                </c:pt>
                <c:pt idx="154">
                  <c:v>0.66874999999999996</c:v>
                </c:pt>
                <c:pt idx="155">
                  <c:v>0.67083333333333328</c:v>
                </c:pt>
                <c:pt idx="156">
                  <c:v>0.67291666666666672</c:v>
                </c:pt>
                <c:pt idx="157">
                  <c:v>0.67500000000000004</c:v>
                </c:pt>
                <c:pt idx="158">
                  <c:v>0.67708333333333337</c:v>
                </c:pt>
                <c:pt idx="159">
                  <c:v>0.6791666666666667</c:v>
                </c:pt>
                <c:pt idx="160">
                  <c:v>0.68125000000000002</c:v>
                </c:pt>
                <c:pt idx="161">
                  <c:v>0.68333333333333335</c:v>
                </c:pt>
                <c:pt idx="162">
                  <c:v>0.68541666666666667</c:v>
                </c:pt>
                <c:pt idx="163">
                  <c:v>0.6875</c:v>
                </c:pt>
                <c:pt idx="164">
                  <c:v>0.68958333333333333</c:v>
                </c:pt>
                <c:pt idx="165">
                  <c:v>0.69166666666666665</c:v>
                </c:pt>
                <c:pt idx="166">
                  <c:v>0.69374999999999998</c:v>
                </c:pt>
                <c:pt idx="167">
                  <c:v>0.6958333333333333</c:v>
                </c:pt>
              </c:numCache>
            </c:numRef>
          </c:xVal>
          <c:yVal>
            <c:numRef>
              <c:f>'Monitor 3'!$C$10:$C$177</c:f>
              <c:numCache>
                <c:formatCode>General</c:formatCode>
                <c:ptCount val="16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A1F-46F6-A4B6-938C6D53FE63}"/>
            </c:ext>
          </c:extLst>
        </c:ser>
        <c:ser>
          <c:idx val="2"/>
          <c:order val="2"/>
          <c:tx>
            <c:strRef>
              <c:f>'Monitor 3'!$D$9</c:f>
              <c:strCache>
                <c:ptCount val="1"/>
                <c:pt idx="0">
                  <c:v>NO₂ Reading (PPM)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'Monitor 3'!$A$10:$A$177</c:f>
              <c:numCache>
                <c:formatCode>h:mm;@</c:formatCode>
                <c:ptCount val="168"/>
                <c:pt idx="0">
                  <c:v>0.34062500000000001</c:v>
                </c:pt>
                <c:pt idx="1">
                  <c:v>0.35</c:v>
                </c:pt>
                <c:pt idx="2">
                  <c:v>0.35208333333333336</c:v>
                </c:pt>
                <c:pt idx="3">
                  <c:v>0.35416666666666669</c:v>
                </c:pt>
                <c:pt idx="4">
                  <c:v>0.35625000000000001</c:v>
                </c:pt>
                <c:pt idx="5">
                  <c:v>0.35833333333333334</c:v>
                </c:pt>
                <c:pt idx="6">
                  <c:v>0.36041666666666666</c:v>
                </c:pt>
                <c:pt idx="7">
                  <c:v>0.36249999999999999</c:v>
                </c:pt>
                <c:pt idx="8">
                  <c:v>0.36458333333333331</c:v>
                </c:pt>
                <c:pt idx="9">
                  <c:v>0.36666666666666664</c:v>
                </c:pt>
                <c:pt idx="10">
                  <c:v>0.36875000000000002</c:v>
                </c:pt>
                <c:pt idx="11">
                  <c:v>0.37083333333333335</c:v>
                </c:pt>
                <c:pt idx="12">
                  <c:v>0.37291666666666667</c:v>
                </c:pt>
                <c:pt idx="13">
                  <c:v>0.375</c:v>
                </c:pt>
                <c:pt idx="14">
                  <c:v>0.37708333333333333</c:v>
                </c:pt>
                <c:pt idx="15">
                  <c:v>0.37916666666666665</c:v>
                </c:pt>
                <c:pt idx="16">
                  <c:v>0.38124999999999998</c:v>
                </c:pt>
                <c:pt idx="17">
                  <c:v>0.38333333333333336</c:v>
                </c:pt>
                <c:pt idx="18">
                  <c:v>0.38541666666666669</c:v>
                </c:pt>
                <c:pt idx="19">
                  <c:v>0.38750000000000001</c:v>
                </c:pt>
                <c:pt idx="20">
                  <c:v>0.38958333333333334</c:v>
                </c:pt>
                <c:pt idx="21">
                  <c:v>0.39166666666666666</c:v>
                </c:pt>
                <c:pt idx="22">
                  <c:v>0.39374999999999999</c:v>
                </c:pt>
                <c:pt idx="23">
                  <c:v>0.39583333333333331</c:v>
                </c:pt>
                <c:pt idx="24">
                  <c:v>0.39791666666666664</c:v>
                </c:pt>
                <c:pt idx="25">
                  <c:v>0.4</c:v>
                </c:pt>
                <c:pt idx="26">
                  <c:v>0.40208333333333335</c:v>
                </c:pt>
                <c:pt idx="27">
                  <c:v>0.40416666666666667</c:v>
                </c:pt>
                <c:pt idx="28">
                  <c:v>0.40625</c:v>
                </c:pt>
                <c:pt idx="29">
                  <c:v>0.40833333333333333</c:v>
                </c:pt>
                <c:pt idx="30">
                  <c:v>0.41041666666666665</c:v>
                </c:pt>
                <c:pt idx="31">
                  <c:v>0.41249999999999998</c:v>
                </c:pt>
                <c:pt idx="32">
                  <c:v>0.41458333333333336</c:v>
                </c:pt>
                <c:pt idx="33">
                  <c:v>0.41666666666666669</c:v>
                </c:pt>
                <c:pt idx="34">
                  <c:v>0.41875000000000001</c:v>
                </c:pt>
                <c:pt idx="35">
                  <c:v>0.42083333333333334</c:v>
                </c:pt>
                <c:pt idx="36">
                  <c:v>0.42291666666666666</c:v>
                </c:pt>
                <c:pt idx="37">
                  <c:v>0.42499999999999999</c:v>
                </c:pt>
                <c:pt idx="38">
                  <c:v>0.42708333333333331</c:v>
                </c:pt>
                <c:pt idx="39">
                  <c:v>0.42916666666666664</c:v>
                </c:pt>
                <c:pt idx="40">
                  <c:v>0.43125000000000002</c:v>
                </c:pt>
                <c:pt idx="41">
                  <c:v>0.43333333333333335</c:v>
                </c:pt>
                <c:pt idx="42">
                  <c:v>0.43541666666666667</c:v>
                </c:pt>
                <c:pt idx="43">
                  <c:v>0.4375</c:v>
                </c:pt>
                <c:pt idx="44">
                  <c:v>0.43958333333333333</c:v>
                </c:pt>
                <c:pt idx="45">
                  <c:v>0.44166666666666665</c:v>
                </c:pt>
                <c:pt idx="46">
                  <c:v>0.44374999999999998</c:v>
                </c:pt>
                <c:pt idx="47">
                  <c:v>0.44583333333333336</c:v>
                </c:pt>
                <c:pt idx="48">
                  <c:v>0.44791666666666669</c:v>
                </c:pt>
                <c:pt idx="49">
                  <c:v>0.45</c:v>
                </c:pt>
                <c:pt idx="50">
                  <c:v>0.45208333333333334</c:v>
                </c:pt>
                <c:pt idx="51">
                  <c:v>0.45416666666666666</c:v>
                </c:pt>
                <c:pt idx="52">
                  <c:v>0.45624999999999999</c:v>
                </c:pt>
                <c:pt idx="53">
                  <c:v>0.45833333333333331</c:v>
                </c:pt>
                <c:pt idx="54">
                  <c:v>0.46041666666666664</c:v>
                </c:pt>
                <c:pt idx="55">
                  <c:v>0.46250000000000002</c:v>
                </c:pt>
                <c:pt idx="56">
                  <c:v>0.46458333333333335</c:v>
                </c:pt>
                <c:pt idx="57">
                  <c:v>0.46666666666666667</c:v>
                </c:pt>
                <c:pt idx="58">
                  <c:v>0.46875</c:v>
                </c:pt>
                <c:pt idx="59">
                  <c:v>0.47083333333333333</c:v>
                </c:pt>
                <c:pt idx="60">
                  <c:v>0.47291666666666665</c:v>
                </c:pt>
                <c:pt idx="61">
                  <c:v>0.47499999999999998</c:v>
                </c:pt>
                <c:pt idx="62">
                  <c:v>0.47708333333333336</c:v>
                </c:pt>
                <c:pt idx="63">
                  <c:v>0.47916666666666669</c:v>
                </c:pt>
                <c:pt idx="64">
                  <c:v>0.48125000000000001</c:v>
                </c:pt>
                <c:pt idx="65">
                  <c:v>0.48333333333333334</c:v>
                </c:pt>
                <c:pt idx="66">
                  <c:v>0.48541666666666666</c:v>
                </c:pt>
                <c:pt idx="67">
                  <c:v>0.48749999999999999</c:v>
                </c:pt>
                <c:pt idx="68">
                  <c:v>0.48958333333333331</c:v>
                </c:pt>
                <c:pt idx="69">
                  <c:v>0.49166666666666664</c:v>
                </c:pt>
                <c:pt idx="70">
                  <c:v>0.49375000000000002</c:v>
                </c:pt>
                <c:pt idx="71">
                  <c:v>0.49583333333333335</c:v>
                </c:pt>
                <c:pt idx="72">
                  <c:v>0.49791666666666667</c:v>
                </c:pt>
                <c:pt idx="73">
                  <c:v>0.5</c:v>
                </c:pt>
                <c:pt idx="74">
                  <c:v>0.50208333333333333</c:v>
                </c:pt>
                <c:pt idx="75">
                  <c:v>0.50416666666666665</c:v>
                </c:pt>
                <c:pt idx="76">
                  <c:v>0.50624999999999998</c:v>
                </c:pt>
                <c:pt idx="77">
                  <c:v>0.5083333333333333</c:v>
                </c:pt>
                <c:pt idx="78">
                  <c:v>0.51041666666666663</c:v>
                </c:pt>
                <c:pt idx="79">
                  <c:v>0.51249999999999996</c:v>
                </c:pt>
                <c:pt idx="80">
                  <c:v>0.51458333333333328</c:v>
                </c:pt>
                <c:pt idx="81">
                  <c:v>0.51666666666666672</c:v>
                </c:pt>
                <c:pt idx="82">
                  <c:v>0.51875000000000004</c:v>
                </c:pt>
                <c:pt idx="83">
                  <c:v>0.52083333333333337</c:v>
                </c:pt>
                <c:pt idx="84">
                  <c:v>0.5229166666666667</c:v>
                </c:pt>
                <c:pt idx="85">
                  <c:v>0.52500000000000002</c:v>
                </c:pt>
                <c:pt idx="86">
                  <c:v>0.52708333333333335</c:v>
                </c:pt>
                <c:pt idx="87">
                  <c:v>0.52916666666666667</c:v>
                </c:pt>
                <c:pt idx="88">
                  <c:v>0.53125</c:v>
                </c:pt>
                <c:pt idx="89">
                  <c:v>0.53333333333333333</c:v>
                </c:pt>
                <c:pt idx="90">
                  <c:v>0.53541666666666665</c:v>
                </c:pt>
                <c:pt idx="91">
                  <c:v>0.53749999999999998</c:v>
                </c:pt>
                <c:pt idx="92">
                  <c:v>0.5395833333333333</c:v>
                </c:pt>
                <c:pt idx="93">
                  <c:v>0.54166666666666663</c:v>
                </c:pt>
                <c:pt idx="94">
                  <c:v>0.54374999999999996</c:v>
                </c:pt>
                <c:pt idx="95">
                  <c:v>0.54583333333333328</c:v>
                </c:pt>
                <c:pt idx="96">
                  <c:v>0.54791666666666672</c:v>
                </c:pt>
                <c:pt idx="97">
                  <c:v>0.55000000000000004</c:v>
                </c:pt>
                <c:pt idx="98">
                  <c:v>0.55208333333333337</c:v>
                </c:pt>
                <c:pt idx="99">
                  <c:v>0.5541666666666667</c:v>
                </c:pt>
                <c:pt idx="100">
                  <c:v>0.55625000000000002</c:v>
                </c:pt>
                <c:pt idx="101">
                  <c:v>0.55833333333333335</c:v>
                </c:pt>
                <c:pt idx="102">
                  <c:v>0.56041666666666667</c:v>
                </c:pt>
                <c:pt idx="103">
                  <c:v>0.5625</c:v>
                </c:pt>
                <c:pt idx="104">
                  <c:v>0.56458333333333333</c:v>
                </c:pt>
                <c:pt idx="105">
                  <c:v>0.56666666666666665</c:v>
                </c:pt>
                <c:pt idx="106">
                  <c:v>0.56874999999999998</c:v>
                </c:pt>
                <c:pt idx="107">
                  <c:v>0.5708333333333333</c:v>
                </c:pt>
                <c:pt idx="108">
                  <c:v>0.57291666666666663</c:v>
                </c:pt>
                <c:pt idx="109">
                  <c:v>0.57499999999999996</c:v>
                </c:pt>
                <c:pt idx="110">
                  <c:v>0.57708333333333328</c:v>
                </c:pt>
                <c:pt idx="111">
                  <c:v>0.57916666666666672</c:v>
                </c:pt>
                <c:pt idx="112">
                  <c:v>0.58125000000000004</c:v>
                </c:pt>
                <c:pt idx="113">
                  <c:v>0.58333333333333337</c:v>
                </c:pt>
                <c:pt idx="114">
                  <c:v>0.5854166666666667</c:v>
                </c:pt>
                <c:pt idx="115">
                  <c:v>0.58750000000000002</c:v>
                </c:pt>
                <c:pt idx="116">
                  <c:v>0.58958333333333335</c:v>
                </c:pt>
                <c:pt idx="117">
                  <c:v>0.59166666666666667</c:v>
                </c:pt>
                <c:pt idx="118">
                  <c:v>0.59375</c:v>
                </c:pt>
                <c:pt idx="119">
                  <c:v>0.59583333333333333</c:v>
                </c:pt>
                <c:pt idx="120">
                  <c:v>0.59791666666666665</c:v>
                </c:pt>
                <c:pt idx="121">
                  <c:v>0.6</c:v>
                </c:pt>
                <c:pt idx="122">
                  <c:v>0.6020833333333333</c:v>
                </c:pt>
                <c:pt idx="123">
                  <c:v>0.60416666666666663</c:v>
                </c:pt>
                <c:pt idx="124">
                  <c:v>0.60624999999999996</c:v>
                </c:pt>
                <c:pt idx="125">
                  <c:v>0.60833333333333328</c:v>
                </c:pt>
                <c:pt idx="126">
                  <c:v>0.61041666666666672</c:v>
                </c:pt>
                <c:pt idx="127">
                  <c:v>0.61250000000000004</c:v>
                </c:pt>
                <c:pt idx="128">
                  <c:v>0.61458333333333337</c:v>
                </c:pt>
                <c:pt idx="129">
                  <c:v>0.6166666666666667</c:v>
                </c:pt>
                <c:pt idx="130">
                  <c:v>0.61875000000000002</c:v>
                </c:pt>
                <c:pt idx="131">
                  <c:v>0.62083333333333335</c:v>
                </c:pt>
                <c:pt idx="132">
                  <c:v>0.62291666666666667</c:v>
                </c:pt>
                <c:pt idx="133">
                  <c:v>0.625</c:v>
                </c:pt>
                <c:pt idx="134">
                  <c:v>0.62708333333333333</c:v>
                </c:pt>
                <c:pt idx="135">
                  <c:v>0.62916666666666665</c:v>
                </c:pt>
                <c:pt idx="136">
                  <c:v>0.63124999999999998</c:v>
                </c:pt>
                <c:pt idx="137">
                  <c:v>0.6333333333333333</c:v>
                </c:pt>
                <c:pt idx="138">
                  <c:v>0.63541666666666663</c:v>
                </c:pt>
                <c:pt idx="139">
                  <c:v>0.63749999999999996</c:v>
                </c:pt>
                <c:pt idx="140">
                  <c:v>0.63958333333333328</c:v>
                </c:pt>
                <c:pt idx="141">
                  <c:v>0.64166666666666672</c:v>
                </c:pt>
                <c:pt idx="142">
                  <c:v>0.64375000000000004</c:v>
                </c:pt>
                <c:pt idx="143">
                  <c:v>0.64583333333333337</c:v>
                </c:pt>
                <c:pt idx="144">
                  <c:v>0.6479166666666667</c:v>
                </c:pt>
                <c:pt idx="145">
                  <c:v>0.65</c:v>
                </c:pt>
                <c:pt idx="146">
                  <c:v>0.65208333333333335</c:v>
                </c:pt>
                <c:pt idx="147">
                  <c:v>0.65416666666666667</c:v>
                </c:pt>
                <c:pt idx="148">
                  <c:v>0.65625</c:v>
                </c:pt>
                <c:pt idx="149">
                  <c:v>0.65833333333333333</c:v>
                </c:pt>
                <c:pt idx="150">
                  <c:v>0.66041666666666665</c:v>
                </c:pt>
                <c:pt idx="151">
                  <c:v>0.66249999999999998</c:v>
                </c:pt>
                <c:pt idx="152">
                  <c:v>0.6645833333333333</c:v>
                </c:pt>
                <c:pt idx="153">
                  <c:v>0.66666666666666663</c:v>
                </c:pt>
                <c:pt idx="154">
                  <c:v>0.66874999999999996</c:v>
                </c:pt>
                <c:pt idx="155">
                  <c:v>0.67083333333333328</c:v>
                </c:pt>
                <c:pt idx="156">
                  <c:v>0.67291666666666672</c:v>
                </c:pt>
                <c:pt idx="157">
                  <c:v>0.67500000000000004</c:v>
                </c:pt>
                <c:pt idx="158">
                  <c:v>0.67708333333333337</c:v>
                </c:pt>
                <c:pt idx="159">
                  <c:v>0.6791666666666667</c:v>
                </c:pt>
                <c:pt idx="160">
                  <c:v>0.68125000000000002</c:v>
                </c:pt>
                <c:pt idx="161">
                  <c:v>0.68333333333333335</c:v>
                </c:pt>
                <c:pt idx="162">
                  <c:v>0.68541666666666667</c:v>
                </c:pt>
                <c:pt idx="163">
                  <c:v>0.6875</c:v>
                </c:pt>
                <c:pt idx="164">
                  <c:v>0.68958333333333333</c:v>
                </c:pt>
                <c:pt idx="165">
                  <c:v>0.69166666666666665</c:v>
                </c:pt>
                <c:pt idx="166">
                  <c:v>0.69374999999999998</c:v>
                </c:pt>
                <c:pt idx="167">
                  <c:v>0.6958333333333333</c:v>
                </c:pt>
              </c:numCache>
            </c:numRef>
          </c:xVal>
          <c:yVal>
            <c:numRef>
              <c:f>'Monitor 3'!$D$10:$D$177</c:f>
              <c:numCache>
                <c:formatCode>General</c:formatCode>
                <c:ptCount val="16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0.1</c:v>
                </c:pt>
                <c:pt idx="31">
                  <c:v>0.1</c:v>
                </c:pt>
                <c:pt idx="32">
                  <c:v>0.1</c:v>
                </c:pt>
                <c:pt idx="33">
                  <c:v>0.1</c:v>
                </c:pt>
                <c:pt idx="34">
                  <c:v>0.1</c:v>
                </c:pt>
                <c:pt idx="35">
                  <c:v>0.1</c:v>
                </c:pt>
                <c:pt idx="36">
                  <c:v>0.1</c:v>
                </c:pt>
                <c:pt idx="37">
                  <c:v>0.1</c:v>
                </c:pt>
                <c:pt idx="38">
                  <c:v>0.1</c:v>
                </c:pt>
                <c:pt idx="39">
                  <c:v>0.1</c:v>
                </c:pt>
                <c:pt idx="40">
                  <c:v>0.1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0.1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0.1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A1F-46F6-A4B6-938C6D53FE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2736392"/>
        <c:axId val="792738192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'Monitor 3'!$B$9</c15:sqref>
                        </c15:formulaRef>
                      </c:ext>
                    </c:extLst>
                    <c:strCache>
                      <c:ptCount val="1"/>
                      <c:pt idx="0">
                        <c:v>Combustible Reading (%LEL)</c:v>
                      </c:pt>
                    </c:strCache>
                  </c:strRef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'Monitor 3'!$A$10:$A$177</c15:sqref>
                        </c15:formulaRef>
                      </c:ext>
                    </c:extLst>
                    <c:numCache>
                      <c:formatCode>h:mm;@</c:formatCode>
                      <c:ptCount val="168"/>
                      <c:pt idx="0">
                        <c:v>0.34062500000000001</c:v>
                      </c:pt>
                      <c:pt idx="1">
                        <c:v>0.35</c:v>
                      </c:pt>
                      <c:pt idx="2">
                        <c:v>0.35208333333333336</c:v>
                      </c:pt>
                      <c:pt idx="3">
                        <c:v>0.35416666666666669</c:v>
                      </c:pt>
                      <c:pt idx="4">
                        <c:v>0.35625000000000001</c:v>
                      </c:pt>
                      <c:pt idx="5">
                        <c:v>0.35833333333333334</c:v>
                      </c:pt>
                      <c:pt idx="6">
                        <c:v>0.36041666666666666</c:v>
                      </c:pt>
                      <c:pt idx="7">
                        <c:v>0.36249999999999999</c:v>
                      </c:pt>
                      <c:pt idx="8">
                        <c:v>0.36458333333333331</c:v>
                      </c:pt>
                      <c:pt idx="9">
                        <c:v>0.36666666666666664</c:v>
                      </c:pt>
                      <c:pt idx="10">
                        <c:v>0.36875000000000002</c:v>
                      </c:pt>
                      <c:pt idx="11">
                        <c:v>0.37083333333333335</c:v>
                      </c:pt>
                      <c:pt idx="12">
                        <c:v>0.37291666666666667</c:v>
                      </c:pt>
                      <c:pt idx="13">
                        <c:v>0.375</c:v>
                      </c:pt>
                      <c:pt idx="14">
                        <c:v>0.37708333333333333</c:v>
                      </c:pt>
                      <c:pt idx="15">
                        <c:v>0.37916666666666665</c:v>
                      </c:pt>
                      <c:pt idx="16">
                        <c:v>0.38124999999999998</c:v>
                      </c:pt>
                      <c:pt idx="17">
                        <c:v>0.38333333333333336</c:v>
                      </c:pt>
                      <c:pt idx="18">
                        <c:v>0.38541666666666669</c:v>
                      </c:pt>
                      <c:pt idx="19">
                        <c:v>0.38750000000000001</c:v>
                      </c:pt>
                      <c:pt idx="20">
                        <c:v>0.38958333333333334</c:v>
                      </c:pt>
                      <c:pt idx="21">
                        <c:v>0.39166666666666666</c:v>
                      </c:pt>
                      <c:pt idx="22">
                        <c:v>0.39374999999999999</c:v>
                      </c:pt>
                      <c:pt idx="23">
                        <c:v>0.39583333333333331</c:v>
                      </c:pt>
                      <c:pt idx="24">
                        <c:v>0.39791666666666664</c:v>
                      </c:pt>
                      <c:pt idx="25">
                        <c:v>0.4</c:v>
                      </c:pt>
                      <c:pt idx="26">
                        <c:v>0.40208333333333335</c:v>
                      </c:pt>
                      <c:pt idx="27">
                        <c:v>0.40416666666666667</c:v>
                      </c:pt>
                      <c:pt idx="28">
                        <c:v>0.40625</c:v>
                      </c:pt>
                      <c:pt idx="29">
                        <c:v>0.40833333333333333</c:v>
                      </c:pt>
                      <c:pt idx="30">
                        <c:v>0.41041666666666665</c:v>
                      </c:pt>
                      <c:pt idx="31">
                        <c:v>0.41249999999999998</c:v>
                      </c:pt>
                      <c:pt idx="32">
                        <c:v>0.41458333333333336</c:v>
                      </c:pt>
                      <c:pt idx="33">
                        <c:v>0.41666666666666669</c:v>
                      </c:pt>
                      <c:pt idx="34">
                        <c:v>0.41875000000000001</c:v>
                      </c:pt>
                      <c:pt idx="35">
                        <c:v>0.42083333333333334</c:v>
                      </c:pt>
                      <c:pt idx="36">
                        <c:v>0.42291666666666666</c:v>
                      </c:pt>
                      <c:pt idx="37">
                        <c:v>0.42499999999999999</c:v>
                      </c:pt>
                      <c:pt idx="38">
                        <c:v>0.42708333333333331</c:v>
                      </c:pt>
                      <c:pt idx="39">
                        <c:v>0.42916666666666664</c:v>
                      </c:pt>
                      <c:pt idx="40">
                        <c:v>0.43125000000000002</c:v>
                      </c:pt>
                      <c:pt idx="41">
                        <c:v>0.43333333333333335</c:v>
                      </c:pt>
                      <c:pt idx="42">
                        <c:v>0.43541666666666667</c:v>
                      </c:pt>
                      <c:pt idx="43">
                        <c:v>0.4375</c:v>
                      </c:pt>
                      <c:pt idx="44">
                        <c:v>0.43958333333333333</c:v>
                      </c:pt>
                      <c:pt idx="45">
                        <c:v>0.44166666666666665</c:v>
                      </c:pt>
                      <c:pt idx="46">
                        <c:v>0.44374999999999998</c:v>
                      </c:pt>
                      <c:pt idx="47">
                        <c:v>0.44583333333333336</c:v>
                      </c:pt>
                      <c:pt idx="48">
                        <c:v>0.44791666666666669</c:v>
                      </c:pt>
                      <c:pt idx="49">
                        <c:v>0.45</c:v>
                      </c:pt>
                      <c:pt idx="50">
                        <c:v>0.45208333333333334</c:v>
                      </c:pt>
                      <c:pt idx="51">
                        <c:v>0.45416666666666666</c:v>
                      </c:pt>
                      <c:pt idx="52">
                        <c:v>0.45624999999999999</c:v>
                      </c:pt>
                      <c:pt idx="53">
                        <c:v>0.45833333333333331</c:v>
                      </c:pt>
                      <c:pt idx="54">
                        <c:v>0.46041666666666664</c:v>
                      </c:pt>
                      <c:pt idx="55">
                        <c:v>0.46250000000000002</c:v>
                      </c:pt>
                      <c:pt idx="56">
                        <c:v>0.46458333333333335</c:v>
                      </c:pt>
                      <c:pt idx="57">
                        <c:v>0.46666666666666667</c:v>
                      </c:pt>
                      <c:pt idx="58">
                        <c:v>0.46875</c:v>
                      </c:pt>
                      <c:pt idx="59">
                        <c:v>0.47083333333333333</c:v>
                      </c:pt>
                      <c:pt idx="60">
                        <c:v>0.47291666666666665</c:v>
                      </c:pt>
                      <c:pt idx="61">
                        <c:v>0.47499999999999998</c:v>
                      </c:pt>
                      <c:pt idx="62">
                        <c:v>0.47708333333333336</c:v>
                      </c:pt>
                      <c:pt idx="63">
                        <c:v>0.47916666666666669</c:v>
                      </c:pt>
                      <c:pt idx="64">
                        <c:v>0.48125000000000001</c:v>
                      </c:pt>
                      <c:pt idx="65">
                        <c:v>0.48333333333333334</c:v>
                      </c:pt>
                      <c:pt idx="66">
                        <c:v>0.48541666666666666</c:v>
                      </c:pt>
                      <c:pt idx="67">
                        <c:v>0.48749999999999999</c:v>
                      </c:pt>
                      <c:pt idx="68">
                        <c:v>0.48958333333333331</c:v>
                      </c:pt>
                      <c:pt idx="69">
                        <c:v>0.49166666666666664</c:v>
                      </c:pt>
                      <c:pt idx="70">
                        <c:v>0.49375000000000002</c:v>
                      </c:pt>
                      <c:pt idx="71">
                        <c:v>0.49583333333333335</c:v>
                      </c:pt>
                      <c:pt idx="72">
                        <c:v>0.49791666666666667</c:v>
                      </c:pt>
                      <c:pt idx="73">
                        <c:v>0.5</c:v>
                      </c:pt>
                      <c:pt idx="74">
                        <c:v>0.50208333333333333</c:v>
                      </c:pt>
                      <c:pt idx="75">
                        <c:v>0.50416666666666665</c:v>
                      </c:pt>
                      <c:pt idx="76">
                        <c:v>0.50624999999999998</c:v>
                      </c:pt>
                      <c:pt idx="77">
                        <c:v>0.5083333333333333</c:v>
                      </c:pt>
                      <c:pt idx="78">
                        <c:v>0.51041666666666663</c:v>
                      </c:pt>
                      <c:pt idx="79">
                        <c:v>0.51249999999999996</c:v>
                      </c:pt>
                      <c:pt idx="80">
                        <c:v>0.51458333333333328</c:v>
                      </c:pt>
                      <c:pt idx="81">
                        <c:v>0.51666666666666672</c:v>
                      </c:pt>
                      <c:pt idx="82">
                        <c:v>0.51875000000000004</c:v>
                      </c:pt>
                      <c:pt idx="83">
                        <c:v>0.52083333333333337</c:v>
                      </c:pt>
                      <c:pt idx="84">
                        <c:v>0.5229166666666667</c:v>
                      </c:pt>
                      <c:pt idx="85">
                        <c:v>0.52500000000000002</c:v>
                      </c:pt>
                      <c:pt idx="86">
                        <c:v>0.52708333333333335</c:v>
                      </c:pt>
                      <c:pt idx="87">
                        <c:v>0.52916666666666667</c:v>
                      </c:pt>
                      <c:pt idx="88">
                        <c:v>0.53125</c:v>
                      </c:pt>
                      <c:pt idx="89">
                        <c:v>0.53333333333333333</c:v>
                      </c:pt>
                      <c:pt idx="90">
                        <c:v>0.53541666666666665</c:v>
                      </c:pt>
                      <c:pt idx="91">
                        <c:v>0.53749999999999998</c:v>
                      </c:pt>
                      <c:pt idx="92">
                        <c:v>0.5395833333333333</c:v>
                      </c:pt>
                      <c:pt idx="93">
                        <c:v>0.54166666666666663</c:v>
                      </c:pt>
                      <c:pt idx="94">
                        <c:v>0.54374999999999996</c:v>
                      </c:pt>
                      <c:pt idx="95">
                        <c:v>0.54583333333333328</c:v>
                      </c:pt>
                      <c:pt idx="96">
                        <c:v>0.54791666666666672</c:v>
                      </c:pt>
                      <c:pt idx="97">
                        <c:v>0.55000000000000004</c:v>
                      </c:pt>
                      <c:pt idx="98">
                        <c:v>0.55208333333333337</c:v>
                      </c:pt>
                      <c:pt idx="99">
                        <c:v>0.5541666666666667</c:v>
                      </c:pt>
                      <c:pt idx="100">
                        <c:v>0.55625000000000002</c:v>
                      </c:pt>
                      <c:pt idx="101">
                        <c:v>0.55833333333333335</c:v>
                      </c:pt>
                      <c:pt idx="102">
                        <c:v>0.56041666666666667</c:v>
                      </c:pt>
                      <c:pt idx="103">
                        <c:v>0.5625</c:v>
                      </c:pt>
                      <c:pt idx="104">
                        <c:v>0.56458333333333333</c:v>
                      </c:pt>
                      <c:pt idx="105">
                        <c:v>0.56666666666666665</c:v>
                      </c:pt>
                      <c:pt idx="106">
                        <c:v>0.56874999999999998</c:v>
                      </c:pt>
                      <c:pt idx="107">
                        <c:v>0.5708333333333333</c:v>
                      </c:pt>
                      <c:pt idx="108">
                        <c:v>0.57291666666666663</c:v>
                      </c:pt>
                      <c:pt idx="109">
                        <c:v>0.57499999999999996</c:v>
                      </c:pt>
                      <c:pt idx="110">
                        <c:v>0.57708333333333328</c:v>
                      </c:pt>
                      <c:pt idx="111">
                        <c:v>0.57916666666666672</c:v>
                      </c:pt>
                      <c:pt idx="112">
                        <c:v>0.58125000000000004</c:v>
                      </c:pt>
                      <c:pt idx="113">
                        <c:v>0.58333333333333337</c:v>
                      </c:pt>
                      <c:pt idx="114">
                        <c:v>0.5854166666666667</c:v>
                      </c:pt>
                      <c:pt idx="115">
                        <c:v>0.58750000000000002</c:v>
                      </c:pt>
                      <c:pt idx="116">
                        <c:v>0.58958333333333335</c:v>
                      </c:pt>
                      <c:pt idx="117">
                        <c:v>0.59166666666666667</c:v>
                      </c:pt>
                      <c:pt idx="118">
                        <c:v>0.59375</c:v>
                      </c:pt>
                      <c:pt idx="119">
                        <c:v>0.59583333333333333</c:v>
                      </c:pt>
                      <c:pt idx="120">
                        <c:v>0.59791666666666665</c:v>
                      </c:pt>
                      <c:pt idx="121">
                        <c:v>0.6</c:v>
                      </c:pt>
                      <c:pt idx="122">
                        <c:v>0.6020833333333333</c:v>
                      </c:pt>
                      <c:pt idx="123">
                        <c:v>0.60416666666666663</c:v>
                      </c:pt>
                      <c:pt idx="124">
                        <c:v>0.60624999999999996</c:v>
                      </c:pt>
                      <c:pt idx="125">
                        <c:v>0.60833333333333328</c:v>
                      </c:pt>
                      <c:pt idx="126">
                        <c:v>0.61041666666666672</c:v>
                      </c:pt>
                      <c:pt idx="127">
                        <c:v>0.61250000000000004</c:v>
                      </c:pt>
                      <c:pt idx="128">
                        <c:v>0.61458333333333337</c:v>
                      </c:pt>
                      <c:pt idx="129">
                        <c:v>0.6166666666666667</c:v>
                      </c:pt>
                      <c:pt idx="130">
                        <c:v>0.61875000000000002</c:v>
                      </c:pt>
                      <c:pt idx="131">
                        <c:v>0.62083333333333335</c:v>
                      </c:pt>
                      <c:pt idx="132">
                        <c:v>0.62291666666666667</c:v>
                      </c:pt>
                      <c:pt idx="133">
                        <c:v>0.625</c:v>
                      </c:pt>
                      <c:pt idx="134">
                        <c:v>0.62708333333333333</c:v>
                      </c:pt>
                      <c:pt idx="135">
                        <c:v>0.62916666666666665</c:v>
                      </c:pt>
                      <c:pt idx="136">
                        <c:v>0.63124999999999998</c:v>
                      </c:pt>
                      <c:pt idx="137">
                        <c:v>0.6333333333333333</c:v>
                      </c:pt>
                      <c:pt idx="138">
                        <c:v>0.63541666666666663</c:v>
                      </c:pt>
                      <c:pt idx="139">
                        <c:v>0.63749999999999996</c:v>
                      </c:pt>
                      <c:pt idx="140">
                        <c:v>0.63958333333333328</c:v>
                      </c:pt>
                      <c:pt idx="141">
                        <c:v>0.64166666666666672</c:v>
                      </c:pt>
                      <c:pt idx="142">
                        <c:v>0.64375000000000004</c:v>
                      </c:pt>
                      <c:pt idx="143">
                        <c:v>0.64583333333333337</c:v>
                      </c:pt>
                      <c:pt idx="144">
                        <c:v>0.6479166666666667</c:v>
                      </c:pt>
                      <c:pt idx="145">
                        <c:v>0.65</c:v>
                      </c:pt>
                      <c:pt idx="146">
                        <c:v>0.65208333333333335</c:v>
                      </c:pt>
                      <c:pt idx="147">
                        <c:v>0.65416666666666667</c:v>
                      </c:pt>
                      <c:pt idx="148">
                        <c:v>0.65625</c:v>
                      </c:pt>
                      <c:pt idx="149">
                        <c:v>0.65833333333333333</c:v>
                      </c:pt>
                      <c:pt idx="150">
                        <c:v>0.66041666666666665</c:v>
                      </c:pt>
                      <c:pt idx="151">
                        <c:v>0.66249999999999998</c:v>
                      </c:pt>
                      <c:pt idx="152">
                        <c:v>0.6645833333333333</c:v>
                      </c:pt>
                      <c:pt idx="153">
                        <c:v>0.66666666666666663</c:v>
                      </c:pt>
                      <c:pt idx="154">
                        <c:v>0.66874999999999996</c:v>
                      </c:pt>
                      <c:pt idx="155">
                        <c:v>0.67083333333333328</c:v>
                      </c:pt>
                      <c:pt idx="156">
                        <c:v>0.67291666666666672</c:v>
                      </c:pt>
                      <c:pt idx="157">
                        <c:v>0.67500000000000004</c:v>
                      </c:pt>
                      <c:pt idx="158">
                        <c:v>0.67708333333333337</c:v>
                      </c:pt>
                      <c:pt idx="159">
                        <c:v>0.6791666666666667</c:v>
                      </c:pt>
                      <c:pt idx="160">
                        <c:v>0.68125000000000002</c:v>
                      </c:pt>
                      <c:pt idx="161">
                        <c:v>0.68333333333333335</c:v>
                      </c:pt>
                      <c:pt idx="162">
                        <c:v>0.68541666666666667</c:v>
                      </c:pt>
                      <c:pt idx="163">
                        <c:v>0.6875</c:v>
                      </c:pt>
                      <c:pt idx="164">
                        <c:v>0.68958333333333333</c:v>
                      </c:pt>
                      <c:pt idx="165">
                        <c:v>0.69166666666666665</c:v>
                      </c:pt>
                      <c:pt idx="166">
                        <c:v>0.69374999999999998</c:v>
                      </c:pt>
                      <c:pt idx="167">
                        <c:v>0.6958333333333333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'Monitor 3'!$B$10:$B$177</c15:sqref>
                        </c15:formulaRef>
                      </c:ext>
                    </c:extLst>
                    <c:numCache>
                      <c:formatCode>General</c:formatCode>
                      <c:ptCount val="168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0</c:v>
                      </c:pt>
                      <c:pt idx="32">
                        <c:v>0</c:v>
                      </c:pt>
                      <c:pt idx="33">
                        <c:v>0</c:v>
                      </c:pt>
                      <c:pt idx="34">
                        <c:v>0</c:v>
                      </c:pt>
                      <c:pt idx="35">
                        <c:v>0</c:v>
                      </c:pt>
                      <c:pt idx="36">
                        <c:v>0</c:v>
                      </c:pt>
                      <c:pt idx="37">
                        <c:v>0</c:v>
                      </c:pt>
                      <c:pt idx="38">
                        <c:v>0</c:v>
                      </c:pt>
                      <c:pt idx="39">
                        <c:v>0</c:v>
                      </c:pt>
                      <c:pt idx="40">
                        <c:v>0</c:v>
                      </c:pt>
                      <c:pt idx="41">
                        <c:v>0</c:v>
                      </c:pt>
                      <c:pt idx="42">
                        <c:v>0</c:v>
                      </c:pt>
                      <c:pt idx="43">
                        <c:v>0</c:v>
                      </c:pt>
                      <c:pt idx="44">
                        <c:v>0</c:v>
                      </c:pt>
                      <c:pt idx="45">
                        <c:v>0</c:v>
                      </c:pt>
                      <c:pt idx="46">
                        <c:v>0</c:v>
                      </c:pt>
                      <c:pt idx="47">
                        <c:v>0</c:v>
                      </c:pt>
                      <c:pt idx="48">
                        <c:v>0</c:v>
                      </c:pt>
                      <c:pt idx="49">
                        <c:v>0</c:v>
                      </c:pt>
                      <c:pt idx="50">
                        <c:v>0</c:v>
                      </c:pt>
                      <c:pt idx="51">
                        <c:v>0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  <c:pt idx="100">
                        <c:v>0</c:v>
                      </c:pt>
                      <c:pt idx="101">
                        <c:v>0</c:v>
                      </c:pt>
                      <c:pt idx="102">
                        <c:v>0</c:v>
                      </c:pt>
                      <c:pt idx="103">
                        <c:v>0</c:v>
                      </c:pt>
                      <c:pt idx="104">
                        <c:v>0</c:v>
                      </c:pt>
                      <c:pt idx="105">
                        <c:v>0</c:v>
                      </c:pt>
                      <c:pt idx="106">
                        <c:v>0</c:v>
                      </c:pt>
                      <c:pt idx="107">
                        <c:v>0</c:v>
                      </c:pt>
                      <c:pt idx="108">
                        <c:v>0</c:v>
                      </c:pt>
                      <c:pt idx="109">
                        <c:v>0</c:v>
                      </c:pt>
                      <c:pt idx="110">
                        <c:v>0</c:v>
                      </c:pt>
                      <c:pt idx="111">
                        <c:v>0</c:v>
                      </c:pt>
                      <c:pt idx="112">
                        <c:v>0</c:v>
                      </c:pt>
                      <c:pt idx="113">
                        <c:v>0</c:v>
                      </c:pt>
                      <c:pt idx="114">
                        <c:v>0</c:v>
                      </c:pt>
                      <c:pt idx="115">
                        <c:v>0</c:v>
                      </c:pt>
                      <c:pt idx="116">
                        <c:v>0</c:v>
                      </c:pt>
                      <c:pt idx="117">
                        <c:v>0</c:v>
                      </c:pt>
                      <c:pt idx="118">
                        <c:v>0</c:v>
                      </c:pt>
                      <c:pt idx="119">
                        <c:v>0</c:v>
                      </c:pt>
                      <c:pt idx="120">
                        <c:v>0</c:v>
                      </c:pt>
                      <c:pt idx="121">
                        <c:v>0</c:v>
                      </c:pt>
                      <c:pt idx="122">
                        <c:v>0</c:v>
                      </c:pt>
                      <c:pt idx="123">
                        <c:v>0</c:v>
                      </c:pt>
                      <c:pt idx="124">
                        <c:v>0</c:v>
                      </c:pt>
                      <c:pt idx="125">
                        <c:v>0</c:v>
                      </c:pt>
                      <c:pt idx="126">
                        <c:v>0</c:v>
                      </c:pt>
                      <c:pt idx="127">
                        <c:v>0</c:v>
                      </c:pt>
                      <c:pt idx="128">
                        <c:v>0</c:v>
                      </c:pt>
                      <c:pt idx="129">
                        <c:v>0</c:v>
                      </c:pt>
                      <c:pt idx="130">
                        <c:v>0</c:v>
                      </c:pt>
                      <c:pt idx="131">
                        <c:v>0</c:v>
                      </c:pt>
                      <c:pt idx="132">
                        <c:v>0</c:v>
                      </c:pt>
                      <c:pt idx="133">
                        <c:v>0</c:v>
                      </c:pt>
                      <c:pt idx="134">
                        <c:v>0</c:v>
                      </c:pt>
                      <c:pt idx="135">
                        <c:v>0</c:v>
                      </c:pt>
                      <c:pt idx="136">
                        <c:v>0</c:v>
                      </c:pt>
                      <c:pt idx="137">
                        <c:v>0</c:v>
                      </c:pt>
                      <c:pt idx="138">
                        <c:v>0</c:v>
                      </c:pt>
                      <c:pt idx="139">
                        <c:v>0</c:v>
                      </c:pt>
                      <c:pt idx="140">
                        <c:v>0</c:v>
                      </c:pt>
                      <c:pt idx="141">
                        <c:v>0</c:v>
                      </c:pt>
                      <c:pt idx="142">
                        <c:v>0</c:v>
                      </c:pt>
                      <c:pt idx="143">
                        <c:v>0</c:v>
                      </c:pt>
                      <c:pt idx="144">
                        <c:v>0</c:v>
                      </c:pt>
                      <c:pt idx="145">
                        <c:v>0</c:v>
                      </c:pt>
                      <c:pt idx="146">
                        <c:v>0</c:v>
                      </c:pt>
                      <c:pt idx="147">
                        <c:v>0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0</c:v>
                      </c:pt>
                      <c:pt idx="151">
                        <c:v>0</c:v>
                      </c:pt>
                      <c:pt idx="152">
                        <c:v>0</c:v>
                      </c:pt>
                      <c:pt idx="153">
                        <c:v>0</c:v>
                      </c:pt>
                      <c:pt idx="154">
                        <c:v>0</c:v>
                      </c:pt>
                      <c:pt idx="155">
                        <c:v>0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0</c:v>
                      </c:pt>
                      <c:pt idx="160">
                        <c:v>0</c:v>
                      </c:pt>
                      <c:pt idx="161">
                        <c:v>0</c:v>
                      </c:pt>
                      <c:pt idx="162">
                        <c:v>0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0</c:v>
                      </c:pt>
                      <c:pt idx="167">
                        <c:v>0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2-3A1F-46F6-A4B6-938C6D53FE63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3'!$E$9</c15:sqref>
                        </c15:formulaRef>
                      </c:ext>
                    </c:extLst>
                    <c:strCache>
                      <c:ptCount val="1"/>
                      <c:pt idx="0">
                        <c:v>NH₃ Reading (PPM)</c:v>
                      </c:pt>
                    </c:strCache>
                  </c:strRef>
                </c:tx>
                <c:spPr>
                  <a:ln w="1905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3'!$A$10:$A$177</c15:sqref>
                        </c15:formulaRef>
                      </c:ext>
                    </c:extLst>
                    <c:numCache>
                      <c:formatCode>h:mm;@</c:formatCode>
                      <c:ptCount val="168"/>
                      <c:pt idx="0">
                        <c:v>0.34062500000000001</c:v>
                      </c:pt>
                      <c:pt idx="1">
                        <c:v>0.35</c:v>
                      </c:pt>
                      <c:pt idx="2">
                        <c:v>0.35208333333333336</c:v>
                      </c:pt>
                      <c:pt idx="3">
                        <c:v>0.35416666666666669</c:v>
                      </c:pt>
                      <c:pt idx="4">
                        <c:v>0.35625000000000001</c:v>
                      </c:pt>
                      <c:pt idx="5">
                        <c:v>0.35833333333333334</c:v>
                      </c:pt>
                      <c:pt idx="6">
                        <c:v>0.36041666666666666</c:v>
                      </c:pt>
                      <c:pt idx="7">
                        <c:v>0.36249999999999999</c:v>
                      </c:pt>
                      <c:pt idx="8">
                        <c:v>0.36458333333333331</c:v>
                      </c:pt>
                      <c:pt idx="9">
                        <c:v>0.36666666666666664</c:v>
                      </c:pt>
                      <c:pt idx="10">
                        <c:v>0.36875000000000002</c:v>
                      </c:pt>
                      <c:pt idx="11">
                        <c:v>0.37083333333333335</c:v>
                      </c:pt>
                      <c:pt idx="12">
                        <c:v>0.37291666666666667</c:v>
                      </c:pt>
                      <c:pt idx="13">
                        <c:v>0.375</c:v>
                      </c:pt>
                      <c:pt idx="14">
                        <c:v>0.37708333333333333</c:v>
                      </c:pt>
                      <c:pt idx="15">
                        <c:v>0.37916666666666665</c:v>
                      </c:pt>
                      <c:pt idx="16">
                        <c:v>0.38124999999999998</c:v>
                      </c:pt>
                      <c:pt idx="17">
                        <c:v>0.38333333333333336</c:v>
                      </c:pt>
                      <c:pt idx="18">
                        <c:v>0.38541666666666669</c:v>
                      </c:pt>
                      <c:pt idx="19">
                        <c:v>0.38750000000000001</c:v>
                      </c:pt>
                      <c:pt idx="20">
                        <c:v>0.38958333333333334</c:v>
                      </c:pt>
                      <c:pt idx="21">
                        <c:v>0.39166666666666666</c:v>
                      </c:pt>
                      <c:pt idx="22">
                        <c:v>0.39374999999999999</c:v>
                      </c:pt>
                      <c:pt idx="23">
                        <c:v>0.39583333333333331</c:v>
                      </c:pt>
                      <c:pt idx="24">
                        <c:v>0.39791666666666664</c:v>
                      </c:pt>
                      <c:pt idx="25">
                        <c:v>0.4</c:v>
                      </c:pt>
                      <c:pt idx="26">
                        <c:v>0.40208333333333335</c:v>
                      </c:pt>
                      <c:pt idx="27">
                        <c:v>0.40416666666666667</c:v>
                      </c:pt>
                      <c:pt idx="28">
                        <c:v>0.40625</c:v>
                      </c:pt>
                      <c:pt idx="29">
                        <c:v>0.40833333333333333</c:v>
                      </c:pt>
                      <c:pt idx="30">
                        <c:v>0.41041666666666665</c:v>
                      </c:pt>
                      <c:pt idx="31">
                        <c:v>0.41249999999999998</c:v>
                      </c:pt>
                      <c:pt idx="32">
                        <c:v>0.41458333333333336</c:v>
                      </c:pt>
                      <c:pt idx="33">
                        <c:v>0.41666666666666669</c:v>
                      </c:pt>
                      <c:pt idx="34">
                        <c:v>0.41875000000000001</c:v>
                      </c:pt>
                      <c:pt idx="35">
                        <c:v>0.42083333333333334</c:v>
                      </c:pt>
                      <c:pt idx="36">
                        <c:v>0.42291666666666666</c:v>
                      </c:pt>
                      <c:pt idx="37">
                        <c:v>0.42499999999999999</c:v>
                      </c:pt>
                      <c:pt idx="38">
                        <c:v>0.42708333333333331</c:v>
                      </c:pt>
                      <c:pt idx="39">
                        <c:v>0.42916666666666664</c:v>
                      </c:pt>
                      <c:pt idx="40">
                        <c:v>0.43125000000000002</c:v>
                      </c:pt>
                      <c:pt idx="41">
                        <c:v>0.43333333333333335</c:v>
                      </c:pt>
                      <c:pt idx="42">
                        <c:v>0.43541666666666667</c:v>
                      </c:pt>
                      <c:pt idx="43">
                        <c:v>0.4375</c:v>
                      </c:pt>
                      <c:pt idx="44">
                        <c:v>0.43958333333333333</c:v>
                      </c:pt>
                      <c:pt idx="45">
                        <c:v>0.44166666666666665</c:v>
                      </c:pt>
                      <c:pt idx="46">
                        <c:v>0.44374999999999998</c:v>
                      </c:pt>
                      <c:pt idx="47">
                        <c:v>0.44583333333333336</c:v>
                      </c:pt>
                      <c:pt idx="48">
                        <c:v>0.44791666666666669</c:v>
                      </c:pt>
                      <c:pt idx="49">
                        <c:v>0.45</c:v>
                      </c:pt>
                      <c:pt idx="50">
                        <c:v>0.45208333333333334</c:v>
                      </c:pt>
                      <c:pt idx="51">
                        <c:v>0.45416666666666666</c:v>
                      </c:pt>
                      <c:pt idx="52">
                        <c:v>0.45624999999999999</c:v>
                      </c:pt>
                      <c:pt idx="53">
                        <c:v>0.45833333333333331</c:v>
                      </c:pt>
                      <c:pt idx="54">
                        <c:v>0.46041666666666664</c:v>
                      </c:pt>
                      <c:pt idx="55">
                        <c:v>0.46250000000000002</c:v>
                      </c:pt>
                      <c:pt idx="56">
                        <c:v>0.46458333333333335</c:v>
                      </c:pt>
                      <c:pt idx="57">
                        <c:v>0.46666666666666667</c:v>
                      </c:pt>
                      <c:pt idx="58">
                        <c:v>0.46875</c:v>
                      </c:pt>
                      <c:pt idx="59">
                        <c:v>0.47083333333333333</c:v>
                      </c:pt>
                      <c:pt idx="60">
                        <c:v>0.47291666666666665</c:v>
                      </c:pt>
                      <c:pt idx="61">
                        <c:v>0.47499999999999998</c:v>
                      </c:pt>
                      <c:pt idx="62">
                        <c:v>0.47708333333333336</c:v>
                      </c:pt>
                      <c:pt idx="63">
                        <c:v>0.47916666666666669</c:v>
                      </c:pt>
                      <c:pt idx="64">
                        <c:v>0.48125000000000001</c:v>
                      </c:pt>
                      <c:pt idx="65">
                        <c:v>0.48333333333333334</c:v>
                      </c:pt>
                      <c:pt idx="66">
                        <c:v>0.48541666666666666</c:v>
                      </c:pt>
                      <c:pt idx="67">
                        <c:v>0.48749999999999999</c:v>
                      </c:pt>
                      <c:pt idx="68">
                        <c:v>0.48958333333333331</c:v>
                      </c:pt>
                      <c:pt idx="69">
                        <c:v>0.49166666666666664</c:v>
                      </c:pt>
                      <c:pt idx="70">
                        <c:v>0.49375000000000002</c:v>
                      </c:pt>
                      <c:pt idx="71">
                        <c:v>0.49583333333333335</c:v>
                      </c:pt>
                      <c:pt idx="72">
                        <c:v>0.49791666666666667</c:v>
                      </c:pt>
                      <c:pt idx="73">
                        <c:v>0.5</c:v>
                      </c:pt>
                      <c:pt idx="74">
                        <c:v>0.50208333333333333</c:v>
                      </c:pt>
                      <c:pt idx="75">
                        <c:v>0.50416666666666665</c:v>
                      </c:pt>
                      <c:pt idx="76">
                        <c:v>0.50624999999999998</c:v>
                      </c:pt>
                      <c:pt idx="77">
                        <c:v>0.5083333333333333</c:v>
                      </c:pt>
                      <c:pt idx="78">
                        <c:v>0.51041666666666663</c:v>
                      </c:pt>
                      <c:pt idx="79">
                        <c:v>0.51249999999999996</c:v>
                      </c:pt>
                      <c:pt idx="80">
                        <c:v>0.51458333333333328</c:v>
                      </c:pt>
                      <c:pt idx="81">
                        <c:v>0.51666666666666672</c:v>
                      </c:pt>
                      <c:pt idx="82">
                        <c:v>0.51875000000000004</c:v>
                      </c:pt>
                      <c:pt idx="83">
                        <c:v>0.52083333333333337</c:v>
                      </c:pt>
                      <c:pt idx="84">
                        <c:v>0.5229166666666667</c:v>
                      </c:pt>
                      <c:pt idx="85">
                        <c:v>0.52500000000000002</c:v>
                      </c:pt>
                      <c:pt idx="86">
                        <c:v>0.52708333333333335</c:v>
                      </c:pt>
                      <c:pt idx="87">
                        <c:v>0.52916666666666667</c:v>
                      </c:pt>
                      <c:pt idx="88">
                        <c:v>0.53125</c:v>
                      </c:pt>
                      <c:pt idx="89">
                        <c:v>0.53333333333333333</c:v>
                      </c:pt>
                      <c:pt idx="90">
                        <c:v>0.53541666666666665</c:v>
                      </c:pt>
                      <c:pt idx="91">
                        <c:v>0.53749999999999998</c:v>
                      </c:pt>
                      <c:pt idx="92">
                        <c:v>0.5395833333333333</c:v>
                      </c:pt>
                      <c:pt idx="93">
                        <c:v>0.54166666666666663</c:v>
                      </c:pt>
                      <c:pt idx="94">
                        <c:v>0.54374999999999996</c:v>
                      </c:pt>
                      <c:pt idx="95">
                        <c:v>0.54583333333333328</c:v>
                      </c:pt>
                      <c:pt idx="96">
                        <c:v>0.54791666666666672</c:v>
                      </c:pt>
                      <c:pt idx="97">
                        <c:v>0.55000000000000004</c:v>
                      </c:pt>
                      <c:pt idx="98">
                        <c:v>0.55208333333333337</c:v>
                      </c:pt>
                      <c:pt idx="99">
                        <c:v>0.5541666666666667</c:v>
                      </c:pt>
                      <c:pt idx="100">
                        <c:v>0.55625000000000002</c:v>
                      </c:pt>
                      <c:pt idx="101">
                        <c:v>0.55833333333333335</c:v>
                      </c:pt>
                      <c:pt idx="102">
                        <c:v>0.56041666666666667</c:v>
                      </c:pt>
                      <c:pt idx="103">
                        <c:v>0.5625</c:v>
                      </c:pt>
                      <c:pt idx="104">
                        <c:v>0.56458333333333333</c:v>
                      </c:pt>
                      <c:pt idx="105">
                        <c:v>0.56666666666666665</c:v>
                      </c:pt>
                      <c:pt idx="106">
                        <c:v>0.56874999999999998</c:v>
                      </c:pt>
                      <c:pt idx="107">
                        <c:v>0.5708333333333333</c:v>
                      </c:pt>
                      <c:pt idx="108">
                        <c:v>0.57291666666666663</c:v>
                      </c:pt>
                      <c:pt idx="109">
                        <c:v>0.57499999999999996</c:v>
                      </c:pt>
                      <c:pt idx="110">
                        <c:v>0.57708333333333328</c:v>
                      </c:pt>
                      <c:pt idx="111">
                        <c:v>0.57916666666666672</c:v>
                      </c:pt>
                      <c:pt idx="112">
                        <c:v>0.58125000000000004</c:v>
                      </c:pt>
                      <c:pt idx="113">
                        <c:v>0.58333333333333337</c:v>
                      </c:pt>
                      <c:pt idx="114">
                        <c:v>0.5854166666666667</c:v>
                      </c:pt>
                      <c:pt idx="115">
                        <c:v>0.58750000000000002</c:v>
                      </c:pt>
                      <c:pt idx="116">
                        <c:v>0.58958333333333335</c:v>
                      </c:pt>
                      <c:pt idx="117">
                        <c:v>0.59166666666666667</c:v>
                      </c:pt>
                      <c:pt idx="118">
                        <c:v>0.59375</c:v>
                      </c:pt>
                      <c:pt idx="119">
                        <c:v>0.59583333333333333</c:v>
                      </c:pt>
                      <c:pt idx="120">
                        <c:v>0.59791666666666665</c:v>
                      </c:pt>
                      <c:pt idx="121">
                        <c:v>0.6</c:v>
                      </c:pt>
                      <c:pt idx="122">
                        <c:v>0.6020833333333333</c:v>
                      </c:pt>
                      <c:pt idx="123">
                        <c:v>0.60416666666666663</c:v>
                      </c:pt>
                      <c:pt idx="124">
                        <c:v>0.60624999999999996</c:v>
                      </c:pt>
                      <c:pt idx="125">
                        <c:v>0.60833333333333328</c:v>
                      </c:pt>
                      <c:pt idx="126">
                        <c:v>0.61041666666666672</c:v>
                      </c:pt>
                      <c:pt idx="127">
                        <c:v>0.61250000000000004</c:v>
                      </c:pt>
                      <c:pt idx="128">
                        <c:v>0.61458333333333337</c:v>
                      </c:pt>
                      <c:pt idx="129">
                        <c:v>0.6166666666666667</c:v>
                      </c:pt>
                      <c:pt idx="130">
                        <c:v>0.61875000000000002</c:v>
                      </c:pt>
                      <c:pt idx="131">
                        <c:v>0.62083333333333335</c:v>
                      </c:pt>
                      <c:pt idx="132">
                        <c:v>0.62291666666666667</c:v>
                      </c:pt>
                      <c:pt idx="133">
                        <c:v>0.625</c:v>
                      </c:pt>
                      <c:pt idx="134">
                        <c:v>0.62708333333333333</c:v>
                      </c:pt>
                      <c:pt idx="135">
                        <c:v>0.62916666666666665</c:v>
                      </c:pt>
                      <c:pt idx="136">
                        <c:v>0.63124999999999998</c:v>
                      </c:pt>
                      <c:pt idx="137">
                        <c:v>0.6333333333333333</c:v>
                      </c:pt>
                      <c:pt idx="138">
                        <c:v>0.63541666666666663</c:v>
                      </c:pt>
                      <c:pt idx="139">
                        <c:v>0.63749999999999996</c:v>
                      </c:pt>
                      <c:pt idx="140">
                        <c:v>0.63958333333333328</c:v>
                      </c:pt>
                      <c:pt idx="141">
                        <c:v>0.64166666666666672</c:v>
                      </c:pt>
                      <c:pt idx="142">
                        <c:v>0.64375000000000004</c:v>
                      </c:pt>
                      <c:pt idx="143">
                        <c:v>0.64583333333333337</c:v>
                      </c:pt>
                      <c:pt idx="144">
                        <c:v>0.6479166666666667</c:v>
                      </c:pt>
                      <c:pt idx="145">
                        <c:v>0.65</c:v>
                      </c:pt>
                      <c:pt idx="146">
                        <c:v>0.65208333333333335</c:v>
                      </c:pt>
                      <c:pt idx="147">
                        <c:v>0.65416666666666667</c:v>
                      </c:pt>
                      <c:pt idx="148">
                        <c:v>0.65625</c:v>
                      </c:pt>
                      <c:pt idx="149">
                        <c:v>0.65833333333333333</c:v>
                      </c:pt>
                      <c:pt idx="150">
                        <c:v>0.66041666666666665</c:v>
                      </c:pt>
                      <c:pt idx="151">
                        <c:v>0.66249999999999998</c:v>
                      </c:pt>
                      <c:pt idx="152">
                        <c:v>0.6645833333333333</c:v>
                      </c:pt>
                      <c:pt idx="153">
                        <c:v>0.66666666666666663</c:v>
                      </c:pt>
                      <c:pt idx="154">
                        <c:v>0.66874999999999996</c:v>
                      </c:pt>
                      <c:pt idx="155">
                        <c:v>0.67083333333333328</c:v>
                      </c:pt>
                      <c:pt idx="156">
                        <c:v>0.67291666666666672</c:v>
                      </c:pt>
                      <c:pt idx="157">
                        <c:v>0.67500000000000004</c:v>
                      </c:pt>
                      <c:pt idx="158">
                        <c:v>0.67708333333333337</c:v>
                      </c:pt>
                      <c:pt idx="159">
                        <c:v>0.6791666666666667</c:v>
                      </c:pt>
                      <c:pt idx="160">
                        <c:v>0.68125000000000002</c:v>
                      </c:pt>
                      <c:pt idx="161">
                        <c:v>0.68333333333333335</c:v>
                      </c:pt>
                      <c:pt idx="162">
                        <c:v>0.68541666666666667</c:v>
                      </c:pt>
                      <c:pt idx="163">
                        <c:v>0.6875</c:v>
                      </c:pt>
                      <c:pt idx="164">
                        <c:v>0.68958333333333333</c:v>
                      </c:pt>
                      <c:pt idx="165">
                        <c:v>0.69166666666666665</c:v>
                      </c:pt>
                      <c:pt idx="166">
                        <c:v>0.69374999999999998</c:v>
                      </c:pt>
                      <c:pt idx="167">
                        <c:v>0.6958333333333333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3'!$E$10:$E$177</c15:sqref>
                        </c15:formulaRef>
                      </c:ext>
                    </c:extLst>
                    <c:numCache>
                      <c:formatCode>General</c:formatCode>
                      <c:ptCount val="168"/>
                      <c:pt idx="0">
                        <c:v>0</c:v>
                      </c:pt>
                      <c:pt idx="1">
                        <c:v>0</c:v>
                      </c:pt>
                      <c:pt idx="2">
                        <c:v>4</c:v>
                      </c:pt>
                      <c:pt idx="3">
                        <c:v>2</c:v>
                      </c:pt>
                      <c:pt idx="4">
                        <c:v>2</c:v>
                      </c:pt>
                      <c:pt idx="5">
                        <c:v>3</c:v>
                      </c:pt>
                      <c:pt idx="6">
                        <c:v>5</c:v>
                      </c:pt>
                      <c:pt idx="7">
                        <c:v>2</c:v>
                      </c:pt>
                      <c:pt idx="8">
                        <c:v>2</c:v>
                      </c:pt>
                      <c:pt idx="9">
                        <c:v>2</c:v>
                      </c:pt>
                      <c:pt idx="10">
                        <c:v>2</c:v>
                      </c:pt>
                      <c:pt idx="11">
                        <c:v>1</c:v>
                      </c:pt>
                      <c:pt idx="12">
                        <c:v>5</c:v>
                      </c:pt>
                      <c:pt idx="13">
                        <c:v>1</c:v>
                      </c:pt>
                      <c:pt idx="14">
                        <c:v>1</c:v>
                      </c:pt>
                      <c:pt idx="15">
                        <c:v>1</c:v>
                      </c:pt>
                      <c:pt idx="16">
                        <c:v>1</c:v>
                      </c:pt>
                      <c:pt idx="17">
                        <c:v>1</c:v>
                      </c:pt>
                      <c:pt idx="18">
                        <c:v>1</c:v>
                      </c:pt>
                      <c:pt idx="19">
                        <c:v>2</c:v>
                      </c:pt>
                      <c:pt idx="20">
                        <c:v>1</c:v>
                      </c:pt>
                      <c:pt idx="21">
                        <c:v>1</c:v>
                      </c:pt>
                      <c:pt idx="22">
                        <c:v>1</c:v>
                      </c:pt>
                      <c:pt idx="23">
                        <c:v>1</c:v>
                      </c:pt>
                      <c:pt idx="24">
                        <c:v>2</c:v>
                      </c:pt>
                      <c:pt idx="25">
                        <c:v>1</c:v>
                      </c:pt>
                      <c:pt idx="26">
                        <c:v>1</c:v>
                      </c:pt>
                      <c:pt idx="27">
                        <c:v>1</c:v>
                      </c:pt>
                      <c:pt idx="28">
                        <c:v>2</c:v>
                      </c:pt>
                      <c:pt idx="29">
                        <c:v>1</c:v>
                      </c:pt>
                      <c:pt idx="30">
                        <c:v>1</c:v>
                      </c:pt>
                      <c:pt idx="31">
                        <c:v>1</c:v>
                      </c:pt>
                      <c:pt idx="32">
                        <c:v>1</c:v>
                      </c:pt>
                      <c:pt idx="33">
                        <c:v>1</c:v>
                      </c:pt>
                      <c:pt idx="34">
                        <c:v>1</c:v>
                      </c:pt>
                      <c:pt idx="35">
                        <c:v>1</c:v>
                      </c:pt>
                      <c:pt idx="36">
                        <c:v>2</c:v>
                      </c:pt>
                      <c:pt idx="37">
                        <c:v>1</c:v>
                      </c:pt>
                      <c:pt idx="38">
                        <c:v>1</c:v>
                      </c:pt>
                      <c:pt idx="39">
                        <c:v>1</c:v>
                      </c:pt>
                      <c:pt idx="40">
                        <c:v>1</c:v>
                      </c:pt>
                      <c:pt idx="41">
                        <c:v>2</c:v>
                      </c:pt>
                      <c:pt idx="42">
                        <c:v>1</c:v>
                      </c:pt>
                      <c:pt idx="43">
                        <c:v>1</c:v>
                      </c:pt>
                      <c:pt idx="44">
                        <c:v>1</c:v>
                      </c:pt>
                      <c:pt idx="45">
                        <c:v>1</c:v>
                      </c:pt>
                      <c:pt idx="46">
                        <c:v>1</c:v>
                      </c:pt>
                      <c:pt idx="47">
                        <c:v>5</c:v>
                      </c:pt>
                      <c:pt idx="48">
                        <c:v>1</c:v>
                      </c:pt>
                      <c:pt idx="49">
                        <c:v>1</c:v>
                      </c:pt>
                      <c:pt idx="50">
                        <c:v>1</c:v>
                      </c:pt>
                      <c:pt idx="51">
                        <c:v>1</c:v>
                      </c:pt>
                      <c:pt idx="52">
                        <c:v>2</c:v>
                      </c:pt>
                      <c:pt idx="53">
                        <c:v>1</c:v>
                      </c:pt>
                      <c:pt idx="54">
                        <c:v>1</c:v>
                      </c:pt>
                      <c:pt idx="55">
                        <c:v>2</c:v>
                      </c:pt>
                      <c:pt idx="56">
                        <c:v>1</c:v>
                      </c:pt>
                      <c:pt idx="57">
                        <c:v>1</c:v>
                      </c:pt>
                      <c:pt idx="58">
                        <c:v>1</c:v>
                      </c:pt>
                      <c:pt idx="59">
                        <c:v>1</c:v>
                      </c:pt>
                      <c:pt idx="60">
                        <c:v>2</c:v>
                      </c:pt>
                      <c:pt idx="61">
                        <c:v>1</c:v>
                      </c:pt>
                      <c:pt idx="62">
                        <c:v>1</c:v>
                      </c:pt>
                      <c:pt idx="63">
                        <c:v>1</c:v>
                      </c:pt>
                      <c:pt idx="64">
                        <c:v>1</c:v>
                      </c:pt>
                      <c:pt idx="65">
                        <c:v>1</c:v>
                      </c:pt>
                      <c:pt idx="66">
                        <c:v>1</c:v>
                      </c:pt>
                      <c:pt idx="67">
                        <c:v>1</c:v>
                      </c:pt>
                      <c:pt idx="68">
                        <c:v>1</c:v>
                      </c:pt>
                      <c:pt idx="69">
                        <c:v>1</c:v>
                      </c:pt>
                      <c:pt idx="70">
                        <c:v>1</c:v>
                      </c:pt>
                      <c:pt idx="71">
                        <c:v>1</c:v>
                      </c:pt>
                      <c:pt idx="72">
                        <c:v>1</c:v>
                      </c:pt>
                      <c:pt idx="73">
                        <c:v>1</c:v>
                      </c:pt>
                      <c:pt idx="74">
                        <c:v>1</c:v>
                      </c:pt>
                      <c:pt idx="75">
                        <c:v>1</c:v>
                      </c:pt>
                      <c:pt idx="76">
                        <c:v>1</c:v>
                      </c:pt>
                      <c:pt idx="77">
                        <c:v>1</c:v>
                      </c:pt>
                      <c:pt idx="78">
                        <c:v>1</c:v>
                      </c:pt>
                      <c:pt idx="79">
                        <c:v>2</c:v>
                      </c:pt>
                      <c:pt idx="80">
                        <c:v>3</c:v>
                      </c:pt>
                      <c:pt idx="81">
                        <c:v>2</c:v>
                      </c:pt>
                      <c:pt idx="82">
                        <c:v>2</c:v>
                      </c:pt>
                      <c:pt idx="83">
                        <c:v>1</c:v>
                      </c:pt>
                      <c:pt idx="84">
                        <c:v>1</c:v>
                      </c:pt>
                      <c:pt idx="85">
                        <c:v>1</c:v>
                      </c:pt>
                      <c:pt idx="86">
                        <c:v>1</c:v>
                      </c:pt>
                      <c:pt idx="87">
                        <c:v>1</c:v>
                      </c:pt>
                      <c:pt idx="88">
                        <c:v>1</c:v>
                      </c:pt>
                      <c:pt idx="89">
                        <c:v>2</c:v>
                      </c:pt>
                      <c:pt idx="90">
                        <c:v>1</c:v>
                      </c:pt>
                      <c:pt idx="91">
                        <c:v>1</c:v>
                      </c:pt>
                      <c:pt idx="92">
                        <c:v>1</c:v>
                      </c:pt>
                      <c:pt idx="93">
                        <c:v>5</c:v>
                      </c:pt>
                      <c:pt idx="94">
                        <c:v>2</c:v>
                      </c:pt>
                      <c:pt idx="95">
                        <c:v>2</c:v>
                      </c:pt>
                      <c:pt idx="96">
                        <c:v>1</c:v>
                      </c:pt>
                      <c:pt idx="97">
                        <c:v>1</c:v>
                      </c:pt>
                      <c:pt idx="98">
                        <c:v>5</c:v>
                      </c:pt>
                      <c:pt idx="99">
                        <c:v>1</c:v>
                      </c:pt>
                      <c:pt idx="100">
                        <c:v>1</c:v>
                      </c:pt>
                      <c:pt idx="101">
                        <c:v>2</c:v>
                      </c:pt>
                      <c:pt idx="102">
                        <c:v>2</c:v>
                      </c:pt>
                      <c:pt idx="103">
                        <c:v>2</c:v>
                      </c:pt>
                      <c:pt idx="104">
                        <c:v>1</c:v>
                      </c:pt>
                      <c:pt idx="105">
                        <c:v>1</c:v>
                      </c:pt>
                      <c:pt idx="106">
                        <c:v>1</c:v>
                      </c:pt>
                      <c:pt idx="107">
                        <c:v>1</c:v>
                      </c:pt>
                      <c:pt idx="108">
                        <c:v>1</c:v>
                      </c:pt>
                      <c:pt idx="109">
                        <c:v>1</c:v>
                      </c:pt>
                      <c:pt idx="110">
                        <c:v>1</c:v>
                      </c:pt>
                      <c:pt idx="111">
                        <c:v>1</c:v>
                      </c:pt>
                      <c:pt idx="112">
                        <c:v>1</c:v>
                      </c:pt>
                      <c:pt idx="113">
                        <c:v>1</c:v>
                      </c:pt>
                      <c:pt idx="114">
                        <c:v>1</c:v>
                      </c:pt>
                      <c:pt idx="115">
                        <c:v>1</c:v>
                      </c:pt>
                      <c:pt idx="116">
                        <c:v>1</c:v>
                      </c:pt>
                      <c:pt idx="117">
                        <c:v>1</c:v>
                      </c:pt>
                      <c:pt idx="118">
                        <c:v>2</c:v>
                      </c:pt>
                      <c:pt idx="119">
                        <c:v>1</c:v>
                      </c:pt>
                      <c:pt idx="120">
                        <c:v>1</c:v>
                      </c:pt>
                      <c:pt idx="121">
                        <c:v>1</c:v>
                      </c:pt>
                      <c:pt idx="122">
                        <c:v>2</c:v>
                      </c:pt>
                      <c:pt idx="123">
                        <c:v>1</c:v>
                      </c:pt>
                      <c:pt idx="124">
                        <c:v>2</c:v>
                      </c:pt>
                      <c:pt idx="125">
                        <c:v>2</c:v>
                      </c:pt>
                      <c:pt idx="126">
                        <c:v>1</c:v>
                      </c:pt>
                      <c:pt idx="127">
                        <c:v>1</c:v>
                      </c:pt>
                      <c:pt idx="128">
                        <c:v>1</c:v>
                      </c:pt>
                      <c:pt idx="129">
                        <c:v>1</c:v>
                      </c:pt>
                      <c:pt idx="130">
                        <c:v>2</c:v>
                      </c:pt>
                      <c:pt idx="131">
                        <c:v>2</c:v>
                      </c:pt>
                      <c:pt idx="132">
                        <c:v>3</c:v>
                      </c:pt>
                      <c:pt idx="133">
                        <c:v>2</c:v>
                      </c:pt>
                      <c:pt idx="134">
                        <c:v>1</c:v>
                      </c:pt>
                      <c:pt idx="135">
                        <c:v>3</c:v>
                      </c:pt>
                      <c:pt idx="136">
                        <c:v>1</c:v>
                      </c:pt>
                      <c:pt idx="137">
                        <c:v>1</c:v>
                      </c:pt>
                      <c:pt idx="138">
                        <c:v>1</c:v>
                      </c:pt>
                      <c:pt idx="139">
                        <c:v>1</c:v>
                      </c:pt>
                      <c:pt idx="140">
                        <c:v>1</c:v>
                      </c:pt>
                      <c:pt idx="141">
                        <c:v>1</c:v>
                      </c:pt>
                      <c:pt idx="142">
                        <c:v>2</c:v>
                      </c:pt>
                      <c:pt idx="143">
                        <c:v>1</c:v>
                      </c:pt>
                      <c:pt idx="144">
                        <c:v>2</c:v>
                      </c:pt>
                      <c:pt idx="145">
                        <c:v>1</c:v>
                      </c:pt>
                      <c:pt idx="146">
                        <c:v>1</c:v>
                      </c:pt>
                      <c:pt idx="147">
                        <c:v>1</c:v>
                      </c:pt>
                      <c:pt idx="148">
                        <c:v>1</c:v>
                      </c:pt>
                      <c:pt idx="149">
                        <c:v>2</c:v>
                      </c:pt>
                      <c:pt idx="150">
                        <c:v>1</c:v>
                      </c:pt>
                      <c:pt idx="151">
                        <c:v>1</c:v>
                      </c:pt>
                      <c:pt idx="152">
                        <c:v>1</c:v>
                      </c:pt>
                      <c:pt idx="153">
                        <c:v>1</c:v>
                      </c:pt>
                      <c:pt idx="154">
                        <c:v>1</c:v>
                      </c:pt>
                      <c:pt idx="155">
                        <c:v>2</c:v>
                      </c:pt>
                      <c:pt idx="156">
                        <c:v>1</c:v>
                      </c:pt>
                      <c:pt idx="157">
                        <c:v>1</c:v>
                      </c:pt>
                      <c:pt idx="158">
                        <c:v>5</c:v>
                      </c:pt>
                      <c:pt idx="159">
                        <c:v>1</c:v>
                      </c:pt>
                      <c:pt idx="160">
                        <c:v>1</c:v>
                      </c:pt>
                      <c:pt idx="161">
                        <c:v>1</c:v>
                      </c:pt>
                      <c:pt idx="162">
                        <c:v>1</c:v>
                      </c:pt>
                      <c:pt idx="163">
                        <c:v>2</c:v>
                      </c:pt>
                      <c:pt idx="164">
                        <c:v>2</c:v>
                      </c:pt>
                      <c:pt idx="165">
                        <c:v>1</c:v>
                      </c:pt>
                      <c:pt idx="166">
                        <c:v>1</c:v>
                      </c:pt>
                      <c:pt idx="167">
                        <c:v>1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3A1F-46F6-A4B6-938C6D53FE63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3'!$F$9</c15:sqref>
                        </c15:formulaRef>
                      </c:ext>
                    </c:extLst>
                    <c:strCache>
                      <c:ptCount val="1"/>
                      <c:pt idx="0">
                        <c:v>O₂ Reading (%VOL)</c:v>
                      </c:pt>
                    </c:strCache>
                  </c:strRef>
                </c:tx>
                <c:spPr>
                  <a:ln w="1905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3'!$A$10:$A$177</c15:sqref>
                        </c15:formulaRef>
                      </c:ext>
                    </c:extLst>
                    <c:numCache>
                      <c:formatCode>h:mm;@</c:formatCode>
                      <c:ptCount val="168"/>
                      <c:pt idx="0">
                        <c:v>0.34062500000000001</c:v>
                      </c:pt>
                      <c:pt idx="1">
                        <c:v>0.35</c:v>
                      </c:pt>
                      <c:pt idx="2">
                        <c:v>0.35208333333333336</c:v>
                      </c:pt>
                      <c:pt idx="3">
                        <c:v>0.35416666666666669</c:v>
                      </c:pt>
                      <c:pt idx="4">
                        <c:v>0.35625000000000001</c:v>
                      </c:pt>
                      <c:pt idx="5">
                        <c:v>0.35833333333333334</c:v>
                      </c:pt>
                      <c:pt idx="6">
                        <c:v>0.36041666666666666</c:v>
                      </c:pt>
                      <c:pt idx="7">
                        <c:v>0.36249999999999999</c:v>
                      </c:pt>
                      <c:pt idx="8">
                        <c:v>0.36458333333333331</c:v>
                      </c:pt>
                      <c:pt idx="9">
                        <c:v>0.36666666666666664</c:v>
                      </c:pt>
                      <c:pt idx="10">
                        <c:v>0.36875000000000002</c:v>
                      </c:pt>
                      <c:pt idx="11">
                        <c:v>0.37083333333333335</c:v>
                      </c:pt>
                      <c:pt idx="12">
                        <c:v>0.37291666666666667</c:v>
                      </c:pt>
                      <c:pt idx="13">
                        <c:v>0.375</c:v>
                      </c:pt>
                      <c:pt idx="14">
                        <c:v>0.37708333333333333</c:v>
                      </c:pt>
                      <c:pt idx="15">
                        <c:v>0.37916666666666665</c:v>
                      </c:pt>
                      <c:pt idx="16">
                        <c:v>0.38124999999999998</c:v>
                      </c:pt>
                      <c:pt idx="17">
                        <c:v>0.38333333333333336</c:v>
                      </c:pt>
                      <c:pt idx="18">
                        <c:v>0.38541666666666669</c:v>
                      </c:pt>
                      <c:pt idx="19">
                        <c:v>0.38750000000000001</c:v>
                      </c:pt>
                      <c:pt idx="20">
                        <c:v>0.38958333333333334</c:v>
                      </c:pt>
                      <c:pt idx="21">
                        <c:v>0.39166666666666666</c:v>
                      </c:pt>
                      <c:pt idx="22">
                        <c:v>0.39374999999999999</c:v>
                      </c:pt>
                      <c:pt idx="23">
                        <c:v>0.39583333333333331</c:v>
                      </c:pt>
                      <c:pt idx="24">
                        <c:v>0.39791666666666664</c:v>
                      </c:pt>
                      <c:pt idx="25">
                        <c:v>0.4</c:v>
                      </c:pt>
                      <c:pt idx="26">
                        <c:v>0.40208333333333335</c:v>
                      </c:pt>
                      <c:pt idx="27">
                        <c:v>0.40416666666666667</c:v>
                      </c:pt>
                      <c:pt idx="28">
                        <c:v>0.40625</c:v>
                      </c:pt>
                      <c:pt idx="29">
                        <c:v>0.40833333333333333</c:v>
                      </c:pt>
                      <c:pt idx="30">
                        <c:v>0.41041666666666665</c:v>
                      </c:pt>
                      <c:pt idx="31">
                        <c:v>0.41249999999999998</c:v>
                      </c:pt>
                      <c:pt idx="32">
                        <c:v>0.41458333333333336</c:v>
                      </c:pt>
                      <c:pt idx="33">
                        <c:v>0.41666666666666669</c:v>
                      </c:pt>
                      <c:pt idx="34">
                        <c:v>0.41875000000000001</c:v>
                      </c:pt>
                      <c:pt idx="35">
                        <c:v>0.42083333333333334</c:v>
                      </c:pt>
                      <c:pt idx="36">
                        <c:v>0.42291666666666666</c:v>
                      </c:pt>
                      <c:pt idx="37">
                        <c:v>0.42499999999999999</c:v>
                      </c:pt>
                      <c:pt idx="38">
                        <c:v>0.42708333333333331</c:v>
                      </c:pt>
                      <c:pt idx="39">
                        <c:v>0.42916666666666664</c:v>
                      </c:pt>
                      <c:pt idx="40">
                        <c:v>0.43125000000000002</c:v>
                      </c:pt>
                      <c:pt idx="41">
                        <c:v>0.43333333333333335</c:v>
                      </c:pt>
                      <c:pt idx="42">
                        <c:v>0.43541666666666667</c:v>
                      </c:pt>
                      <c:pt idx="43">
                        <c:v>0.4375</c:v>
                      </c:pt>
                      <c:pt idx="44">
                        <c:v>0.43958333333333333</c:v>
                      </c:pt>
                      <c:pt idx="45">
                        <c:v>0.44166666666666665</c:v>
                      </c:pt>
                      <c:pt idx="46">
                        <c:v>0.44374999999999998</c:v>
                      </c:pt>
                      <c:pt idx="47">
                        <c:v>0.44583333333333336</c:v>
                      </c:pt>
                      <c:pt idx="48">
                        <c:v>0.44791666666666669</c:v>
                      </c:pt>
                      <c:pt idx="49">
                        <c:v>0.45</c:v>
                      </c:pt>
                      <c:pt idx="50">
                        <c:v>0.45208333333333334</c:v>
                      </c:pt>
                      <c:pt idx="51">
                        <c:v>0.45416666666666666</c:v>
                      </c:pt>
                      <c:pt idx="52">
                        <c:v>0.45624999999999999</c:v>
                      </c:pt>
                      <c:pt idx="53">
                        <c:v>0.45833333333333331</c:v>
                      </c:pt>
                      <c:pt idx="54">
                        <c:v>0.46041666666666664</c:v>
                      </c:pt>
                      <c:pt idx="55">
                        <c:v>0.46250000000000002</c:v>
                      </c:pt>
                      <c:pt idx="56">
                        <c:v>0.46458333333333335</c:v>
                      </c:pt>
                      <c:pt idx="57">
                        <c:v>0.46666666666666667</c:v>
                      </c:pt>
                      <c:pt idx="58">
                        <c:v>0.46875</c:v>
                      </c:pt>
                      <c:pt idx="59">
                        <c:v>0.47083333333333333</c:v>
                      </c:pt>
                      <c:pt idx="60">
                        <c:v>0.47291666666666665</c:v>
                      </c:pt>
                      <c:pt idx="61">
                        <c:v>0.47499999999999998</c:v>
                      </c:pt>
                      <c:pt idx="62">
                        <c:v>0.47708333333333336</c:v>
                      </c:pt>
                      <c:pt idx="63">
                        <c:v>0.47916666666666669</c:v>
                      </c:pt>
                      <c:pt idx="64">
                        <c:v>0.48125000000000001</c:v>
                      </c:pt>
                      <c:pt idx="65">
                        <c:v>0.48333333333333334</c:v>
                      </c:pt>
                      <c:pt idx="66">
                        <c:v>0.48541666666666666</c:v>
                      </c:pt>
                      <c:pt idx="67">
                        <c:v>0.48749999999999999</c:v>
                      </c:pt>
                      <c:pt idx="68">
                        <c:v>0.48958333333333331</c:v>
                      </c:pt>
                      <c:pt idx="69">
                        <c:v>0.49166666666666664</c:v>
                      </c:pt>
                      <c:pt idx="70">
                        <c:v>0.49375000000000002</c:v>
                      </c:pt>
                      <c:pt idx="71">
                        <c:v>0.49583333333333335</c:v>
                      </c:pt>
                      <c:pt idx="72">
                        <c:v>0.49791666666666667</c:v>
                      </c:pt>
                      <c:pt idx="73">
                        <c:v>0.5</c:v>
                      </c:pt>
                      <c:pt idx="74">
                        <c:v>0.50208333333333333</c:v>
                      </c:pt>
                      <c:pt idx="75">
                        <c:v>0.50416666666666665</c:v>
                      </c:pt>
                      <c:pt idx="76">
                        <c:v>0.50624999999999998</c:v>
                      </c:pt>
                      <c:pt idx="77">
                        <c:v>0.5083333333333333</c:v>
                      </c:pt>
                      <c:pt idx="78">
                        <c:v>0.51041666666666663</c:v>
                      </c:pt>
                      <c:pt idx="79">
                        <c:v>0.51249999999999996</c:v>
                      </c:pt>
                      <c:pt idx="80">
                        <c:v>0.51458333333333328</c:v>
                      </c:pt>
                      <c:pt idx="81">
                        <c:v>0.51666666666666672</c:v>
                      </c:pt>
                      <c:pt idx="82">
                        <c:v>0.51875000000000004</c:v>
                      </c:pt>
                      <c:pt idx="83">
                        <c:v>0.52083333333333337</c:v>
                      </c:pt>
                      <c:pt idx="84">
                        <c:v>0.5229166666666667</c:v>
                      </c:pt>
                      <c:pt idx="85">
                        <c:v>0.52500000000000002</c:v>
                      </c:pt>
                      <c:pt idx="86">
                        <c:v>0.52708333333333335</c:v>
                      </c:pt>
                      <c:pt idx="87">
                        <c:v>0.52916666666666667</c:v>
                      </c:pt>
                      <c:pt idx="88">
                        <c:v>0.53125</c:v>
                      </c:pt>
                      <c:pt idx="89">
                        <c:v>0.53333333333333333</c:v>
                      </c:pt>
                      <c:pt idx="90">
                        <c:v>0.53541666666666665</c:v>
                      </c:pt>
                      <c:pt idx="91">
                        <c:v>0.53749999999999998</c:v>
                      </c:pt>
                      <c:pt idx="92">
                        <c:v>0.5395833333333333</c:v>
                      </c:pt>
                      <c:pt idx="93">
                        <c:v>0.54166666666666663</c:v>
                      </c:pt>
                      <c:pt idx="94">
                        <c:v>0.54374999999999996</c:v>
                      </c:pt>
                      <c:pt idx="95">
                        <c:v>0.54583333333333328</c:v>
                      </c:pt>
                      <c:pt idx="96">
                        <c:v>0.54791666666666672</c:v>
                      </c:pt>
                      <c:pt idx="97">
                        <c:v>0.55000000000000004</c:v>
                      </c:pt>
                      <c:pt idx="98">
                        <c:v>0.55208333333333337</c:v>
                      </c:pt>
                      <c:pt idx="99">
                        <c:v>0.5541666666666667</c:v>
                      </c:pt>
                      <c:pt idx="100">
                        <c:v>0.55625000000000002</c:v>
                      </c:pt>
                      <c:pt idx="101">
                        <c:v>0.55833333333333335</c:v>
                      </c:pt>
                      <c:pt idx="102">
                        <c:v>0.56041666666666667</c:v>
                      </c:pt>
                      <c:pt idx="103">
                        <c:v>0.5625</c:v>
                      </c:pt>
                      <c:pt idx="104">
                        <c:v>0.56458333333333333</c:v>
                      </c:pt>
                      <c:pt idx="105">
                        <c:v>0.56666666666666665</c:v>
                      </c:pt>
                      <c:pt idx="106">
                        <c:v>0.56874999999999998</c:v>
                      </c:pt>
                      <c:pt idx="107">
                        <c:v>0.5708333333333333</c:v>
                      </c:pt>
                      <c:pt idx="108">
                        <c:v>0.57291666666666663</c:v>
                      </c:pt>
                      <c:pt idx="109">
                        <c:v>0.57499999999999996</c:v>
                      </c:pt>
                      <c:pt idx="110">
                        <c:v>0.57708333333333328</c:v>
                      </c:pt>
                      <c:pt idx="111">
                        <c:v>0.57916666666666672</c:v>
                      </c:pt>
                      <c:pt idx="112">
                        <c:v>0.58125000000000004</c:v>
                      </c:pt>
                      <c:pt idx="113">
                        <c:v>0.58333333333333337</c:v>
                      </c:pt>
                      <c:pt idx="114">
                        <c:v>0.5854166666666667</c:v>
                      </c:pt>
                      <c:pt idx="115">
                        <c:v>0.58750000000000002</c:v>
                      </c:pt>
                      <c:pt idx="116">
                        <c:v>0.58958333333333335</c:v>
                      </c:pt>
                      <c:pt idx="117">
                        <c:v>0.59166666666666667</c:v>
                      </c:pt>
                      <c:pt idx="118">
                        <c:v>0.59375</c:v>
                      </c:pt>
                      <c:pt idx="119">
                        <c:v>0.59583333333333333</c:v>
                      </c:pt>
                      <c:pt idx="120">
                        <c:v>0.59791666666666665</c:v>
                      </c:pt>
                      <c:pt idx="121">
                        <c:v>0.6</c:v>
                      </c:pt>
                      <c:pt idx="122">
                        <c:v>0.6020833333333333</c:v>
                      </c:pt>
                      <c:pt idx="123">
                        <c:v>0.60416666666666663</c:v>
                      </c:pt>
                      <c:pt idx="124">
                        <c:v>0.60624999999999996</c:v>
                      </c:pt>
                      <c:pt idx="125">
                        <c:v>0.60833333333333328</c:v>
                      </c:pt>
                      <c:pt idx="126">
                        <c:v>0.61041666666666672</c:v>
                      </c:pt>
                      <c:pt idx="127">
                        <c:v>0.61250000000000004</c:v>
                      </c:pt>
                      <c:pt idx="128">
                        <c:v>0.61458333333333337</c:v>
                      </c:pt>
                      <c:pt idx="129">
                        <c:v>0.6166666666666667</c:v>
                      </c:pt>
                      <c:pt idx="130">
                        <c:v>0.61875000000000002</c:v>
                      </c:pt>
                      <c:pt idx="131">
                        <c:v>0.62083333333333335</c:v>
                      </c:pt>
                      <c:pt idx="132">
                        <c:v>0.62291666666666667</c:v>
                      </c:pt>
                      <c:pt idx="133">
                        <c:v>0.625</c:v>
                      </c:pt>
                      <c:pt idx="134">
                        <c:v>0.62708333333333333</c:v>
                      </c:pt>
                      <c:pt idx="135">
                        <c:v>0.62916666666666665</c:v>
                      </c:pt>
                      <c:pt idx="136">
                        <c:v>0.63124999999999998</c:v>
                      </c:pt>
                      <c:pt idx="137">
                        <c:v>0.6333333333333333</c:v>
                      </c:pt>
                      <c:pt idx="138">
                        <c:v>0.63541666666666663</c:v>
                      </c:pt>
                      <c:pt idx="139">
                        <c:v>0.63749999999999996</c:v>
                      </c:pt>
                      <c:pt idx="140">
                        <c:v>0.63958333333333328</c:v>
                      </c:pt>
                      <c:pt idx="141">
                        <c:v>0.64166666666666672</c:v>
                      </c:pt>
                      <c:pt idx="142">
                        <c:v>0.64375000000000004</c:v>
                      </c:pt>
                      <c:pt idx="143">
                        <c:v>0.64583333333333337</c:v>
                      </c:pt>
                      <c:pt idx="144">
                        <c:v>0.6479166666666667</c:v>
                      </c:pt>
                      <c:pt idx="145">
                        <c:v>0.65</c:v>
                      </c:pt>
                      <c:pt idx="146">
                        <c:v>0.65208333333333335</c:v>
                      </c:pt>
                      <c:pt idx="147">
                        <c:v>0.65416666666666667</c:v>
                      </c:pt>
                      <c:pt idx="148">
                        <c:v>0.65625</c:v>
                      </c:pt>
                      <c:pt idx="149">
                        <c:v>0.65833333333333333</c:v>
                      </c:pt>
                      <c:pt idx="150">
                        <c:v>0.66041666666666665</c:v>
                      </c:pt>
                      <c:pt idx="151">
                        <c:v>0.66249999999999998</c:v>
                      </c:pt>
                      <c:pt idx="152">
                        <c:v>0.6645833333333333</c:v>
                      </c:pt>
                      <c:pt idx="153">
                        <c:v>0.66666666666666663</c:v>
                      </c:pt>
                      <c:pt idx="154">
                        <c:v>0.66874999999999996</c:v>
                      </c:pt>
                      <c:pt idx="155">
                        <c:v>0.67083333333333328</c:v>
                      </c:pt>
                      <c:pt idx="156">
                        <c:v>0.67291666666666672</c:v>
                      </c:pt>
                      <c:pt idx="157">
                        <c:v>0.67500000000000004</c:v>
                      </c:pt>
                      <c:pt idx="158">
                        <c:v>0.67708333333333337</c:v>
                      </c:pt>
                      <c:pt idx="159">
                        <c:v>0.6791666666666667</c:v>
                      </c:pt>
                      <c:pt idx="160">
                        <c:v>0.68125000000000002</c:v>
                      </c:pt>
                      <c:pt idx="161">
                        <c:v>0.68333333333333335</c:v>
                      </c:pt>
                      <c:pt idx="162">
                        <c:v>0.68541666666666667</c:v>
                      </c:pt>
                      <c:pt idx="163">
                        <c:v>0.6875</c:v>
                      </c:pt>
                      <c:pt idx="164">
                        <c:v>0.68958333333333333</c:v>
                      </c:pt>
                      <c:pt idx="165">
                        <c:v>0.69166666666666665</c:v>
                      </c:pt>
                      <c:pt idx="166">
                        <c:v>0.69374999999999998</c:v>
                      </c:pt>
                      <c:pt idx="167">
                        <c:v>0.6958333333333333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3'!$F$10:$F$177</c15:sqref>
                        </c15:formulaRef>
                      </c:ext>
                    </c:extLst>
                    <c:numCache>
                      <c:formatCode>General</c:formatCode>
                      <c:ptCount val="168"/>
                      <c:pt idx="0">
                        <c:v>20.8</c:v>
                      </c:pt>
                      <c:pt idx="1">
                        <c:v>20.3</c:v>
                      </c:pt>
                      <c:pt idx="2">
                        <c:v>20.3</c:v>
                      </c:pt>
                      <c:pt idx="3">
                        <c:v>20.8</c:v>
                      </c:pt>
                      <c:pt idx="4">
                        <c:v>20.8</c:v>
                      </c:pt>
                      <c:pt idx="5">
                        <c:v>20.8</c:v>
                      </c:pt>
                      <c:pt idx="6">
                        <c:v>20.8</c:v>
                      </c:pt>
                      <c:pt idx="7">
                        <c:v>20.8</c:v>
                      </c:pt>
                      <c:pt idx="8">
                        <c:v>20.8</c:v>
                      </c:pt>
                      <c:pt idx="9">
                        <c:v>20.8</c:v>
                      </c:pt>
                      <c:pt idx="10">
                        <c:v>20.8</c:v>
                      </c:pt>
                      <c:pt idx="11">
                        <c:v>20.8</c:v>
                      </c:pt>
                      <c:pt idx="12">
                        <c:v>20.8</c:v>
                      </c:pt>
                      <c:pt idx="13">
                        <c:v>20.8</c:v>
                      </c:pt>
                      <c:pt idx="14">
                        <c:v>20.8</c:v>
                      </c:pt>
                      <c:pt idx="15">
                        <c:v>20.8</c:v>
                      </c:pt>
                      <c:pt idx="16">
                        <c:v>20.8</c:v>
                      </c:pt>
                      <c:pt idx="17">
                        <c:v>20.8</c:v>
                      </c:pt>
                      <c:pt idx="18">
                        <c:v>20.8</c:v>
                      </c:pt>
                      <c:pt idx="19">
                        <c:v>20.8</c:v>
                      </c:pt>
                      <c:pt idx="20">
                        <c:v>20.8</c:v>
                      </c:pt>
                      <c:pt idx="21">
                        <c:v>20.8</c:v>
                      </c:pt>
                      <c:pt idx="22">
                        <c:v>20.8</c:v>
                      </c:pt>
                      <c:pt idx="23">
                        <c:v>20.8</c:v>
                      </c:pt>
                      <c:pt idx="24">
                        <c:v>20.8</c:v>
                      </c:pt>
                      <c:pt idx="25">
                        <c:v>20.8</c:v>
                      </c:pt>
                      <c:pt idx="26">
                        <c:v>20.8</c:v>
                      </c:pt>
                      <c:pt idx="27">
                        <c:v>20.8</c:v>
                      </c:pt>
                      <c:pt idx="28">
                        <c:v>20.8</c:v>
                      </c:pt>
                      <c:pt idx="29">
                        <c:v>20.8</c:v>
                      </c:pt>
                      <c:pt idx="30">
                        <c:v>20.8</c:v>
                      </c:pt>
                      <c:pt idx="31">
                        <c:v>20.8</c:v>
                      </c:pt>
                      <c:pt idx="32">
                        <c:v>20.8</c:v>
                      </c:pt>
                      <c:pt idx="33">
                        <c:v>20.8</c:v>
                      </c:pt>
                      <c:pt idx="34">
                        <c:v>20.8</c:v>
                      </c:pt>
                      <c:pt idx="35">
                        <c:v>20.8</c:v>
                      </c:pt>
                      <c:pt idx="36">
                        <c:v>20.8</c:v>
                      </c:pt>
                      <c:pt idx="37">
                        <c:v>20.8</c:v>
                      </c:pt>
                      <c:pt idx="38">
                        <c:v>20.8</c:v>
                      </c:pt>
                      <c:pt idx="39">
                        <c:v>20.8</c:v>
                      </c:pt>
                      <c:pt idx="40">
                        <c:v>20.8</c:v>
                      </c:pt>
                      <c:pt idx="41">
                        <c:v>20.8</c:v>
                      </c:pt>
                      <c:pt idx="42">
                        <c:v>20.8</c:v>
                      </c:pt>
                      <c:pt idx="43">
                        <c:v>20.8</c:v>
                      </c:pt>
                      <c:pt idx="44">
                        <c:v>20.8</c:v>
                      </c:pt>
                      <c:pt idx="45">
                        <c:v>20.8</c:v>
                      </c:pt>
                      <c:pt idx="46">
                        <c:v>20.8</c:v>
                      </c:pt>
                      <c:pt idx="47">
                        <c:v>20.8</c:v>
                      </c:pt>
                      <c:pt idx="48">
                        <c:v>20.8</c:v>
                      </c:pt>
                      <c:pt idx="49">
                        <c:v>20.8</c:v>
                      </c:pt>
                      <c:pt idx="50">
                        <c:v>20.8</c:v>
                      </c:pt>
                      <c:pt idx="51">
                        <c:v>20.8</c:v>
                      </c:pt>
                      <c:pt idx="52">
                        <c:v>20.8</c:v>
                      </c:pt>
                      <c:pt idx="53">
                        <c:v>20.8</c:v>
                      </c:pt>
                      <c:pt idx="54">
                        <c:v>20.8</c:v>
                      </c:pt>
                      <c:pt idx="55">
                        <c:v>20.8</c:v>
                      </c:pt>
                      <c:pt idx="56">
                        <c:v>20.8</c:v>
                      </c:pt>
                      <c:pt idx="57">
                        <c:v>20.8</c:v>
                      </c:pt>
                      <c:pt idx="58">
                        <c:v>20.8</c:v>
                      </c:pt>
                      <c:pt idx="59">
                        <c:v>20.8</c:v>
                      </c:pt>
                      <c:pt idx="60">
                        <c:v>20.8</c:v>
                      </c:pt>
                      <c:pt idx="61">
                        <c:v>20.8</c:v>
                      </c:pt>
                      <c:pt idx="62">
                        <c:v>20.8</c:v>
                      </c:pt>
                      <c:pt idx="63">
                        <c:v>20.8</c:v>
                      </c:pt>
                      <c:pt idx="64">
                        <c:v>20.8</c:v>
                      </c:pt>
                      <c:pt idx="65">
                        <c:v>20.8</c:v>
                      </c:pt>
                      <c:pt idx="66">
                        <c:v>20.8</c:v>
                      </c:pt>
                      <c:pt idx="67">
                        <c:v>20.8</c:v>
                      </c:pt>
                      <c:pt idx="68">
                        <c:v>20.8</c:v>
                      </c:pt>
                      <c:pt idx="69">
                        <c:v>20.8</c:v>
                      </c:pt>
                      <c:pt idx="70">
                        <c:v>20.8</c:v>
                      </c:pt>
                      <c:pt idx="71">
                        <c:v>20.8</c:v>
                      </c:pt>
                      <c:pt idx="72">
                        <c:v>20.8</c:v>
                      </c:pt>
                      <c:pt idx="73">
                        <c:v>20.8</c:v>
                      </c:pt>
                      <c:pt idx="74">
                        <c:v>20.8</c:v>
                      </c:pt>
                      <c:pt idx="75">
                        <c:v>20.8</c:v>
                      </c:pt>
                      <c:pt idx="76">
                        <c:v>20.8</c:v>
                      </c:pt>
                      <c:pt idx="77">
                        <c:v>20.8</c:v>
                      </c:pt>
                      <c:pt idx="78">
                        <c:v>20.8</c:v>
                      </c:pt>
                      <c:pt idx="79">
                        <c:v>20.8</c:v>
                      </c:pt>
                      <c:pt idx="80">
                        <c:v>20.8</c:v>
                      </c:pt>
                      <c:pt idx="81">
                        <c:v>20.8</c:v>
                      </c:pt>
                      <c:pt idx="82">
                        <c:v>20.8</c:v>
                      </c:pt>
                      <c:pt idx="83">
                        <c:v>20.8</c:v>
                      </c:pt>
                      <c:pt idx="84">
                        <c:v>20.8</c:v>
                      </c:pt>
                      <c:pt idx="85">
                        <c:v>20.8</c:v>
                      </c:pt>
                      <c:pt idx="86">
                        <c:v>20.8</c:v>
                      </c:pt>
                      <c:pt idx="87">
                        <c:v>20.8</c:v>
                      </c:pt>
                      <c:pt idx="88">
                        <c:v>20.8</c:v>
                      </c:pt>
                      <c:pt idx="89">
                        <c:v>20.8</c:v>
                      </c:pt>
                      <c:pt idx="90">
                        <c:v>20.8</c:v>
                      </c:pt>
                      <c:pt idx="91">
                        <c:v>20.8</c:v>
                      </c:pt>
                      <c:pt idx="92">
                        <c:v>20.8</c:v>
                      </c:pt>
                      <c:pt idx="93">
                        <c:v>20.8</c:v>
                      </c:pt>
                      <c:pt idx="94">
                        <c:v>20.8</c:v>
                      </c:pt>
                      <c:pt idx="95">
                        <c:v>20.8</c:v>
                      </c:pt>
                      <c:pt idx="96">
                        <c:v>20.8</c:v>
                      </c:pt>
                      <c:pt idx="97">
                        <c:v>20.8</c:v>
                      </c:pt>
                      <c:pt idx="98">
                        <c:v>20.8</c:v>
                      </c:pt>
                      <c:pt idx="99">
                        <c:v>20.8</c:v>
                      </c:pt>
                      <c:pt idx="100">
                        <c:v>20.8</c:v>
                      </c:pt>
                      <c:pt idx="101">
                        <c:v>20.8</c:v>
                      </c:pt>
                      <c:pt idx="102">
                        <c:v>20.8</c:v>
                      </c:pt>
                      <c:pt idx="103">
                        <c:v>20.8</c:v>
                      </c:pt>
                      <c:pt idx="104">
                        <c:v>20.8</c:v>
                      </c:pt>
                      <c:pt idx="105">
                        <c:v>20.8</c:v>
                      </c:pt>
                      <c:pt idx="106">
                        <c:v>20.8</c:v>
                      </c:pt>
                      <c:pt idx="107">
                        <c:v>20.8</c:v>
                      </c:pt>
                      <c:pt idx="108">
                        <c:v>20.8</c:v>
                      </c:pt>
                      <c:pt idx="109">
                        <c:v>20.8</c:v>
                      </c:pt>
                      <c:pt idx="110">
                        <c:v>20.8</c:v>
                      </c:pt>
                      <c:pt idx="111">
                        <c:v>20.8</c:v>
                      </c:pt>
                      <c:pt idx="112">
                        <c:v>20.8</c:v>
                      </c:pt>
                      <c:pt idx="113">
                        <c:v>20.8</c:v>
                      </c:pt>
                      <c:pt idx="114">
                        <c:v>20.8</c:v>
                      </c:pt>
                      <c:pt idx="115">
                        <c:v>20.8</c:v>
                      </c:pt>
                      <c:pt idx="116">
                        <c:v>20.8</c:v>
                      </c:pt>
                      <c:pt idx="117">
                        <c:v>20.8</c:v>
                      </c:pt>
                      <c:pt idx="118">
                        <c:v>20.8</c:v>
                      </c:pt>
                      <c:pt idx="119">
                        <c:v>20.8</c:v>
                      </c:pt>
                      <c:pt idx="120">
                        <c:v>20.8</c:v>
                      </c:pt>
                      <c:pt idx="121">
                        <c:v>20.8</c:v>
                      </c:pt>
                      <c:pt idx="122">
                        <c:v>20.8</c:v>
                      </c:pt>
                      <c:pt idx="123">
                        <c:v>20.8</c:v>
                      </c:pt>
                      <c:pt idx="124">
                        <c:v>20.8</c:v>
                      </c:pt>
                      <c:pt idx="125">
                        <c:v>20.8</c:v>
                      </c:pt>
                      <c:pt idx="126">
                        <c:v>20.8</c:v>
                      </c:pt>
                      <c:pt idx="127">
                        <c:v>20.8</c:v>
                      </c:pt>
                      <c:pt idx="128">
                        <c:v>20.8</c:v>
                      </c:pt>
                      <c:pt idx="129">
                        <c:v>20.8</c:v>
                      </c:pt>
                      <c:pt idx="130">
                        <c:v>20.8</c:v>
                      </c:pt>
                      <c:pt idx="131">
                        <c:v>20.8</c:v>
                      </c:pt>
                      <c:pt idx="132">
                        <c:v>20.8</c:v>
                      </c:pt>
                      <c:pt idx="133">
                        <c:v>20.8</c:v>
                      </c:pt>
                      <c:pt idx="134">
                        <c:v>20.8</c:v>
                      </c:pt>
                      <c:pt idx="135">
                        <c:v>20.8</c:v>
                      </c:pt>
                      <c:pt idx="136">
                        <c:v>20.8</c:v>
                      </c:pt>
                      <c:pt idx="137">
                        <c:v>20.8</c:v>
                      </c:pt>
                      <c:pt idx="138">
                        <c:v>20.8</c:v>
                      </c:pt>
                      <c:pt idx="139">
                        <c:v>20.8</c:v>
                      </c:pt>
                      <c:pt idx="140">
                        <c:v>20.8</c:v>
                      </c:pt>
                      <c:pt idx="141">
                        <c:v>20.8</c:v>
                      </c:pt>
                      <c:pt idx="142">
                        <c:v>20.8</c:v>
                      </c:pt>
                      <c:pt idx="143">
                        <c:v>20.8</c:v>
                      </c:pt>
                      <c:pt idx="144">
                        <c:v>20.8</c:v>
                      </c:pt>
                      <c:pt idx="145">
                        <c:v>20.8</c:v>
                      </c:pt>
                      <c:pt idx="146">
                        <c:v>20.8</c:v>
                      </c:pt>
                      <c:pt idx="147">
                        <c:v>20.8</c:v>
                      </c:pt>
                      <c:pt idx="148">
                        <c:v>20.8</c:v>
                      </c:pt>
                      <c:pt idx="149">
                        <c:v>20.8</c:v>
                      </c:pt>
                      <c:pt idx="150">
                        <c:v>20.8</c:v>
                      </c:pt>
                      <c:pt idx="151">
                        <c:v>20.8</c:v>
                      </c:pt>
                      <c:pt idx="152">
                        <c:v>20.8</c:v>
                      </c:pt>
                      <c:pt idx="153">
                        <c:v>20.8</c:v>
                      </c:pt>
                      <c:pt idx="154">
                        <c:v>20.8</c:v>
                      </c:pt>
                      <c:pt idx="155">
                        <c:v>20.8</c:v>
                      </c:pt>
                      <c:pt idx="156">
                        <c:v>20.8</c:v>
                      </c:pt>
                      <c:pt idx="157">
                        <c:v>20.8</c:v>
                      </c:pt>
                      <c:pt idx="158">
                        <c:v>20.8</c:v>
                      </c:pt>
                      <c:pt idx="159">
                        <c:v>20.8</c:v>
                      </c:pt>
                      <c:pt idx="160">
                        <c:v>20.8</c:v>
                      </c:pt>
                      <c:pt idx="161">
                        <c:v>20.8</c:v>
                      </c:pt>
                      <c:pt idx="162">
                        <c:v>20.8</c:v>
                      </c:pt>
                      <c:pt idx="163">
                        <c:v>20.8</c:v>
                      </c:pt>
                      <c:pt idx="164">
                        <c:v>20.8</c:v>
                      </c:pt>
                      <c:pt idx="165">
                        <c:v>20.8</c:v>
                      </c:pt>
                      <c:pt idx="166">
                        <c:v>20.8</c:v>
                      </c:pt>
                      <c:pt idx="167">
                        <c:v>20.8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3A1F-46F6-A4B6-938C6D53FE63}"/>
                  </c:ext>
                </c:extLst>
              </c15:ser>
            </c15:filteredScatterSeries>
          </c:ext>
        </c:extLst>
      </c:scatterChart>
      <c:valAx>
        <c:axId val="792736392"/>
        <c:scaling>
          <c:orientation val="minMax"/>
          <c:max val="0.72000000000000008"/>
          <c:min val="0.34000000000000008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layout>
            <c:manualLayout>
              <c:xMode val="edge"/>
              <c:yMode val="edge"/>
              <c:x val="0.39583567459046659"/>
              <c:y val="0.838686124652469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2738192"/>
        <c:crosses val="autoZero"/>
        <c:crossBetween val="midCat"/>
      </c:valAx>
      <c:valAx>
        <c:axId val="792738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sz="10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Gas Readings (PPM)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27363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sz="1800" b="1" i="0" u="none" strike="noStrike" kern="1200" cap="all" spc="150" baseline="0">
                <a:solidFill>
                  <a:sysClr val="windowText" lastClr="000000">
                    <a:lumMod val="50000"/>
                    <a:lumOff val="50000"/>
                  </a:sysClr>
                </a:solidFill>
              </a:rPr>
              <a:t>114-N</a:t>
            </a:r>
          </a:p>
        </c:rich>
      </c:tx>
      <c:layout>
        <c:manualLayout>
          <c:xMode val="edge"/>
          <c:yMode val="edge"/>
          <c:x val="0.42056847545219639"/>
          <c:y val="3.81224541254799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1"/>
          <c:tx>
            <c:strRef>
              <c:f>'Monitor 4'!$C$9</c:f>
              <c:strCache>
                <c:ptCount val="1"/>
                <c:pt idx="0">
                  <c:v>CO Reading (PPM)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'Monitor 4'!$A$10:$A$173</c:f>
              <c:numCache>
                <c:formatCode>h:mm;@</c:formatCode>
                <c:ptCount val="164"/>
                <c:pt idx="0">
                  <c:v>0.35243055555555558</c:v>
                </c:pt>
                <c:pt idx="1">
                  <c:v>0.35850694444444442</c:v>
                </c:pt>
                <c:pt idx="2">
                  <c:v>0.3605902777777778</c:v>
                </c:pt>
                <c:pt idx="3">
                  <c:v>0.36267361111111113</c:v>
                </c:pt>
                <c:pt idx="4">
                  <c:v>0.36475694444444445</c:v>
                </c:pt>
                <c:pt idx="5">
                  <c:v>0.36684027777777778</c:v>
                </c:pt>
                <c:pt idx="6">
                  <c:v>0.3689236111111111</c:v>
                </c:pt>
                <c:pt idx="7">
                  <c:v>0.37100694444444443</c:v>
                </c:pt>
                <c:pt idx="8">
                  <c:v>0.37309027777777776</c:v>
                </c:pt>
                <c:pt idx="9">
                  <c:v>0.37517361111111114</c:v>
                </c:pt>
                <c:pt idx="10">
                  <c:v>0.37725694444444446</c:v>
                </c:pt>
                <c:pt idx="11">
                  <c:v>0.37934027777777779</c:v>
                </c:pt>
                <c:pt idx="12">
                  <c:v>0.38142361111111112</c:v>
                </c:pt>
                <c:pt idx="13">
                  <c:v>0.38350694444444444</c:v>
                </c:pt>
                <c:pt idx="14">
                  <c:v>0.38559027777777777</c:v>
                </c:pt>
                <c:pt idx="15">
                  <c:v>0.38767361111111109</c:v>
                </c:pt>
                <c:pt idx="16">
                  <c:v>0.38975694444444442</c:v>
                </c:pt>
                <c:pt idx="17">
                  <c:v>0.3918402777777778</c:v>
                </c:pt>
                <c:pt idx="18">
                  <c:v>0.39392361111111113</c:v>
                </c:pt>
                <c:pt idx="19">
                  <c:v>0.39600694444444445</c:v>
                </c:pt>
                <c:pt idx="20">
                  <c:v>0.39809027777777778</c:v>
                </c:pt>
                <c:pt idx="21">
                  <c:v>0.4001736111111111</c:v>
                </c:pt>
                <c:pt idx="22">
                  <c:v>0.40225694444444443</c:v>
                </c:pt>
                <c:pt idx="23">
                  <c:v>0.40434027777777776</c:v>
                </c:pt>
                <c:pt idx="24">
                  <c:v>0.40642361111111114</c:v>
                </c:pt>
                <c:pt idx="25">
                  <c:v>0.40850694444444446</c:v>
                </c:pt>
                <c:pt idx="26">
                  <c:v>0.41059027777777779</c:v>
                </c:pt>
                <c:pt idx="27">
                  <c:v>0.41267361111111112</c:v>
                </c:pt>
                <c:pt idx="28">
                  <c:v>0.41475694444444444</c:v>
                </c:pt>
                <c:pt idx="29">
                  <c:v>0.41684027777777777</c:v>
                </c:pt>
                <c:pt idx="30">
                  <c:v>0.41892361111111109</c:v>
                </c:pt>
                <c:pt idx="31">
                  <c:v>0.42100694444444442</c:v>
                </c:pt>
                <c:pt idx="32">
                  <c:v>0.4230902777777778</c:v>
                </c:pt>
                <c:pt idx="33">
                  <c:v>0.42517361111111113</c:v>
                </c:pt>
                <c:pt idx="34">
                  <c:v>0.42725694444444445</c:v>
                </c:pt>
                <c:pt idx="35">
                  <c:v>0.42934027777777778</c:v>
                </c:pt>
                <c:pt idx="36">
                  <c:v>0.4314236111111111</c:v>
                </c:pt>
                <c:pt idx="37">
                  <c:v>0.43350694444444443</c:v>
                </c:pt>
                <c:pt idx="38">
                  <c:v>0.43559027777777776</c:v>
                </c:pt>
                <c:pt idx="39">
                  <c:v>0.43767361111111114</c:v>
                </c:pt>
                <c:pt idx="40">
                  <c:v>0.43975694444444446</c:v>
                </c:pt>
                <c:pt idx="41">
                  <c:v>0.44184027777777779</c:v>
                </c:pt>
                <c:pt idx="42">
                  <c:v>0.44392361111111112</c:v>
                </c:pt>
                <c:pt idx="43">
                  <c:v>0.44600694444444444</c:v>
                </c:pt>
                <c:pt idx="44">
                  <c:v>0.44809027777777777</c:v>
                </c:pt>
                <c:pt idx="45">
                  <c:v>0.45017361111111109</c:v>
                </c:pt>
                <c:pt idx="46">
                  <c:v>0.45225694444444442</c:v>
                </c:pt>
                <c:pt idx="47">
                  <c:v>0.4543402777777778</c:v>
                </c:pt>
                <c:pt idx="48">
                  <c:v>0.45642361111111113</c:v>
                </c:pt>
                <c:pt idx="49">
                  <c:v>0.45850694444444445</c:v>
                </c:pt>
                <c:pt idx="50">
                  <c:v>0.46059027777777778</c:v>
                </c:pt>
                <c:pt idx="51">
                  <c:v>0.4626736111111111</c:v>
                </c:pt>
                <c:pt idx="52">
                  <c:v>0.46475694444444443</c:v>
                </c:pt>
                <c:pt idx="53">
                  <c:v>0.46684027777777776</c:v>
                </c:pt>
                <c:pt idx="54">
                  <c:v>0.46892361111111114</c:v>
                </c:pt>
                <c:pt idx="55">
                  <c:v>0.47100694444444446</c:v>
                </c:pt>
                <c:pt idx="56">
                  <c:v>0.47309027777777779</c:v>
                </c:pt>
                <c:pt idx="57">
                  <c:v>0.47517361111111112</c:v>
                </c:pt>
                <c:pt idx="58">
                  <c:v>0.47725694444444444</c:v>
                </c:pt>
                <c:pt idx="59">
                  <c:v>0.47934027777777777</c:v>
                </c:pt>
                <c:pt idx="60">
                  <c:v>0.48142361111111109</c:v>
                </c:pt>
                <c:pt idx="61">
                  <c:v>0.48350694444444442</c:v>
                </c:pt>
                <c:pt idx="62">
                  <c:v>0.4855902777777778</c:v>
                </c:pt>
                <c:pt idx="63">
                  <c:v>0.48767361111111113</c:v>
                </c:pt>
                <c:pt idx="64">
                  <c:v>0.48975694444444445</c:v>
                </c:pt>
                <c:pt idx="65">
                  <c:v>0.49184027777777778</c:v>
                </c:pt>
                <c:pt idx="66">
                  <c:v>0.4939236111111111</c:v>
                </c:pt>
                <c:pt idx="67">
                  <c:v>0.49600694444444443</c:v>
                </c:pt>
                <c:pt idx="68">
                  <c:v>0.49809027777777776</c:v>
                </c:pt>
                <c:pt idx="69">
                  <c:v>0.50017361111111114</c:v>
                </c:pt>
                <c:pt idx="70">
                  <c:v>0.50225694444444446</c:v>
                </c:pt>
                <c:pt idx="71">
                  <c:v>0.50434027777777779</c:v>
                </c:pt>
                <c:pt idx="72">
                  <c:v>0.50642361111111112</c:v>
                </c:pt>
                <c:pt idx="73">
                  <c:v>0.50850694444444444</c:v>
                </c:pt>
                <c:pt idx="74">
                  <c:v>0.51059027777777777</c:v>
                </c:pt>
                <c:pt idx="75">
                  <c:v>0.51267361111111109</c:v>
                </c:pt>
                <c:pt idx="76">
                  <c:v>0.51475694444444442</c:v>
                </c:pt>
                <c:pt idx="77">
                  <c:v>0.51684027777777775</c:v>
                </c:pt>
                <c:pt idx="78">
                  <c:v>0.51892361111111107</c:v>
                </c:pt>
                <c:pt idx="79">
                  <c:v>0.5210069444444444</c:v>
                </c:pt>
                <c:pt idx="80">
                  <c:v>0.52309027777777772</c:v>
                </c:pt>
                <c:pt idx="81">
                  <c:v>0.52517361111111116</c:v>
                </c:pt>
                <c:pt idx="82">
                  <c:v>0.52725694444444449</c:v>
                </c:pt>
                <c:pt idx="83">
                  <c:v>0.52934027777777781</c:v>
                </c:pt>
                <c:pt idx="84">
                  <c:v>0.53142361111111114</c:v>
                </c:pt>
                <c:pt idx="85">
                  <c:v>0.53350694444444446</c:v>
                </c:pt>
                <c:pt idx="86">
                  <c:v>0.53559027777777779</c:v>
                </c:pt>
                <c:pt idx="87">
                  <c:v>0.53767361111111112</c:v>
                </c:pt>
                <c:pt idx="88">
                  <c:v>0.53975694444444444</c:v>
                </c:pt>
                <c:pt idx="89">
                  <c:v>0.54184027777777777</c:v>
                </c:pt>
                <c:pt idx="90">
                  <c:v>0.54392361111111109</c:v>
                </c:pt>
                <c:pt idx="91">
                  <c:v>0.54600694444444442</c:v>
                </c:pt>
                <c:pt idx="92">
                  <c:v>0.54809027777777775</c:v>
                </c:pt>
                <c:pt idx="93">
                  <c:v>0.55017361111111107</c:v>
                </c:pt>
                <c:pt idx="94">
                  <c:v>0.5522569444444444</c:v>
                </c:pt>
                <c:pt idx="95">
                  <c:v>0.55434027777777772</c:v>
                </c:pt>
                <c:pt idx="96">
                  <c:v>0.55642361111111116</c:v>
                </c:pt>
                <c:pt idx="97">
                  <c:v>0.55850694444444449</c:v>
                </c:pt>
                <c:pt idx="98">
                  <c:v>0.56059027777777781</c:v>
                </c:pt>
                <c:pt idx="99">
                  <c:v>0.56267361111111114</c:v>
                </c:pt>
                <c:pt idx="100">
                  <c:v>0.56475694444444446</c:v>
                </c:pt>
                <c:pt idx="101">
                  <c:v>0.56684027777777779</c:v>
                </c:pt>
                <c:pt idx="102">
                  <c:v>0.56892361111111112</c:v>
                </c:pt>
                <c:pt idx="103">
                  <c:v>0.57100694444444444</c:v>
                </c:pt>
                <c:pt idx="104">
                  <c:v>0.57309027777777777</c:v>
                </c:pt>
                <c:pt idx="105">
                  <c:v>0.57517361111111109</c:v>
                </c:pt>
                <c:pt idx="106">
                  <c:v>0.57725694444444442</c:v>
                </c:pt>
                <c:pt idx="107">
                  <c:v>0.57934027777777775</c:v>
                </c:pt>
                <c:pt idx="108">
                  <c:v>0.58142361111111107</c:v>
                </c:pt>
                <c:pt idx="109">
                  <c:v>0.5835069444444444</c:v>
                </c:pt>
                <c:pt idx="110">
                  <c:v>0.58559027777777772</c:v>
                </c:pt>
                <c:pt idx="111">
                  <c:v>0.58767361111111116</c:v>
                </c:pt>
                <c:pt idx="112">
                  <c:v>0.58975694444444449</c:v>
                </c:pt>
                <c:pt idx="113">
                  <c:v>0.59184027777777781</c:v>
                </c:pt>
                <c:pt idx="114">
                  <c:v>0.59392361111111114</c:v>
                </c:pt>
                <c:pt idx="115">
                  <c:v>0.59600694444444446</c:v>
                </c:pt>
                <c:pt idx="116">
                  <c:v>0.59809027777777779</c:v>
                </c:pt>
                <c:pt idx="117">
                  <c:v>0.60017361111111112</c:v>
                </c:pt>
                <c:pt idx="118">
                  <c:v>0.60225694444444444</c:v>
                </c:pt>
                <c:pt idx="119">
                  <c:v>0.60434027777777777</c:v>
                </c:pt>
                <c:pt idx="120">
                  <c:v>0.60642361111111109</c:v>
                </c:pt>
                <c:pt idx="121">
                  <c:v>0.60850694444444442</c:v>
                </c:pt>
                <c:pt idx="122">
                  <c:v>0.61059027777777775</c:v>
                </c:pt>
                <c:pt idx="123">
                  <c:v>0.61267361111111107</c:v>
                </c:pt>
                <c:pt idx="124">
                  <c:v>0.6147569444444444</c:v>
                </c:pt>
                <c:pt idx="125">
                  <c:v>0.61684027777777772</c:v>
                </c:pt>
                <c:pt idx="126">
                  <c:v>0.61892361111111116</c:v>
                </c:pt>
                <c:pt idx="127">
                  <c:v>0.62100694444444449</c:v>
                </c:pt>
                <c:pt idx="128">
                  <c:v>0.62309027777777781</c:v>
                </c:pt>
                <c:pt idx="129">
                  <c:v>0.62517361111111114</c:v>
                </c:pt>
                <c:pt idx="130">
                  <c:v>0.62725694444444446</c:v>
                </c:pt>
                <c:pt idx="131">
                  <c:v>0.62934027777777779</c:v>
                </c:pt>
                <c:pt idx="132">
                  <c:v>0.63142361111111112</c:v>
                </c:pt>
                <c:pt idx="133">
                  <c:v>0.63350694444444444</c:v>
                </c:pt>
                <c:pt idx="134">
                  <c:v>0.63559027777777777</c:v>
                </c:pt>
                <c:pt idx="135">
                  <c:v>0.63767361111111109</c:v>
                </c:pt>
                <c:pt idx="136">
                  <c:v>0.63975694444444442</c:v>
                </c:pt>
                <c:pt idx="137">
                  <c:v>0.64184027777777775</c:v>
                </c:pt>
                <c:pt idx="138">
                  <c:v>0.64392361111111107</c:v>
                </c:pt>
                <c:pt idx="139">
                  <c:v>0.6460069444444444</c:v>
                </c:pt>
                <c:pt idx="140">
                  <c:v>0.64809027777777772</c:v>
                </c:pt>
                <c:pt idx="141">
                  <c:v>0.65017361111111116</c:v>
                </c:pt>
                <c:pt idx="142">
                  <c:v>0.65225694444444449</c:v>
                </c:pt>
                <c:pt idx="143">
                  <c:v>0.65434027777777781</c:v>
                </c:pt>
                <c:pt idx="144">
                  <c:v>0.65642361111111114</c:v>
                </c:pt>
                <c:pt idx="145">
                  <c:v>0.65850694444444446</c:v>
                </c:pt>
                <c:pt idx="146">
                  <c:v>0.66059027777777779</c:v>
                </c:pt>
                <c:pt idx="147">
                  <c:v>0.66267361111111112</c:v>
                </c:pt>
                <c:pt idx="148">
                  <c:v>0.66475694444444444</c:v>
                </c:pt>
                <c:pt idx="149">
                  <c:v>0.66684027777777777</c:v>
                </c:pt>
                <c:pt idx="150">
                  <c:v>0.66892361111111109</c:v>
                </c:pt>
                <c:pt idx="151">
                  <c:v>0.67100694444444442</c:v>
                </c:pt>
                <c:pt idx="152">
                  <c:v>0.67309027777777775</c:v>
                </c:pt>
                <c:pt idx="153">
                  <c:v>0.67517361111111107</c:v>
                </c:pt>
                <c:pt idx="154">
                  <c:v>0.6772569444444444</c:v>
                </c:pt>
                <c:pt idx="155">
                  <c:v>0.67934027777777772</c:v>
                </c:pt>
                <c:pt idx="156">
                  <c:v>0.68142361111111116</c:v>
                </c:pt>
                <c:pt idx="157">
                  <c:v>0.68350694444444449</c:v>
                </c:pt>
                <c:pt idx="158">
                  <c:v>0.68559027777777781</c:v>
                </c:pt>
                <c:pt idx="159">
                  <c:v>0.68767361111111114</c:v>
                </c:pt>
                <c:pt idx="160">
                  <c:v>0.68975694444444446</c:v>
                </c:pt>
                <c:pt idx="161">
                  <c:v>0.69184027777777779</c:v>
                </c:pt>
                <c:pt idx="162">
                  <c:v>0.69392361111111112</c:v>
                </c:pt>
                <c:pt idx="163">
                  <c:v>0.69600694444444444</c:v>
                </c:pt>
              </c:numCache>
            </c:numRef>
          </c:xVal>
          <c:yVal>
            <c:numRef>
              <c:f>'Monitor 4'!$C$10:$C$173</c:f>
              <c:numCache>
                <c:formatCode>General</c:formatCode>
                <c:ptCount val="164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10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11</c:v>
                </c:pt>
                <c:pt idx="11">
                  <c:v>11</c:v>
                </c:pt>
                <c:pt idx="12">
                  <c:v>13</c:v>
                </c:pt>
                <c:pt idx="13">
                  <c:v>13</c:v>
                </c:pt>
                <c:pt idx="14">
                  <c:v>13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13</c:v>
                </c:pt>
                <c:pt idx="21">
                  <c:v>12</c:v>
                </c:pt>
                <c:pt idx="22">
                  <c:v>13</c:v>
                </c:pt>
                <c:pt idx="23">
                  <c:v>12</c:v>
                </c:pt>
                <c:pt idx="24">
                  <c:v>13</c:v>
                </c:pt>
                <c:pt idx="25">
                  <c:v>13</c:v>
                </c:pt>
                <c:pt idx="26">
                  <c:v>13</c:v>
                </c:pt>
                <c:pt idx="27">
                  <c:v>13</c:v>
                </c:pt>
                <c:pt idx="28">
                  <c:v>13</c:v>
                </c:pt>
                <c:pt idx="29">
                  <c:v>13</c:v>
                </c:pt>
                <c:pt idx="30">
                  <c:v>12</c:v>
                </c:pt>
                <c:pt idx="31">
                  <c:v>12</c:v>
                </c:pt>
                <c:pt idx="32">
                  <c:v>12</c:v>
                </c:pt>
                <c:pt idx="33">
                  <c:v>12</c:v>
                </c:pt>
                <c:pt idx="34">
                  <c:v>13</c:v>
                </c:pt>
                <c:pt idx="35">
                  <c:v>12</c:v>
                </c:pt>
                <c:pt idx="36">
                  <c:v>13</c:v>
                </c:pt>
                <c:pt idx="37">
                  <c:v>12</c:v>
                </c:pt>
                <c:pt idx="38">
                  <c:v>12</c:v>
                </c:pt>
                <c:pt idx="39">
                  <c:v>12</c:v>
                </c:pt>
                <c:pt idx="40">
                  <c:v>11</c:v>
                </c:pt>
                <c:pt idx="41">
                  <c:v>12</c:v>
                </c:pt>
                <c:pt idx="42">
                  <c:v>12</c:v>
                </c:pt>
                <c:pt idx="43">
                  <c:v>12</c:v>
                </c:pt>
                <c:pt idx="44">
                  <c:v>11</c:v>
                </c:pt>
                <c:pt idx="45">
                  <c:v>11</c:v>
                </c:pt>
                <c:pt idx="46">
                  <c:v>11</c:v>
                </c:pt>
                <c:pt idx="47">
                  <c:v>11</c:v>
                </c:pt>
                <c:pt idx="48">
                  <c:v>11</c:v>
                </c:pt>
                <c:pt idx="49">
                  <c:v>11</c:v>
                </c:pt>
                <c:pt idx="50">
                  <c:v>11</c:v>
                </c:pt>
                <c:pt idx="51">
                  <c:v>11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9</c:v>
                </c:pt>
                <c:pt idx="58">
                  <c:v>10</c:v>
                </c:pt>
                <c:pt idx="59">
                  <c:v>9</c:v>
                </c:pt>
                <c:pt idx="60">
                  <c:v>10</c:v>
                </c:pt>
                <c:pt idx="61">
                  <c:v>9</c:v>
                </c:pt>
                <c:pt idx="62">
                  <c:v>9</c:v>
                </c:pt>
                <c:pt idx="63">
                  <c:v>9</c:v>
                </c:pt>
                <c:pt idx="64">
                  <c:v>9</c:v>
                </c:pt>
                <c:pt idx="65">
                  <c:v>9</c:v>
                </c:pt>
                <c:pt idx="66">
                  <c:v>10</c:v>
                </c:pt>
                <c:pt idx="67">
                  <c:v>9</c:v>
                </c:pt>
                <c:pt idx="68">
                  <c:v>9</c:v>
                </c:pt>
                <c:pt idx="69">
                  <c:v>9</c:v>
                </c:pt>
                <c:pt idx="70">
                  <c:v>9</c:v>
                </c:pt>
                <c:pt idx="71">
                  <c:v>9</c:v>
                </c:pt>
                <c:pt idx="72">
                  <c:v>9</c:v>
                </c:pt>
                <c:pt idx="73">
                  <c:v>10</c:v>
                </c:pt>
                <c:pt idx="74">
                  <c:v>9</c:v>
                </c:pt>
                <c:pt idx="75">
                  <c:v>11</c:v>
                </c:pt>
                <c:pt idx="76">
                  <c:v>11</c:v>
                </c:pt>
                <c:pt idx="77">
                  <c:v>11</c:v>
                </c:pt>
                <c:pt idx="78">
                  <c:v>11</c:v>
                </c:pt>
                <c:pt idx="79">
                  <c:v>10</c:v>
                </c:pt>
                <c:pt idx="80">
                  <c:v>9</c:v>
                </c:pt>
                <c:pt idx="81">
                  <c:v>10</c:v>
                </c:pt>
                <c:pt idx="82">
                  <c:v>9</c:v>
                </c:pt>
                <c:pt idx="83">
                  <c:v>9</c:v>
                </c:pt>
                <c:pt idx="84">
                  <c:v>8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10</c:v>
                </c:pt>
                <c:pt idx="90">
                  <c:v>9</c:v>
                </c:pt>
                <c:pt idx="91">
                  <c:v>9</c:v>
                </c:pt>
                <c:pt idx="92">
                  <c:v>9</c:v>
                </c:pt>
                <c:pt idx="93">
                  <c:v>9</c:v>
                </c:pt>
                <c:pt idx="94">
                  <c:v>8</c:v>
                </c:pt>
                <c:pt idx="95">
                  <c:v>9</c:v>
                </c:pt>
                <c:pt idx="96">
                  <c:v>9</c:v>
                </c:pt>
                <c:pt idx="97">
                  <c:v>8</c:v>
                </c:pt>
                <c:pt idx="98">
                  <c:v>9</c:v>
                </c:pt>
                <c:pt idx="99">
                  <c:v>9</c:v>
                </c:pt>
                <c:pt idx="100">
                  <c:v>8</c:v>
                </c:pt>
                <c:pt idx="101">
                  <c:v>9</c:v>
                </c:pt>
                <c:pt idx="102">
                  <c:v>10</c:v>
                </c:pt>
                <c:pt idx="103">
                  <c:v>9</c:v>
                </c:pt>
                <c:pt idx="104">
                  <c:v>10</c:v>
                </c:pt>
                <c:pt idx="105">
                  <c:v>9</c:v>
                </c:pt>
                <c:pt idx="106">
                  <c:v>9</c:v>
                </c:pt>
                <c:pt idx="107">
                  <c:v>9</c:v>
                </c:pt>
                <c:pt idx="108">
                  <c:v>9</c:v>
                </c:pt>
                <c:pt idx="109">
                  <c:v>9</c:v>
                </c:pt>
                <c:pt idx="110">
                  <c:v>9</c:v>
                </c:pt>
                <c:pt idx="111">
                  <c:v>9</c:v>
                </c:pt>
                <c:pt idx="112">
                  <c:v>9</c:v>
                </c:pt>
                <c:pt idx="113">
                  <c:v>9</c:v>
                </c:pt>
                <c:pt idx="114">
                  <c:v>9</c:v>
                </c:pt>
                <c:pt idx="115">
                  <c:v>9</c:v>
                </c:pt>
                <c:pt idx="116">
                  <c:v>9</c:v>
                </c:pt>
                <c:pt idx="117">
                  <c:v>10</c:v>
                </c:pt>
                <c:pt idx="118">
                  <c:v>10</c:v>
                </c:pt>
                <c:pt idx="119">
                  <c:v>9</c:v>
                </c:pt>
                <c:pt idx="120">
                  <c:v>9</c:v>
                </c:pt>
                <c:pt idx="121">
                  <c:v>9</c:v>
                </c:pt>
                <c:pt idx="122">
                  <c:v>9</c:v>
                </c:pt>
                <c:pt idx="123">
                  <c:v>9</c:v>
                </c:pt>
                <c:pt idx="124">
                  <c:v>9</c:v>
                </c:pt>
                <c:pt idx="125">
                  <c:v>9</c:v>
                </c:pt>
                <c:pt idx="126">
                  <c:v>9</c:v>
                </c:pt>
                <c:pt idx="127">
                  <c:v>9</c:v>
                </c:pt>
                <c:pt idx="128">
                  <c:v>9</c:v>
                </c:pt>
                <c:pt idx="129">
                  <c:v>9</c:v>
                </c:pt>
                <c:pt idx="130">
                  <c:v>9</c:v>
                </c:pt>
                <c:pt idx="131">
                  <c:v>10</c:v>
                </c:pt>
                <c:pt idx="132">
                  <c:v>9</c:v>
                </c:pt>
                <c:pt idx="133">
                  <c:v>9</c:v>
                </c:pt>
                <c:pt idx="134">
                  <c:v>9</c:v>
                </c:pt>
                <c:pt idx="135">
                  <c:v>9</c:v>
                </c:pt>
                <c:pt idx="136">
                  <c:v>9</c:v>
                </c:pt>
                <c:pt idx="137">
                  <c:v>9</c:v>
                </c:pt>
                <c:pt idx="138">
                  <c:v>9</c:v>
                </c:pt>
                <c:pt idx="139">
                  <c:v>9</c:v>
                </c:pt>
                <c:pt idx="140">
                  <c:v>9</c:v>
                </c:pt>
                <c:pt idx="141">
                  <c:v>10</c:v>
                </c:pt>
                <c:pt idx="142">
                  <c:v>9</c:v>
                </c:pt>
                <c:pt idx="143">
                  <c:v>9</c:v>
                </c:pt>
                <c:pt idx="144">
                  <c:v>9</c:v>
                </c:pt>
                <c:pt idx="145">
                  <c:v>9</c:v>
                </c:pt>
                <c:pt idx="146">
                  <c:v>9</c:v>
                </c:pt>
                <c:pt idx="147">
                  <c:v>9</c:v>
                </c:pt>
                <c:pt idx="148">
                  <c:v>9</c:v>
                </c:pt>
                <c:pt idx="149">
                  <c:v>9</c:v>
                </c:pt>
                <c:pt idx="150">
                  <c:v>9</c:v>
                </c:pt>
                <c:pt idx="151">
                  <c:v>8</c:v>
                </c:pt>
                <c:pt idx="152">
                  <c:v>9</c:v>
                </c:pt>
                <c:pt idx="153">
                  <c:v>9</c:v>
                </c:pt>
                <c:pt idx="154">
                  <c:v>8</c:v>
                </c:pt>
                <c:pt idx="155">
                  <c:v>9</c:v>
                </c:pt>
                <c:pt idx="156">
                  <c:v>9</c:v>
                </c:pt>
                <c:pt idx="157">
                  <c:v>9</c:v>
                </c:pt>
                <c:pt idx="158">
                  <c:v>9</c:v>
                </c:pt>
                <c:pt idx="159">
                  <c:v>9</c:v>
                </c:pt>
                <c:pt idx="160">
                  <c:v>10</c:v>
                </c:pt>
                <c:pt idx="161">
                  <c:v>10</c:v>
                </c:pt>
                <c:pt idx="162">
                  <c:v>11</c:v>
                </c:pt>
                <c:pt idx="163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A5F-434A-B918-E34CA4F14987}"/>
            </c:ext>
          </c:extLst>
        </c:ser>
        <c:ser>
          <c:idx val="2"/>
          <c:order val="2"/>
          <c:tx>
            <c:strRef>
              <c:f>'Monitor 4'!$D$9</c:f>
              <c:strCache>
                <c:ptCount val="1"/>
                <c:pt idx="0">
                  <c:v>NO₂ Reading (PPM)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'Monitor 4'!$A$10:$A$173</c:f>
              <c:numCache>
                <c:formatCode>h:mm;@</c:formatCode>
                <c:ptCount val="164"/>
                <c:pt idx="0">
                  <c:v>0.35243055555555558</c:v>
                </c:pt>
                <c:pt idx="1">
                  <c:v>0.35850694444444442</c:v>
                </c:pt>
                <c:pt idx="2">
                  <c:v>0.3605902777777778</c:v>
                </c:pt>
                <c:pt idx="3">
                  <c:v>0.36267361111111113</c:v>
                </c:pt>
                <c:pt idx="4">
                  <c:v>0.36475694444444445</c:v>
                </c:pt>
                <c:pt idx="5">
                  <c:v>0.36684027777777778</c:v>
                </c:pt>
                <c:pt idx="6">
                  <c:v>0.3689236111111111</c:v>
                </c:pt>
                <c:pt idx="7">
                  <c:v>0.37100694444444443</c:v>
                </c:pt>
                <c:pt idx="8">
                  <c:v>0.37309027777777776</c:v>
                </c:pt>
                <c:pt idx="9">
                  <c:v>0.37517361111111114</c:v>
                </c:pt>
                <c:pt idx="10">
                  <c:v>0.37725694444444446</c:v>
                </c:pt>
                <c:pt idx="11">
                  <c:v>0.37934027777777779</c:v>
                </c:pt>
                <c:pt idx="12">
                  <c:v>0.38142361111111112</c:v>
                </c:pt>
                <c:pt idx="13">
                  <c:v>0.38350694444444444</c:v>
                </c:pt>
                <c:pt idx="14">
                  <c:v>0.38559027777777777</c:v>
                </c:pt>
                <c:pt idx="15">
                  <c:v>0.38767361111111109</c:v>
                </c:pt>
                <c:pt idx="16">
                  <c:v>0.38975694444444442</c:v>
                </c:pt>
                <c:pt idx="17">
                  <c:v>0.3918402777777778</c:v>
                </c:pt>
                <c:pt idx="18">
                  <c:v>0.39392361111111113</c:v>
                </c:pt>
                <c:pt idx="19">
                  <c:v>0.39600694444444445</c:v>
                </c:pt>
                <c:pt idx="20">
                  <c:v>0.39809027777777778</c:v>
                </c:pt>
                <c:pt idx="21">
                  <c:v>0.4001736111111111</c:v>
                </c:pt>
                <c:pt idx="22">
                  <c:v>0.40225694444444443</c:v>
                </c:pt>
                <c:pt idx="23">
                  <c:v>0.40434027777777776</c:v>
                </c:pt>
                <c:pt idx="24">
                  <c:v>0.40642361111111114</c:v>
                </c:pt>
                <c:pt idx="25">
                  <c:v>0.40850694444444446</c:v>
                </c:pt>
                <c:pt idx="26">
                  <c:v>0.41059027777777779</c:v>
                </c:pt>
                <c:pt idx="27">
                  <c:v>0.41267361111111112</c:v>
                </c:pt>
                <c:pt idx="28">
                  <c:v>0.41475694444444444</c:v>
                </c:pt>
                <c:pt idx="29">
                  <c:v>0.41684027777777777</c:v>
                </c:pt>
                <c:pt idx="30">
                  <c:v>0.41892361111111109</c:v>
                </c:pt>
                <c:pt idx="31">
                  <c:v>0.42100694444444442</c:v>
                </c:pt>
                <c:pt idx="32">
                  <c:v>0.4230902777777778</c:v>
                </c:pt>
                <c:pt idx="33">
                  <c:v>0.42517361111111113</c:v>
                </c:pt>
                <c:pt idx="34">
                  <c:v>0.42725694444444445</c:v>
                </c:pt>
                <c:pt idx="35">
                  <c:v>0.42934027777777778</c:v>
                </c:pt>
                <c:pt idx="36">
                  <c:v>0.4314236111111111</c:v>
                </c:pt>
                <c:pt idx="37">
                  <c:v>0.43350694444444443</c:v>
                </c:pt>
                <c:pt idx="38">
                  <c:v>0.43559027777777776</c:v>
                </c:pt>
                <c:pt idx="39">
                  <c:v>0.43767361111111114</c:v>
                </c:pt>
                <c:pt idx="40">
                  <c:v>0.43975694444444446</c:v>
                </c:pt>
                <c:pt idx="41">
                  <c:v>0.44184027777777779</c:v>
                </c:pt>
                <c:pt idx="42">
                  <c:v>0.44392361111111112</c:v>
                </c:pt>
                <c:pt idx="43">
                  <c:v>0.44600694444444444</c:v>
                </c:pt>
                <c:pt idx="44">
                  <c:v>0.44809027777777777</c:v>
                </c:pt>
                <c:pt idx="45">
                  <c:v>0.45017361111111109</c:v>
                </c:pt>
                <c:pt idx="46">
                  <c:v>0.45225694444444442</c:v>
                </c:pt>
                <c:pt idx="47">
                  <c:v>0.4543402777777778</c:v>
                </c:pt>
                <c:pt idx="48">
                  <c:v>0.45642361111111113</c:v>
                </c:pt>
                <c:pt idx="49">
                  <c:v>0.45850694444444445</c:v>
                </c:pt>
                <c:pt idx="50">
                  <c:v>0.46059027777777778</c:v>
                </c:pt>
                <c:pt idx="51">
                  <c:v>0.4626736111111111</c:v>
                </c:pt>
                <c:pt idx="52">
                  <c:v>0.46475694444444443</c:v>
                </c:pt>
                <c:pt idx="53">
                  <c:v>0.46684027777777776</c:v>
                </c:pt>
                <c:pt idx="54">
                  <c:v>0.46892361111111114</c:v>
                </c:pt>
                <c:pt idx="55">
                  <c:v>0.47100694444444446</c:v>
                </c:pt>
                <c:pt idx="56">
                  <c:v>0.47309027777777779</c:v>
                </c:pt>
                <c:pt idx="57">
                  <c:v>0.47517361111111112</c:v>
                </c:pt>
                <c:pt idx="58">
                  <c:v>0.47725694444444444</c:v>
                </c:pt>
                <c:pt idx="59">
                  <c:v>0.47934027777777777</c:v>
                </c:pt>
                <c:pt idx="60">
                  <c:v>0.48142361111111109</c:v>
                </c:pt>
                <c:pt idx="61">
                  <c:v>0.48350694444444442</c:v>
                </c:pt>
                <c:pt idx="62">
                  <c:v>0.4855902777777778</c:v>
                </c:pt>
                <c:pt idx="63">
                  <c:v>0.48767361111111113</c:v>
                </c:pt>
                <c:pt idx="64">
                  <c:v>0.48975694444444445</c:v>
                </c:pt>
                <c:pt idx="65">
                  <c:v>0.49184027777777778</c:v>
                </c:pt>
                <c:pt idx="66">
                  <c:v>0.4939236111111111</c:v>
                </c:pt>
                <c:pt idx="67">
                  <c:v>0.49600694444444443</c:v>
                </c:pt>
                <c:pt idx="68">
                  <c:v>0.49809027777777776</c:v>
                </c:pt>
                <c:pt idx="69">
                  <c:v>0.50017361111111114</c:v>
                </c:pt>
                <c:pt idx="70">
                  <c:v>0.50225694444444446</c:v>
                </c:pt>
                <c:pt idx="71">
                  <c:v>0.50434027777777779</c:v>
                </c:pt>
                <c:pt idx="72">
                  <c:v>0.50642361111111112</c:v>
                </c:pt>
                <c:pt idx="73">
                  <c:v>0.50850694444444444</c:v>
                </c:pt>
                <c:pt idx="74">
                  <c:v>0.51059027777777777</c:v>
                </c:pt>
                <c:pt idx="75">
                  <c:v>0.51267361111111109</c:v>
                </c:pt>
                <c:pt idx="76">
                  <c:v>0.51475694444444442</c:v>
                </c:pt>
                <c:pt idx="77">
                  <c:v>0.51684027777777775</c:v>
                </c:pt>
                <c:pt idx="78">
                  <c:v>0.51892361111111107</c:v>
                </c:pt>
                <c:pt idx="79">
                  <c:v>0.5210069444444444</c:v>
                </c:pt>
                <c:pt idx="80">
                  <c:v>0.52309027777777772</c:v>
                </c:pt>
                <c:pt idx="81">
                  <c:v>0.52517361111111116</c:v>
                </c:pt>
                <c:pt idx="82">
                  <c:v>0.52725694444444449</c:v>
                </c:pt>
                <c:pt idx="83">
                  <c:v>0.52934027777777781</c:v>
                </c:pt>
                <c:pt idx="84">
                  <c:v>0.53142361111111114</c:v>
                </c:pt>
                <c:pt idx="85">
                  <c:v>0.53350694444444446</c:v>
                </c:pt>
                <c:pt idx="86">
                  <c:v>0.53559027777777779</c:v>
                </c:pt>
                <c:pt idx="87">
                  <c:v>0.53767361111111112</c:v>
                </c:pt>
                <c:pt idx="88">
                  <c:v>0.53975694444444444</c:v>
                </c:pt>
                <c:pt idx="89">
                  <c:v>0.54184027777777777</c:v>
                </c:pt>
                <c:pt idx="90">
                  <c:v>0.54392361111111109</c:v>
                </c:pt>
                <c:pt idx="91">
                  <c:v>0.54600694444444442</c:v>
                </c:pt>
                <c:pt idx="92">
                  <c:v>0.54809027777777775</c:v>
                </c:pt>
                <c:pt idx="93">
                  <c:v>0.55017361111111107</c:v>
                </c:pt>
                <c:pt idx="94">
                  <c:v>0.5522569444444444</c:v>
                </c:pt>
                <c:pt idx="95">
                  <c:v>0.55434027777777772</c:v>
                </c:pt>
                <c:pt idx="96">
                  <c:v>0.55642361111111116</c:v>
                </c:pt>
                <c:pt idx="97">
                  <c:v>0.55850694444444449</c:v>
                </c:pt>
                <c:pt idx="98">
                  <c:v>0.56059027777777781</c:v>
                </c:pt>
                <c:pt idx="99">
                  <c:v>0.56267361111111114</c:v>
                </c:pt>
                <c:pt idx="100">
                  <c:v>0.56475694444444446</c:v>
                </c:pt>
                <c:pt idx="101">
                  <c:v>0.56684027777777779</c:v>
                </c:pt>
                <c:pt idx="102">
                  <c:v>0.56892361111111112</c:v>
                </c:pt>
                <c:pt idx="103">
                  <c:v>0.57100694444444444</c:v>
                </c:pt>
                <c:pt idx="104">
                  <c:v>0.57309027777777777</c:v>
                </c:pt>
                <c:pt idx="105">
                  <c:v>0.57517361111111109</c:v>
                </c:pt>
                <c:pt idx="106">
                  <c:v>0.57725694444444442</c:v>
                </c:pt>
                <c:pt idx="107">
                  <c:v>0.57934027777777775</c:v>
                </c:pt>
                <c:pt idx="108">
                  <c:v>0.58142361111111107</c:v>
                </c:pt>
                <c:pt idx="109">
                  <c:v>0.5835069444444444</c:v>
                </c:pt>
                <c:pt idx="110">
                  <c:v>0.58559027777777772</c:v>
                </c:pt>
                <c:pt idx="111">
                  <c:v>0.58767361111111116</c:v>
                </c:pt>
                <c:pt idx="112">
                  <c:v>0.58975694444444449</c:v>
                </c:pt>
                <c:pt idx="113">
                  <c:v>0.59184027777777781</c:v>
                </c:pt>
                <c:pt idx="114">
                  <c:v>0.59392361111111114</c:v>
                </c:pt>
                <c:pt idx="115">
                  <c:v>0.59600694444444446</c:v>
                </c:pt>
                <c:pt idx="116">
                  <c:v>0.59809027777777779</c:v>
                </c:pt>
                <c:pt idx="117">
                  <c:v>0.60017361111111112</c:v>
                </c:pt>
                <c:pt idx="118">
                  <c:v>0.60225694444444444</c:v>
                </c:pt>
                <c:pt idx="119">
                  <c:v>0.60434027777777777</c:v>
                </c:pt>
                <c:pt idx="120">
                  <c:v>0.60642361111111109</c:v>
                </c:pt>
                <c:pt idx="121">
                  <c:v>0.60850694444444442</c:v>
                </c:pt>
                <c:pt idx="122">
                  <c:v>0.61059027777777775</c:v>
                </c:pt>
                <c:pt idx="123">
                  <c:v>0.61267361111111107</c:v>
                </c:pt>
                <c:pt idx="124">
                  <c:v>0.6147569444444444</c:v>
                </c:pt>
                <c:pt idx="125">
                  <c:v>0.61684027777777772</c:v>
                </c:pt>
                <c:pt idx="126">
                  <c:v>0.61892361111111116</c:v>
                </c:pt>
                <c:pt idx="127">
                  <c:v>0.62100694444444449</c:v>
                </c:pt>
                <c:pt idx="128">
                  <c:v>0.62309027777777781</c:v>
                </c:pt>
                <c:pt idx="129">
                  <c:v>0.62517361111111114</c:v>
                </c:pt>
                <c:pt idx="130">
                  <c:v>0.62725694444444446</c:v>
                </c:pt>
                <c:pt idx="131">
                  <c:v>0.62934027777777779</c:v>
                </c:pt>
                <c:pt idx="132">
                  <c:v>0.63142361111111112</c:v>
                </c:pt>
                <c:pt idx="133">
                  <c:v>0.63350694444444444</c:v>
                </c:pt>
                <c:pt idx="134">
                  <c:v>0.63559027777777777</c:v>
                </c:pt>
                <c:pt idx="135">
                  <c:v>0.63767361111111109</c:v>
                </c:pt>
                <c:pt idx="136">
                  <c:v>0.63975694444444442</c:v>
                </c:pt>
                <c:pt idx="137">
                  <c:v>0.64184027777777775</c:v>
                </c:pt>
                <c:pt idx="138">
                  <c:v>0.64392361111111107</c:v>
                </c:pt>
                <c:pt idx="139">
                  <c:v>0.6460069444444444</c:v>
                </c:pt>
                <c:pt idx="140">
                  <c:v>0.64809027777777772</c:v>
                </c:pt>
                <c:pt idx="141">
                  <c:v>0.65017361111111116</c:v>
                </c:pt>
                <c:pt idx="142">
                  <c:v>0.65225694444444449</c:v>
                </c:pt>
                <c:pt idx="143">
                  <c:v>0.65434027777777781</c:v>
                </c:pt>
                <c:pt idx="144">
                  <c:v>0.65642361111111114</c:v>
                </c:pt>
                <c:pt idx="145">
                  <c:v>0.65850694444444446</c:v>
                </c:pt>
                <c:pt idx="146">
                  <c:v>0.66059027777777779</c:v>
                </c:pt>
                <c:pt idx="147">
                  <c:v>0.66267361111111112</c:v>
                </c:pt>
                <c:pt idx="148">
                  <c:v>0.66475694444444444</c:v>
                </c:pt>
                <c:pt idx="149">
                  <c:v>0.66684027777777777</c:v>
                </c:pt>
                <c:pt idx="150">
                  <c:v>0.66892361111111109</c:v>
                </c:pt>
                <c:pt idx="151">
                  <c:v>0.67100694444444442</c:v>
                </c:pt>
                <c:pt idx="152">
                  <c:v>0.67309027777777775</c:v>
                </c:pt>
                <c:pt idx="153">
                  <c:v>0.67517361111111107</c:v>
                </c:pt>
                <c:pt idx="154">
                  <c:v>0.6772569444444444</c:v>
                </c:pt>
                <c:pt idx="155">
                  <c:v>0.67934027777777772</c:v>
                </c:pt>
                <c:pt idx="156">
                  <c:v>0.68142361111111116</c:v>
                </c:pt>
                <c:pt idx="157">
                  <c:v>0.68350694444444449</c:v>
                </c:pt>
                <c:pt idx="158">
                  <c:v>0.68559027777777781</c:v>
                </c:pt>
                <c:pt idx="159">
                  <c:v>0.68767361111111114</c:v>
                </c:pt>
                <c:pt idx="160">
                  <c:v>0.68975694444444446</c:v>
                </c:pt>
                <c:pt idx="161">
                  <c:v>0.69184027777777779</c:v>
                </c:pt>
                <c:pt idx="162">
                  <c:v>0.69392361111111112</c:v>
                </c:pt>
                <c:pt idx="163">
                  <c:v>0.69600694444444444</c:v>
                </c:pt>
              </c:numCache>
            </c:numRef>
          </c:xVal>
          <c:yVal>
            <c:numRef>
              <c:f>'Monitor 4'!$D$10:$D$173</c:f>
              <c:numCache>
                <c:formatCode>General</c:formatCode>
                <c:ptCount val="16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</c:v>
                </c:pt>
                <c:pt idx="6">
                  <c:v>0</c:v>
                </c:pt>
                <c:pt idx="7">
                  <c:v>0.1</c:v>
                </c:pt>
                <c:pt idx="8">
                  <c:v>0.1</c:v>
                </c:pt>
                <c:pt idx="9">
                  <c:v>0.1</c:v>
                </c:pt>
                <c:pt idx="10">
                  <c:v>0.1</c:v>
                </c:pt>
                <c:pt idx="11">
                  <c:v>0.2</c:v>
                </c:pt>
                <c:pt idx="12">
                  <c:v>0.2</c:v>
                </c:pt>
                <c:pt idx="13">
                  <c:v>0.3</c:v>
                </c:pt>
                <c:pt idx="14">
                  <c:v>0.2</c:v>
                </c:pt>
                <c:pt idx="15">
                  <c:v>0.3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0.3</c:v>
                </c:pt>
                <c:pt idx="40">
                  <c:v>0.3</c:v>
                </c:pt>
                <c:pt idx="41">
                  <c:v>0.3</c:v>
                </c:pt>
                <c:pt idx="42">
                  <c:v>0.3</c:v>
                </c:pt>
                <c:pt idx="43">
                  <c:v>0.2</c:v>
                </c:pt>
                <c:pt idx="44">
                  <c:v>0.2</c:v>
                </c:pt>
                <c:pt idx="45">
                  <c:v>0.3</c:v>
                </c:pt>
                <c:pt idx="46">
                  <c:v>0.1</c:v>
                </c:pt>
                <c:pt idx="47">
                  <c:v>0.1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0.1</c:v>
                </c:pt>
                <c:pt idx="74">
                  <c:v>0.4</c:v>
                </c:pt>
                <c:pt idx="75">
                  <c:v>0.3</c:v>
                </c:pt>
                <c:pt idx="76">
                  <c:v>0.1</c:v>
                </c:pt>
                <c:pt idx="77">
                  <c:v>0.1</c:v>
                </c:pt>
                <c:pt idx="78">
                  <c:v>0.1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0.1</c:v>
                </c:pt>
                <c:pt idx="160">
                  <c:v>0.5</c:v>
                </c:pt>
                <c:pt idx="161">
                  <c:v>0.1</c:v>
                </c:pt>
                <c:pt idx="162">
                  <c:v>0.1</c:v>
                </c:pt>
                <c:pt idx="16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A5F-434A-B918-E34CA4F149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9266888"/>
        <c:axId val="416205848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'Monitor 4'!$B$9</c15:sqref>
                        </c15:formulaRef>
                      </c:ext>
                    </c:extLst>
                    <c:strCache>
                      <c:ptCount val="1"/>
                      <c:pt idx="0">
                        <c:v>Combustible Reading (%LEL)</c:v>
                      </c:pt>
                    </c:strCache>
                  </c:strRef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'Monitor 4'!$A$10:$A$173</c15:sqref>
                        </c15:formulaRef>
                      </c:ext>
                    </c:extLst>
                    <c:numCache>
                      <c:formatCode>h:mm;@</c:formatCode>
                      <c:ptCount val="164"/>
                      <c:pt idx="0">
                        <c:v>0.35243055555555558</c:v>
                      </c:pt>
                      <c:pt idx="1">
                        <c:v>0.35850694444444442</c:v>
                      </c:pt>
                      <c:pt idx="2">
                        <c:v>0.3605902777777778</c:v>
                      </c:pt>
                      <c:pt idx="3">
                        <c:v>0.36267361111111113</c:v>
                      </c:pt>
                      <c:pt idx="4">
                        <c:v>0.36475694444444445</c:v>
                      </c:pt>
                      <c:pt idx="5">
                        <c:v>0.36684027777777778</c:v>
                      </c:pt>
                      <c:pt idx="6">
                        <c:v>0.3689236111111111</c:v>
                      </c:pt>
                      <c:pt idx="7">
                        <c:v>0.37100694444444443</c:v>
                      </c:pt>
                      <c:pt idx="8">
                        <c:v>0.37309027777777776</c:v>
                      </c:pt>
                      <c:pt idx="9">
                        <c:v>0.37517361111111114</c:v>
                      </c:pt>
                      <c:pt idx="10">
                        <c:v>0.37725694444444446</c:v>
                      </c:pt>
                      <c:pt idx="11">
                        <c:v>0.37934027777777779</c:v>
                      </c:pt>
                      <c:pt idx="12">
                        <c:v>0.38142361111111112</c:v>
                      </c:pt>
                      <c:pt idx="13">
                        <c:v>0.38350694444444444</c:v>
                      </c:pt>
                      <c:pt idx="14">
                        <c:v>0.38559027777777777</c:v>
                      </c:pt>
                      <c:pt idx="15">
                        <c:v>0.38767361111111109</c:v>
                      </c:pt>
                      <c:pt idx="16">
                        <c:v>0.38975694444444442</c:v>
                      </c:pt>
                      <c:pt idx="17">
                        <c:v>0.3918402777777778</c:v>
                      </c:pt>
                      <c:pt idx="18">
                        <c:v>0.39392361111111113</c:v>
                      </c:pt>
                      <c:pt idx="19">
                        <c:v>0.39600694444444445</c:v>
                      </c:pt>
                      <c:pt idx="20">
                        <c:v>0.39809027777777778</c:v>
                      </c:pt>
                      <c:pt idx="21">
                        <c:v>0.4001736111111111</c:v>
                      </c:pt>
                      <c:pt idx="22">
                        <c:v>0.40225694444444443</c:v>
                      </c:pt>
                      <c:pt idx="23">
                        <c:v>0.40434027777777776</c:v>
                      </c:pt>
                      <c:pt idx="24">
                        <c:v>0.40642361111111114</c:v>
                      </c:pt>
                      <c:pt idx="25">
                        <c:v>0.40850694444444446</c:v>
                      </c:pt>
                      <c:pt idx="26">
                        <c:v>0.41059027777777779</c:v>
                      </c:pt>
                      <c:pt idx="27">
                        <c:v>0.41267361111111112</c:v>
                      </c:pt>
                      <c:pt idx="28">
                        <c:v>0.41475694444444444</c:v>
                      </c:pt>
                      <c:pt idx="29">
                        <c:v>0.41684027777777777</c:v>
                      </c:pt>
                      <c:pt idx="30">
                        <c:v>0.41892361111111109</c:v>
                      </c:pt>
                      <c:pt idx="31">
                        <c:v>0.42100694444444442</c:v>
                      </c:pt>
                      <c:pt idx="32">
                        <c:v>0.4230902777777778</c:v>
                      </c:pt>
                      <c:pt idx="33">
                        <c:v>0.42517361111111113</c:v>
                      </c:pt>
                      <c:pt idx="34">
                        <c:v>0.42725694444444445</c:v>
                      </c:pt>
                      <c:pt idx="35">
                        <c:v>0.42934027777777778</c:v>
                      </c:pt>
                      <c:pt idx="36">
                        <c:v>0.4314236111111111</c:v>
                      </c:pt>
                      <c:pt idx="37">
                        <c:v>0.43350694444444443</c:v>
                      </c:pt>
                      <c:pt idx="38">
                        <c:v>0.43559027777777776</c:v>
                      </c:pt>
                      <c:pt idx="39">
                        <c:v>0.43767361111111114</c:v>
                      </c:pt>
                      <c:pt idx="40">
                        <c:v>0.43975694444444446</c:v>
                      </c:pt>
                      <c:pt idx="41">
                        <c:v>0.44184027777777779</c:v>
                      </c:pt>
                      <c:pt idx="42">
                        <c:v>0.44392361111111112</c:v>
                      </c:pt>
                      <c:pt idx="43">
                        <c:v>0.44600694444444444</c:v>
                      </c:pt>
                      <c:pt idx="44">
                        <c:v>0.44809027777777777</c:v>
                      </c:pt>
                      <c:pt idx="45">
                        <c:v>0.45017361111111109</c:v>
                      </c:pt>
                      <c:pt idx="46">
                        <c:v>0.45225694444444442</c:v>
                      </c:pt>
                      <c:pt idx="47">
                        <c:v>0.4543402777777778</c:v>
                      </c:pt>
                      <c:pt idx="48">
                        <c:v>0.45642361111111113</c:v>
                      </c:pt>
                      <c:pt idx="49">
                        <c:v>0.45850694444444445</c:v>
                      </c:pt>
                      <c:pt idx="50">
                        <c:v>0.46059027777777778</c:v>
                      </c:pt>
                      <c:pt idx="51">
                        <c:v>0.4626736111111111</c:v>
                      </c:pt>
                      <c:pt idx="52">
                        <c:v>0.46475694444444443</c:v>
                      </c:pt>
                      <c:pt idx="53">
                        <c:v>0.46684027777777776</c:v>
                      </c:pt>
                      <c:pt idx="54">
                        <c:v>0.46892361111111114</c:v>
                      </c:pt>
                      <c:pt idx="55">
                        <c:v>0.47100694444444446</c:v>
                      </c:pt>
                      <c:pt idx="56">
                        <c:v>0.47309027777777779</c:v>
                      </c:pt>
                      <c:pt idx="57">
                        <c:v>0.47517361111111112</c:v>
                      </c:pt>
                      <c:pt idx="58">
                        <c:v>0.47725694444444444</c:v>
                      </c:pt>
                      <c:pt idx="59">
                        <c:v>0.47934027777777777</c:v>
                      </c:pt>
                      <c:pt idx="60">
                        <c:v>0.48142361111111109</c:v>
                      </c:pt>
                      <c:pt idx="61">
                        <c:v>0.48350694444444442</c:v>
                      </c:pt>
                      <c:pt idx="62">
                        <c:v>0.4855902777777778</c:v>
                      </c:pt>
                      <c:pt idx="63">
                        <c:v>0.48767361111111113</c:v>
                      </c:pt>
                      <c:pt idx="64">
                        <c:v>0.48975694444444445</c:v>
                      </c:pt>
                      <c:pt idx="65">
                        <c:v>0.49184027777777778</c:v>
                      </c:pt>
                      <c:pt idx="66">
                        <c:v>0.4939236111111111</c:v>
                      </c:pt>
                      <c:pt idx="67">
                        <c:v>0.49600694444444443</c:v>
                      </c:pt>
                      <c:pt idx="68">
                        <c:v>0.49809027777777776</c:v>
                      </c:pt>
                      <c:pt idx="69">
                        <c:v>0.50017361111111114</c:v>
                      </c:pt>
                      <c:pt idx="70">
                        <c:v>0.50225694444444446</c:v>
                      </c:pt>
                      <c:pt idx="71">
                        <c:v>0.50434027777777779</c:v>
                      </c:pt>
                      <c:pt idx="72">
                        <c:v>0.50642361111111112</c:v>
                      </c:pt>
                      <c:pt idx="73">
                        <c:v>0.50850694444444444</c:v>
                      </c:pt>
                      <c:pt idx="74">
                        <c:v>0.51059027777777777</c:v>
                      </c:pt>
                      <c:pt idx="75">
                        <c:v>0.51267361111111109</c:v>
                      </c:pt>
                      <c:pt idx="76">
                        <c:v>0.51475694444444442</c:v>
                      </c:pt>
                      <c:pt idx="77">
                        <c:v>0.51684027777777775</c:v>
                      </c:pt>
                      <c:pt idx="78">
                        <c:v>0.51892361111111107</c:v>
                      </c:pt>
                      <c:pt idx="79">
                        <c:v>0.5210069444444444</c:v>
                      </c:pt>
                      <c:pt idx="80">
                        <c:v>0.52309027777777772</c:v>
                      </c:pt>
                      <c:pt idx="81">
                        <c:v>0.52517361111111116</c:v>
                      </c:pt>
                      <c:pt idx="82">
                        <c:v>0.52725694444444449</c:v>
                      </c:pt>
                      <c:pt idx="83">
                        <c:v>0.52934027777777781</c:v>
                      </c:pt>
                      <c:pt idx="84">
                        <c:v>0.53142361111111114</c:v>
                      </c:pt>
                      <c:pt idx="85">
                        <c:v>0.53350694444444446</c:v>
                      </c:pt>
                      <c:pt idx="86">
                        <c:v>0.53559027777777779</c:v>
                      </c:pt>
                      <c:pt idx="87">
                        <c:v>0.53767361111111112</c:v>
                      </c:pt>
                      <c:pt idx="88">
                        <c:v>0.53975694444444444</c:v>
                      </c:pt>
                      <c:pt idx="89">
                        <c:v>0.54184027777777777</c:v>
                      </c:pt>
                      <c:pt idx="90">
                        <c:v>0.54392361111111109</c:v>
                      </c:pt>
                      <c:pt idx="91">
                        <c:v>0.54600694444444442</c:v>
                      </c:pt>
                      <c:pt idx="92">
                        <c:v>0.54809027777777775</c:v>
                      </c:pt>
                      <c:pt idx="93">
                        <c:v>0.55017361111111107</c:v>
                      </c:pt>
                      <c:pt idx="94">
                        <c:v>0.5522569444444444</c:v>
                      </c:pt>
                      <c:pt idx="95">
                        <c:v>0.55434027777777772</c:v>
                      </c:pt>
                      <c:pt idx="96">
                        <c:v>0.55642361111111116</c:v>
                      </c:pt>
                      <c:pt idx="97">
                        <c:v>0.55850694444444449</c:v>
                      </c:pt>
                      <c:pt idx="98">
                        <c:v>0.56059027777777781</c:v>
                      </c:pt>
                      <c:pt idx="99">
                        <c:v>0.56267361111111114</c:v>
                      </c:pt>
                      <c:pt idx="100">
                        <c:v>0.56475694444444446</c:v>
                      </c:pt>
                      <c:pt idx="101">
                        <c:v>0.56684027777777779</c:v>
                      </c:pt>
                      <c:pt idx="102">
                        <c:v>0.56892361111111112</c:v>
                      </c:pt>
                      <c:pt idx="103">
                        <c:v>0.57100694444444444</c:v>
                      </c:pt>
                      <c:pt idx="104">
                        <c:v>0.57309027777777777</c:v>
                      </c:pt>
                      <c:pt idx="105">
                        <c:v>0.57517361111111109</c:v>
                      </c:pt>
                      <c:pt idx="106">
                        <c:v>0.57725694444444442</c:v>
                      </c:pt>
                      <c:pt idx="107">
                        <c:v>0.57934027777777775</c:v>
                      </c:pt>
                      <c:pt idx="108">
                        <c:v>0.58142361111111107</c:v>
                      </c:pt>
                      <c:pt idx="109">
                        <c:v>0.5835069444444444</c:v>
                      </c:pt>
                      <c:pt idx="110">
                        <c:v>0.58559027777777772</c:v>
                      </c:pt>
                      <c:pt idx="111">
                        <c:v>0.58767361111111116</c:v>
                      </c:pt>
                      <c:pt idx="112">
                        <c:v>0.58975694444444449</c:v>
                      </c:pt>
                      <c:pt idx="113">
                        <c:v>0.59184027777777781</c:v>
                      </c:pt>
                      <c:pt idx="114">
                        <c:v>0.59392361111111114</c:v>
                      </c:pt>
                      <c:pt idx="115">
                        <c:v>0.59600694444444446</c:v>
                      </c:pt>
                      <c:pt idx="116">
                        <c:v>0.59809027777777779</c:v>
                      </c:pt>
                      <c:pt idx="117">
                        <c:v>0.60017361111111112</c:v>
                      </c:pt>
                      <c:pt idx="118">
                        <c:v>0.60225694444444444</c:v>
                      </c:pt>
                      <c:pt idx="119">
                        <c:v>0.60434027777777777</c:v>
                      </c:pt>
                      <c:pt idx="120">
                        <c:v>0.60642361111111109</c:v>
                      </c:pt>
                      <c:pt idx="121">
                        <c:v>0.60850694444444442</c:v>
                      </c:pt>
                      <c:pt idx="122">
                        <c:v>0.61059027777777775</c:v>
                      </c:pt>
                      <c:pt idx="123">
                        <c:v>0.61267361111111107</c:v>
                      </c:pt>
                      <c:pt idx="124">
                        <c:v>0.6147569444444444</c:v>
                      </c:pt>
                      <c:pt idx="125">
                        <c:v>0.61684027777777772</c:v>
                      </c:pt>
                      <c:pt idx="126">
                        <c:v>0.61892361111111116</c:v>
                      </c:pt>
                      <c:pt idx="127">
                        <c:v>0.62100694444444449</c:v>
                      </c:pt>
                      <c:pt idx="128">
                        <c:v>0.62309027777777781</c:v>
                      </c:pt>
                      <c:pt idx="129">
                        <c:v>0.62517361111111114</c:v>
                      </c:pt>
                      <c:pt idx="130">
                        <c:v>0.62725694444444446</c:v>
                      </c:pt>
                      <c:pt idx="131">
                        <c:v>0.62934027777777779</c:v>
                      </c:pt>
                      <c:pt idx="132">
                        <c:v>0.63142361111111112</c:v>
                      </c:pt>
                      <c:pt idx="133">
                        <c:v>0.63350694444444444</c:v>
                      </c:pt>
                      <c:pt idx="134">
                        <c:v>0.63559027777777777</c:v>
                      </c:pt>
                      <c:pt idx="135">
                        <c:v>0.63767361111111109</c:v>
                      </c:pt>
                      <c:pt idx="136">
                        <c:v>0.63975694444444442</c:v>
                      </c:pt>
                      <c:pt idx="137">
                        <c:v>0.64184027777777775</c:v>
                      </c:pt>
                      <c:pt idx="138">
                        <c:v>0.64392361111111107</c:v>
                      </c:pt>
                      <c:pt idx="139">
                        <c:v>0.6460069444444444</c:v>
                      </c:pt>
                      <c:pt idx="140">
                        <c:v>0.64809027777777772</c:v>
                      </c:pt>
                      <c:pt idx="141">
                        <c:v>0.65017361111111116</c:v>
                      </c:pt>
                      <c:pt idx="142">
                        <c:v>0.65225694444444449</c:v>
                      </c:pt>
                      <c:pt idx="143">
                        <c:v>0.65434027777777781</c:v>
                      </c:pt>
                      <c:pt idx="144">
                        <c:v>0.65642361111111114</c:v>
                      </c:pt>
                      <c:pt idx="145">
                        <c:v>0.65850694444444446</c:v>
                      </c:pt>
                      <c:pt idx="146">
                        <c:v>0.66059027777777779</c:v>
                      </c:pt>
                      <c:pt idx="147">
                        <c:v>0.66267361111111112</c:v>
                      </c:pt>
                      <c:pt idx="148">
                        <c:v>0.66475694444444444</c:v>
                      </c:pt>
                      <c:pt idx="149">
                        <c:v>0.66684027777777777</c:v>
                      </c:pt>
                      <c:pt idx="150">
                        <c:v>0.66892361111111109</c:v>
                      </c:pt>
                      <c:pt idx="151">
                        <c:v>0.67100694444444442</c:v>
                      </c:pt>
                      <c:pt idx="152">
                        <c:v>0.67309027777777775</c:v>
                      </c:pt>
                      <c:pt idx="153">
                        <c:v>0.67517361111111107</c:v>
                      </c:pt>
                      <c:pt idx="154">
                        <c:v>0.6772569444444444</c:v>
                      </c:pt>
                      <c:pt idx="155">
                        <c:v>0.67934027777777772</c:v>
                      </c:pt>
                      <c:pt idx="156">
                        <c:v>0.68142361111111116</c:v>
                      </c:pt>
                      <c:pt idx="157">
                        <c:v>0.68350694444444449</c:v>
                      </c:pt>
                      <c:pt idx="158">
                        <c:v>0.68559027777777781</c:v>
                      </c:pt>
                      <c:pt idx="159">
                        <c:v>0.68767361111111114</c:v>
                      </c:pt>
                      <c:pt idx="160">
                        <c:v>0.68975694444444446</c:v>
                      </c:pt>
                      <c:pt idx="161">
                        <c:v>0.69184027777777779</c:v>
                      </c:pt>
                      <c:pt idx="162">
                        <c:v>0.69392361111111112</c:v>
                      </c:pt>
                      <c:pt idx="163">
                        <c:v>0.69600694444444444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'Monitor 4'!$B$10:$B$173</c15:sqref>
                        </c15:formulaRef>
                      </c:ext>
                    </c:extLst>
                    <c:numCache>
                      <c:formatCode>General</c:formatCode>
                      <c:ptCount val="164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0</c:v>
                      </c:pt>
                      <c:pt idx="14">
                        <c:v>0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  <c:pt idx="20">
                        <c:v>0</c:v>
                      </c:pt>
                      <c:pt idx="21">
                        <c:v>0</c:v>
                      </c:pt>
                      <c:pt idx="22">
                        <c:v>0</c:v>
                      </c:pt>
                      <c:pt idx="23">
                        <c:v>0</c:v>
                      </c:pt>
                      <c:pt idx="24">
                        <c:v>0</c:v>
                      </c:pt>
                      <c:pt idx="25">
                        <c:v>0</c:v>
                      </c:pt>
                      <c:pt idx="26">
                        <c:v>0</c:v>
                      </c:pt>
                      <c:pt idx="27">
                        <c:v>0</c:v>
                      </c:pt>
                      <c:pt idx="28">
                        <c:v>0</c:v>
                      </c:pt>
                      <c:pt idx="29">
                        <c:v>0</c:v>
                      </c:pt>
                      <c:pt idx="30">
                        <c:v>0</c:v>
                      </c:pt>
                      <c:pt idx="31">
                        <c:v>0</c:v>
                      </c:pt>
                      <c:pt idx="32">
                        <c:v>0</c:v>
                      </c:pt>
                      <c:pt idx="33">
                        <c:v>0</c:v>
                      </c:pt>
                      <c:pt idx="34">
                        <c:v>0</c:v>
                      </c:pt>
                      <c:pt idx="35">
                        <c:v>0</c:v>
                      </c:pt>
                      <c:pt idx="36">
                        <c:v>0</c:v>
                      </c:pt>
                      <c:pt idx="37">
                        <c:v>0</c:v>
                      </c:pt>
                      <c:pt idx="38">
                        <c:v>0</c:v>
                      </c:pt>
                      <c:pt idx="39">
                        <c:v>0</c:v>
                      </c:pt>
                      <c:pt idx="40">
                        <c:v>0</c:v>
                      </c:pt>
                      <c:pt idx="41">
                        <c:v>0</c:v>
                      </c:pt>
                      <c:pt idx="42">
                        <c:v>0</c:v>
                      </c:pt>
                      <c:pt idx="43">
                        <c:v>0</c:v>
                      </c:pt>
                      <c:pt idx="44">
                        <c:v>0</c:v>
                      </c:pt>
                      <c:pt idx="45">
                        <c:v>0</c:v>
                      </c:pt>
                      <c:pt idx="46">
                        <c:v>0</c:v>
                      </c:pt>
                      <c:pt idx="47">
                        <c:v>0</c:v>
                      </c:pt>
                      <c:pt idx="48">
                        <c:v>0</c:v>
                      </c:pt>
                      <c:pt idx="49">
                        <c:v>0</c:v>
                      </c:pt>
                      <c:pt idx="50">
                        <c:v>0</c:v>
                      </c:pt>
                      <c:pt idx="51">
                        <c:v>0</c:v>
                      </c:pt>
                      <c:pt idx="52">
                        <c:v>0</c:v>
                      </c:pt>
                      <c:pt idx="53">
                        <c:v>0</c:v>
                      </c:pt>
                      <c:pt idx="54">
                        <c:v>0</c:v>
                      </c:pt>
                      <c:pt idx="55">
                        <c:v>0</c:v>
                      </c:pt>
                      <c:pt idx="56">
                        <c:v>0</c:v>
                      </c:pt>
                      <c:pt idx="57">
                        <c:v>0</c:v>
                      </c:pt>
                      <c:pt idx="58">
                        <c:v>0</c:v>
                      </c:pt>
                      <c:pt idx="59">
                        <c:v>0</c:v>
                      </c:pt>
                      <c:pt idx="60">
                        <c:v>0</c:v>
                      </c:pt>
                      <c:pt idx="61">
                        <c:v>0</c:v>
                      </c:pt>
                      <c:pt idx="62">
                        <c:v>0</c:v>
                      </c:pt>
                      <c:pt idx="63">
                        <c:v>0</c:v>
                      </c:pt>
                      <c:pt idx="64">
                        <c:v>0</c:v>
                      </c:pt>
                      <c:pt idx="65">
                        <c:v>0</c:v>
                      </c:pt>
                      <c:pt idx="66">
                        <c:v>0</c:v>
                      </c:pt>
                      <c:pt idx="67">
                        <c:v>0</c:v>
                      </c:pt>
                      <c:pt idx="68">
                        <c:v>0</c:v>
                      </c:pt>
                      <c:pt idx="69">
                        <c:v>0</c:v>
                      </c:pt>
                      <c:pt idx="70">
                        <c:v>0</c:v>
                      </c:pt>
                      <c:pt idx="71">
                        <c:v>0</c:v>
                      </c:pt>
                      <c:pt idx="72">
                        <c:v>0</c:v>
                      </c:pt>
                      <c:pt idx="73">
                        <c:v>0</c:v>
                      </c:pt>
                      <c:pt idx="74">
                        <c:v>0</c:v>
                      </c:pt>
                      <c:pt idx="75">
                        <c:v>0</c:v>
                      </c:pt>
                      <c:pt idx="76">
                        <c:v>0</c:v>
                      </c:pt>
                      <c:pt idx="77">
                        <c:v>0</c:v>
                      </c:pt>
                      <c:pt idx="78">
                        <c:v>0</c:v>
                      </c:pt>
                      <c:pt idx="79">
                        <c:v>0</c:v>
                      </c:pt>
                      <c:pt idx="80">
                        <c:v>0</c:v>
                      </c:pt>
                      <c:pt idx="81">
                        <c:v>0</c:v>
                      </c:pt>
                      <c:pt idx="82">
                        <c:v>0</c:v>
                      </c:pt>
                      <c:pt idx="83">
                        <c:v>0</c:v>
                      </c:pt>
                      <c:pt idx="84">
                        <c:v>0</c:v>
                      </c:pt>
                      <c:pt idx="85">
                        <c:v>0</c:v>
                      </c:pt>
                      <c:pt idx="86">
                        <c:v>0</c:v>
                      </c:pt>
                      <c:pt idx="87">
                        <c:v>0</c:v>
                      </c:pt>
                      <c:pt idx="88">
                        <c:v>0</c:v>
                      </c:pt>
                      <c:pt idx="89">
                        <c:v>0</c:v>
                      </c:pt>
                      <c:pt idx="90">
                        <c:v>0</c:v>
                      </c:pt>
                      <c:pt idx="91">
                        <c:v>0</c:v>
                      </c:pt>
                      <c:pt idx="92">
                        <c:v>0</c:v>
                      </c:pt>
                      <c:pt idx="93">
                        <c:v>0</c:v>
                      </c:pt>
                      <c:pt idx="94">
                        <c:v>0</c:v>
                      </c:pt>
                      <c:pt idx="95">
                        <c:v>0</c:v>
                      </c:pt>
                      <c:pt idx="96">
                        <c:v>0</c:v>
                      </c:pt>
                      <c:pt idx="97">
                        <c:v>0</c:v>
                      </c:pt>
                      <c:pt idx="98">
                        <c:v>0</c:v>
                      </c:pt>
                      <c:pt idx="99">
                        <c:v>0</c:v>
                      </c:pt>
                      <c:pt idx="100">
                        <c:v>0</c:v>
                      </c:pt>
                      <c:pt idx="101">
                        <c:v>0</c:v>
                      </c:pt>
                      <c:pt idx="102">
                        <c:v>0</c:v>
                      </c:pt>
                      <c:pt idx="103">
                        <c:v>0</c:v>
                      </c:pt>
                      <c:pt idx="104">
                        <c:v>0</c:v>
                      </c:pt>
                      <c:pt idx="105">
                        <c:v>0</c:v>
                      </c:pt>
                      <c:pt idx="106">
                        <c:v>0</c:v>
                      </c:pt>
                      <c:pt idx="107">
                        <c:v>0</c:v>
                      </c:pt>
                      <c:pt idx="108">
                        <c:v>0</c:v>
                      </c:pt>
                      <c:pt idx="109">
                        <c:v>0</c:v>
                      </c:pt>
                      <c:pt idx="110">
                        <c:v>0</c:v>
                      </c:pt>
                      <c:pt idx="111">
                        <c:v>0</c:v>
                      </c:pt>
                      <c:pt idx="112">
                        <c:v>0</c:v>
                      </c:pt>
                      <c:pt idx="113">
                        <c:v>0</c:v>
                      </c:pt>
                      <c:pt idx="114">
                        <c:v>0</c:v>
                      </c:pt>
                      <c:pt idx="115">
                        <c:v>0</c:v>
                      </c:pt>
                      <c:pt idx="116">
                        <c:v>0</c:v>
                      </c:pt>
                      <c:pt idx="117">
                        <c:v>0</c:v>
                      </c:pt>
                      <c:pt idx="118">
                        <c:v>0</c:v>
                      </c:pt>
                      <c:pt idx="119">
                        <c:v>0</c:v>
                      </c:pt>
                      <c:pt idx="120">
                        <c:v>0</c:v>
                      </c:pt>
                      <c:pt idx="121">
                        <c:v>0</c:v>
                      </c:pt>
                      <c:pt idx="122">
                        <c:v>0</c:v>
                      </c:pt>
                      <c:pt idx="123">
                        <c:v>0</c:v>
                      </c:pt>
                      <c:pt idx="124">
                        <c:v>0</c:v>
                      </c:pt>
                      <c:pt idx="125">
                        <c:v>0</c:v>
                      </c:pt>
                      <c:pt idx="126">
                        <c:v>0</c:v>
                      </c:pt>
                      <c:pt idx="127">
                        <c:v>0</c:v>
                      </c:pt>
                      <c:pt idx="128">
                        <c:v>0</c:v>
                      </c:pt>
                      <c:pt idx="129">
                        <c:v>0</c:v>
                      </c:pt>
                      <c:pt idx="130">
                        <c:v>0</c:v>
                      </c:pt>
                      <c:pt idx="131">
                        <c:v>0</c:v>
                      </c:pt>
                      <c:pt idx="132">
                        <c:v>0</c:v>
                      </c:pt>
                      <c:pt idx="133">
                        <c:v>0</c:v>
                      </c:pt>
                      <c:pt idx="134">
                        <c:v>0</c:v>
                      </c:pt>
                      <c:pt idx="135">
                        <c:v>0</c:v>
                      </c:pt>
                      <c:pt idx="136">
                        <c:v>0</c:v>
                      </c:pt>
                      <c:pt idx="137">
                        <c:v>0</c:v>
                      </c:pt>
                      <c:pt idx="138">
                        <c:v>0</c:v>
                      </c:pt>
                      <c:pt idx="139">
                        <c:v>0</c:v>
                      </c:pt>
                      <c:pt idx="140">
                        <c:v>0</c:v>
                      </c:pt>
                      <c:pt idx="141">
                        <c:v>0</c:v>
                      </c:pt>
                      <c:pt idx="142">
                        <c:v>0</c:v>
                      </c:pt>
                      <c:pt idx="143">
                        <c:v>0</c:v>
                      </c:pt>
                      <c:pt idx="144">
                        <c:v>0</c:v>
                      </c:pt>
                      <c:pt idx="145">
                        <c:v>0</c:v>
                      </c:pt>
                      <c:pt idx="146">
                        <c:v>0</c:v>
                      </c:pt>
                      <c:pt idx="147">
                        <c:v>0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0</c:v>
                      </c:pt>
                      <c:pt idx="151">
                        <c:v>0</c:v>
                      </c:pt>
                      <c:pt idx="152">
                        <c:v>0</c:v>
                      </c:pt>
                      <c:pt idx="153">
                        <c:v>0</c:v>
                      </c:pt>
                      <c:pt idx="154">
                        <c:v>0</c:v>
                      </c:pt>
                      <c:pt idx="155">
                        <c:v>0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0</c:v>
                      </c:pt>
                      <c:pt idx="160">
                        <c:v>0</c:v>
                      </c:pt>
                      <c:pt idx="161">
                        <c:v>0</c:v>
                      </c:pt>
                      <c:pt idx="162">
                        <c:v>0</c:v>
                      </c:pt>
                      <c:pt idx="163">
                        <c:v>0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2-7A5F-434A-B918-E34CA4F14987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4'!$E$9</c15:sqref>
                        </c15:formulaRef>
                      </c:ext>
                    </c:extLst>
                    <c:strCache>
                      <c:ptCount val="1"/>
                      <c:pt idx="0">
                        <c:v>NH₃ Reading (PPM)</c:v>
                      </c:pt>
                    </c:strCache>
                  </c:strRef>
                </c:tx>
                <c:spPr>
                  <a:ln w="19050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4'!$A$10:$A$173</c15:sqref>
                        </c15:formulaRef>
                      </c:ext>
                    </c:extLst>
                    <c:numCache>
                      <c:formatCode>h:mm;@</c:formatCode>
                      <c:ptCount val="164"/>
                      <c:pt idx="0">
                        <c:v>0.35243055555555558</c:v>
                      </c:pt>
                      <c:pt idx="1">
                        <c:v>0.35850694444444442</c:v>
                      </c:pt>
                      <c:pt idx="2">
                        <c:v>0.3605902777777778</c:v>
                      </c:pt>
                      <c:pt idx="3">
                        <c:v>0.36267361111111113</c:v>
                      </c:pt>
                      <c:pt idx="4">
                        <c:v>0.36475694444444445</c:v>
                      </c:pt>
                      <c:pt idx="5">
                        <c:v>0.36684027777777778</c:v>
                      </c:pt>
                      <c:pt idx="6">
                        <c:v>0.3689236111111111</c:v>
                      </c:pt>
                      <c:pt idx="7">
                        <c:v>0.37100694444444443</c:v>
                      </c:pt>
                      <c:pt idx="8">
                        <c:v>0.37309027777777776</c:v>
                      </c:pt>
                      <c:pt idx="9">
                        <c:v>0.37517361111111114</c:v>
                      </c:pt>
                      <c:pt idx="10">
                        <c:v>0.37725694444444446</c:v>
                      </c:pt>
                      <c:pt idx="11">
                        <c:v>0.37934027777777779</c:v>
                      </c:pt>
                      <c:pt idx="12">
                        <c:v>0.38142361111111112</c:v>
                      </c:pt>
                      <c:pt idx="13">
                        <c:v>0.38350694444444444</c:v>
                      </c:pt>
                      <c:pt idx="14">
                        <c:v>0.38559027777777777</c:v>
                      </c:pt>
                      <c:pt idx="15">
                        <c:v>0.38767361111111109</c:v>
                      </c:pt>
                      <c:pt idx="16">
                        <c:v>0.38975694444444442</c:v>
                      </c:pt>
                      <c:pt idx="17">
                        <c:v>0.3918402777777778</c:v>
                      </c:pt>
                      <c:pt idx="18">
                        <c:v>0.39392361111111113</c:v>
                      </c:pt>
                      <c:pt idx="19">
                        <c:v>0.39600694444444445</c:v>
                      </c:pt>
                      <c:pt idx="20">
                        <c:v>0.39809027777777778</c:v>
                      </c:pt>
                      <c:pt idx="21">
                        <c:v>0.4001736111111111</c:v>
                      </c:pt>
                      <c:pt idx="22">
                        <c:v>0.40225694444444443</c:v>
                      </c:pt>
                      <c:pt idx="23">
                        <c:v>0.40434027777777776</c:v>
                      </c:pt>
                      <c:pt idx="24">
                        <c:v>0.40642361111111114</c:v>
                      </c:pt>
                      <c:pt idx="25">
                        <c:v>0.40850694444444446</c:v>
                      </c:pt>
                      <c:pt idx="26">
                        <c:v>0.41059027777777779</c:v>
                      </c:pt>
                      <c:pt idx="27">
                        <c:v>0.41267361111111112</c:v>
                      </c:pt>
                      <c:pt idx="28">
                        <c:v>0.41475694444444444</c:v>
                      </c:pt>
                      <c:pt idx="29">
                        <c:v>0.41684027777777777</c:v>
                      </c:pt>
                      <c:pt idx="30">
                        <c:v>0.41892361111111109</c:v>
                      </c:pt>
                      <c:pt idx="31">
                        <c:v>0.42100694444444442</c:v>
                      </c:pt>
                      <c:pt idx="32">
                        <c:v>0.4230902777777778</c:v>
                      </c:pt>
                      <c:pt idx="33">
                        <c:v>0.42517361111111113</c:v>
                      </c:pt>
                      <c:pt idx="34">
                        <c:v>0.42725694444444445</c:v>
                      </c:pt>
                      <c:pt idx="35">
                        <c:v>0.42934027777777778</c:v>
                      </c:pt>
                      <c:pt idx="36">
                        <c:v>0.4314236111111111</c:v>
                      </c:pt>
                      <c:pt idx="37">
                        <c:v>0.43350694444444443</c:v>
                      </c:pt>
                      <c:pt idx="38">
                        <c:v>0.43559027777777776</c:v>
                      </c:pt>
                      <c:pt idx="39">
                        <c:v>0.43767361111111114</c:v>
                      </c:pt>
                      <c:pt idx="40">
                        <c:v>0.43975694444444446</c:v>
                      </c:pt>
                      <c:pt idx="41">
                        <c:v>0.44184027777777779</c:v>
                      </c:pt>
                      <c:pt idx="42">
                        <c:v>0.44392361111111112</c:v>
                      </c:pt>
                      <c:pt idx="43">
                        <c:v>0.44600694444444444</c:v>
                      </c:pt>
                      <c:pt idx="44">
                        <c:v>0.44809027777777777</c:v>
                      </c:pt>
                      <c:pt idx="45">
                        <c:v>0.45017361111111109</c:v>
                      </c:pt>
                      <c:pt idx="46">
                        <c:v>0.45225694444444442</c:v>
                      </c:pt>
                      <c:pt idx="47">
                        <c:v>0.4543402777777778</c:v>
                      </c:pt>
                      <c:pt idx="48">
                        <c:v>0.45642361111111113</c:v>
                      </c:pt>
                      <c:pt idx="49">
                        <c:v>0.45850694444444445</c:v>
                      </c:pt>
                      <c:pt idx="50">
                        <c:v>0.46059027777777778</c:v>
                      </c:pt>
                      <c:pt idx="51">
                        <c:v>0.4626736111111111</c:v>
                      </c:pt>
                      <c:pt idx="52">
                        <c:v>0.46475694444444443</c:v>
                      </c:pt>
                      <c:pt idx="53">
                        <c:v>0.46684027777777776</c:v>
                      </c:pt>
                      <c:pt idx="54">
                        <c:v>0.46892361111111114</c:v>
                      </c:pt>
                      <c:pt idx="55">
                        <c:v>0.47100694444444446</c:v>
                      </c:pt>
                      <c:pt idx="56">
                        <c:v>0.47309027777777779</c:v>
                      </c:pt>
                      <c:pt idx="57">
                        <c:v>0.47517361111111112</c:v>
                      </c:pt>
                      <c:pt idx="58">
                        <c:v>0.47725694444444444</c:v>
                      </c:pt>
                      <c:pt idx="59">
                        <c:v>0.47934027777777777</c:v>
                      </c:pt>
                      <c:pt idx="60">
                        <c:v>0.48142361111111109</c:v>
                      </c:pt>
                      <c:pt idx="61">
                        <c:v>0.48350694444444442</c:v>
                      </c:pt>
                      <c:pt idx="62">
                        <c:v>0.4855902777777778</c:v>
                      </c:pt>
                      <c:pt idx="63">
                        <c:v>0.48767361111111113</c:v>
                      </c:pt>
                      <c:pt idx="64">
                        <c:v>0.48975694444444445</c:v>
                      </c:pt>
                      <c:pt idx="65">
                        <c:v>0.49184027777777778</c:v>
                      </c:pt>
                      <c:pt idx="66">
                        <c:v>0.4939236111111111</c:v>
                      </c:pt>
                      <c:pt idx="67">
                        <c:v>0.49600694444444443</c:v>
                      </c:pt>
                      <c:pt idx="68">
                        <c:v>0.49809027777777776</c:v>
                      </c:pt>
                      <c:pt idx="69">
                        <c:v>0.50017361111111114</c:v>
                      </c:pt>
                      <c:pt idx="70">
                        <c:v>0.50225694444444446</c:v>
                      </c:pt>
                      <c:pt idx="71">
                        <c:v>0.50434027777777779</c:v>
                      </c:pt>
                      <c:pt idx="72">
                        <c:v>0.50642361111111112</c:v>
                      </c:pt>
                      <c:pt idx="73">
                        <c:v>0.50850694444444444</c:v>
                      </c:pt>
                      <c:pt idx="74">
                        <c:v>0.51059027777777777</c:v>
                      </c:pt>
                      <c:pt idx="75">
                        <c:v>0.51267361111111109</c:v>
                      </c:pt>
                      <c:pt idx="76">
                        <c:v>0.51475694444444442</c:v>
                      </c:pt>
                      <c:pt idx="77">
                        <c:v>0.51684027777777775</c:v>
                      </c:pt>
                      <c:pt idx="78">
                        <c:v>0.51892361111111107</c:v>
                      </c:pt>
                      <c:pt idx="79">
                        <c:v>0.5210069444444444</c:v>
                      </c:pt>
                      <c:pt idx="80">
                        <c:v>0.52309027777777772</c:v>
                      </c:pt>
                      <c:pt idx="81">
                        <c:v>0.52517361111111116</c:v>
                      </c:pt>
                      <c:pt idx="82">
                        <c:v>0.52725694444444449</c:v>
                      </c:pt>
                      <c:pt idx="83">
                        <c:v>0.52934027777777781</c:v>
                      </c:pt>
                      <c:pt idx="84">
                        <c:v>0.53142361111111114</c:v>
                      </c:pt>
                      <c:pt idx="85">
                        <c:v>0.53350694444444446</c:v>
                      </c:pt>
                      <c:pt idx="86">
                        <c:v>0.53559027777777779</c:v>
                      </c:pt>
                      <c:pt idx="87">
                        <c:v>0.53767361111111112</c:v>
                      </c:pt>
                      <c:pt idx="88">
                        <c:v>0.53975694444444444</c:v>
                      </c:pt>
                      <c:pt idx="89">
                        <c:v>0.54184027777777777</c:v>
                      </c:pt>
                      <c:pt idx="90">
                        <c:v>0.54392361111111109</c:v>
                      </c:pt>
                      <c:pt idx="91">
                        <c:v>0.54600694444444442</c:v>
                      </c:pt>
                      <c:pt idx="92">
                        <c:v>0.54809027777777775</c:v>
                      </c:pt>
                      <c:pt idx="93">
                        <c:v>0.55017361111111107</c:v>
                      </c:pt>
                      <c:pt idx="94">
                        <c:v>0.5522569444444444</c:v>
                      </c:pt>
                      <c:pt idx="95">
                        <c:v>0.55434027777777772</c:v>
                      </c:pt>
                      <c:pt idx="96">
                        <c:v>0.55642361111111116</c:v>
                      </c:pt>
                      <c:pt idx="97">
                        <c:v>0.55850694444444449</c:v>
                      </c:pt>
                      <c:pt idx="98">
                        <c:v>0.56059027777777781</c:v>
                      </c:pt>
                      <c:pt idx="99">
                        <c:v>0.56267361111111114</c:v>
                      </c:pt>
                      <c:pt idx="100">
                        <c:v>0.56475694444444446</c:v>
                      </c:pt>
                      <c:pt idx="101">
                        <c:v>0.56684027777777779</c:v>
                      </c:pt>
                      <c:pt idx="102">
                        <c:v>0.56892361111111112</c:v>
                      </c:pt>
                      <c:pt idx="103">
                        <c:v>0.57100694444444444</c:v>
                      </c:pt>
                      <c:pt idx="104">
                        <c:v>0.57309027777777777</c:v>
                      </c:pt>
                      <c:pt idx="105">
                        <c:v>0.57517361111111109</c:v>
                      </c:pt>
                      <c:pt idx="106">
                        <c:v>0.57725694444444442</c:v>
                      </c:pt>
                      <c:pt idx="107">
                        <c:v>0.57934027777777775</c:v>
                      </c:pt>
                      <c:pt idx="108">
                        <c:v>0.58142361111111107</c:v>
                      </c:pt>
                      <c:pt idx="109">
                        <c:v>0.5835069444444444</c:v>
                      </c:pt>
                      <c:pt idx="110">
                        <c:v>0.58559027777777772</c:v>
                      </c:pt>
                      <c:pt idx="111">
                        <c:v>0.58767361111111116</c:v>
                      </c:pt>
                      <c:pt idx="112">
                        <c:v>0.58975694444444449</c:v>
                      </c:pt>
                      <c:pt idx="113">
                        <c:v>0.59184027777777781</c:v>
                      </c:pt>
                      <c:pt idx="114">
                        <c:v>0.59392361111111114</c:v>
                      </c:pt>
                      <c:pt idx="115">
                        <c:v>0.59600694444444446</c:v>
                      </c:pt>
                      <c:pt idx="116">
                        <c:v>0.59809027777777779</c:v>
                      </c:pt>
                      <c:pt idx="117">
                        <c:v>0.60017361111111112</c:v>
                      </c:pt>
                      <c:pt idx="118">
                        <c:v>0.60225694444444444</c:v>
                      </c:pt>
                      <c:pt idx="119">
                        <c:v>0.60434027777777777</c:v>
                      </c:pt>
                      <c:pt idx="120">
                        <c:v>0.60642361111111109</c:v>
                      </c:pt>
                      <c:pt idx="121">
                        <c:v>0.60850694444444442</c:v>
                      </c:pt>
                      <c:pt idx="122">
                        <c:v>0.61059027777777775</c:v>
                      </c:pt>
                      <c:pt idx="123">
                        <c:v>0.61267361111111107</c:v>
                      </c:pt>
                      <c:pt idx="124">
                        <c:v>0.6147569444444444</c:v>
                      </c:pt>
                      <c:pt idx="125">
                        <c:v>0.61684027777777772</c:v>
                      </c:pt>
                      <c:pt idx="126">
                        <c:v>0.61892361111111116</c:v>
                      </c:pt>
                      <c:pt idx="127">
                        <c:v>0.62100694444444449</c:v>
                      </c:pt>
                      <c:pt idx="128">
                        <c:v>0.62309027777777781</c:v>
                      </c:pt>
                      <c:pt idx="129">
                        <c:v>0.62517361111111114</c:v>
                      </c:pt>
                      <c:pt idx="130">
                        <c:v>0.62725694444444446</c:v>
                      </c:pt>
                      <c:pt idx="131">
                        <c:v>0.62934027777777779</c:v>
                      </c:pt>
                      <c:pt idx="132">
                        <c:v>0.63142361111111112</c:v>
                      </c:pt>
                      <c:pt idx="133">
                        <c:v>0.63350694444444444</c:v>
                      </c:pt>
                      <c:pt idx="134">
                        <c:v>0.63559027777777777</c:v>
                      </c:pt>
                      <c:pt idx="135">
                        <c:v>0.63767361111111109</c:v>
                      </c:pt>
                      <c:pt idx="136">
                        <c:v>0.63975694444444442</c:v>
                      </c:pt>
                      <c:pt idx="137">
                        <c:v>0.64184027777777775</c:v>
                      </c:pt>
                      <c:pt idx="138">
                        <c:v>0.64392361111111107</c:v>
                      </c:pt>
                      <c:pt idx="139">
                        <c:v>0.6460069444444444</c:v>
                      </c:pt>
                      <c:pt idx="140">
                        <c:v>0.64809027777777772</c:v>
                      </c:pt>
                      <c:pt idx="141">
                        <c:v>0.65017361111111116</c:v>
                      </c:pt>
                      <c:pt idx="142">
                        <c:v>0.65225694444444449</c:v>
                      </c:pt>
                      <c:pt idx="143">
                        <c:v>0.65434027777777781</c:v>
                      </c:pt>
                      <c:pt idx="144">
                        <c:v>0.65642361111111114</c:v>
                      </c:pt>
                      <c:pt idx="145">
                        <c:v>0.65850694444444446</c:v>
                      </c:pt>
                      <c:pt idx="146">
                        <c:v>0.66059027777777779</c:v>
                      </c:pt>
                      <c:pt idx="147">
                        <c:v>0.66267361111111112</c:v>
                      </c:pt>
                      <c:pt idx="148">
                        <c:v>0.66475694444444444</c:v>
                      </c:pt>
                      <c:pt idx="149">
                        <c:v>0.66684027777777777</c:v>
                      </c:pt>
                      <c:pt idx="150">
                        <c:v>0.66892361111111109</c:v>
                      </c:pt>
                      <c:pt idx="151">
                        <c:v>0.67100694444444442</c:v>
                      </c:pt>
                      <c:pt idx="152">
                        <c:v>0.67309027777777775</c:v>
                      </c:pt>
                      <c:pt idx="153">
                        <c:v>0.67517361111111107</c:v>
                      </c:pt>
                      <c:pt idx="154">
                        <c:v>0.6772569444444444</c:v>
                      </c:pt>
                      <c:pt idx="155">
                        <c:v>0.67934027777777772</c:v>
                      </c:pt>
                      <c:pt idx="156">
                        <c:v>0.68142361111111116</c:v>
                      </c:pt>
                      <c:pt idx="157">
                        <c:v>0.68350694444444449</c:v>
                      </c:pt>
                      <c:pt idx="158">
                        <c:v>0.68559027777777781</c:v>
                      </c:pt>
                      <c:pt idx="159">
                        <c:v>0.68767361111111114</c:v>
                      </c:pt>
                      <c:pt idx="160">
                        <c:v>0.68975694444444446</c:v>
                      </c:pt>
                      <c:pt idx="161">
                        <c:v>0.69184027777777779</c:v>
                      </c:pt>
                      <c:pt idx="162">
                        <c:v>0.69392361111111112</c:v>
                      </c:pt>
                      <c:pt idx="163">
                        <c:v>0.69600694444444444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4'!$E$10:$E$173</c15:sqref>
                        </c15:formulaRef>
                      </c:ext>
                    </c:extLst>
                    <c:numCache>
                      <c:formatCode>General</c:formatCode>
                      <c:ptCount val="164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2</c:v>
                      </c:pt>
                      <c:pt idx="4">
                        <c:v>1</c:v>
                      </c:pt>
                      <c:pt idx="5">
                        <c:v>2</c:v>
                      </c:pt>
                      <c:pt idx="6">
                        <c:v>1</c:v>
                      </c:pt>
                      <c:pt idx="7">
                        <c:v>1</c:v>
                      </c:pt>
                      <c:pt idx="8">
                        <c:v>1</c:v>
                      </c:pt>
                      <c:pt idx="9">
                        <c:v>1</c:v>
                      </c:pt>
                      <c:pt idx="10">
                        <c:v>1</c:v>
                      </c:pt>
                      <c:pt idx="11">
                        <c:v>1</c:v>
                      </c:pt>
                      <c:pt idx="12">
                        <c:v>1</c:v>
                      </c:pt>
                      <c:pt idx="13">
                        <c:v>1</c:v>
                      </c:pt>
                      <c:pt idx="14">
                        <c:v>1</c:v>
                      </c:pt>
                      <c:pt idx="15">
                        <c:v>1</c:v>
                      </c:pt>
                      <c:pt idx="16">
                        <c:v>1</c:v>
                      </c:pt>
                      <c:pt idx="17">
                        <c:v>1</c:v>
                      </c:pt>
                      <c:pt idx="18">
                        <c:v>1</c:v>
                      </c:pt>
                      <c:pt idx="19">
                        <c:v>2</c:v>
                      </c:pt>
                      <c:pt idx="20">
                        <c:v>1</c:v>
                      </c:pt>
                      <c:pt idx="21">
                        <c:v>1</c:v>
                      </c:pt>
                      <c:pt idx="22">
                        <c:v>1</c:v>
                      </c:pt>
                      <c:pt idx="23">
                        <c:v>1</c:v>
                      </c:pt>
                      <c:pt idx="24">
                        <c:v>1</c:v>
                      </c:pt>
                      <c:pt idx="25">
                        <c:v>1</c:v>
                      </c:pt>
                      <c:pt idx="26">
                        <c:v>1</c:v>
                      </c:pt>
                      <c:pt idx="27">
                        <c:v>1</c:v>
                      </c:pt>
                      <c:pt idx="28">
                        <c:v>1</c:v>
                      </c:pt>
                      <c:pt idx="29">
                        <c:v>1</c:v>
                      </c:pt>
                      <c:pt idx="30">
                        <c:v>1</c:v>
                      </c:pt>
                      <c:pt idx="31">
                        <c:v>1</c:v>
                      </c:pt>
                      <c:pt idx="32">
                        <c:v>1</c:v>
                      </c:pt>
                      <c:pt idx="33">
                        <c:v>1</c:v>
                      </c:pt>
                      <c:pt idx="34">
                        <c:v>2</c:v>
                      </c:pt>
                      <c:pt idx="35">
                        <c:v>1</c:v>
                      </c:pt>
                      <c:pt idx="36">
                        <c:v>1</c:v>
                      </c:pt>
                      <c:pt idx="37">
                        <c:v>1</c:v>
                      </c:pt>
                      <c:pt idx="38">
                        <c:v>1</c:v>
                      </c:pt>
                      <c:pt idx="39">
                        <c:v>1</c:v>
                      </c:pt>
                      <c:pt idx="40">
                        <c:v>1</c:v>
                      </c:pt>
                      <c:pt idx="41">
                        <c:v>1</c:v>
                      </c:pt>
                      <c:pt idx="42">
                        <c:v>1</c:v>
                      </c:pt>
                      <c:pt idx="43">
                        <c:v>1</c:v>
                      </c:pt>
                      <c:pt idx="44">
                        <c:v>1</c:v>
                      </c:pt>
                      <c:pt idx="45">
                        <c:v>1</c:v>
                      </c:pt>
                      <c:pt idx="46">
                        <c:v>1</c:v>
                      </c:pt>
                      <c:pt idx="47">
                        <c:v>1</c:v>
                      </c:pt>
                      <c:pt idx="48">
                        <c:v>1</c:v>
                      </c:pt>
                      <c:pt idx="49">
                        <c:v>1</c:v>
                      </c:pt>
                      <c:pt idx="50">
                        <c:v>1</c:v>
                      </c:pt>
                      <c:pt idx="51">
                        <c:v>1</c:v>
                      </c:pt>
                      <c:pt idx="52">
                        <c:v>1</c:v>
                      </c:pt>
                      <c:pt idx="53">
                        <c:v>1</c:v>
                      </c:pt>
                      <c:pt idx="54">
                        <c:v>2</c:v>
                      </c:pt>
                      <c:pt idx="55">
                        <c:v>1</c:v>
                      </c:pt>
                      <c:pt idx="56">
                        <c:v>1</c:v>
                      </c:pt>
                      <c:pt idx="57">
                        <c:v>1</c:v>
                      </c:pt>
                      <c:pt idx="58">
                        <c:v>1</c:v>
                      </c:pt>
                      <c:pt idx="59">
                        <c:v>2</c:v>
                      </c:pt>
                      <c:pt idx="60">
                        <c:v>1</c:v>
                      </c:pt>
                      <c:pt idx="61">
                        <c:v>1</c:v>
                      </c:pt>
                      <c:pt idx="62">
                        <c:v>1</c:v>
                      </c:pt>
                      <c:pt idx="63">
                        <c:v>1</c:v>
                      </c:pt>
                      <c:pt idx="64">
                        <c:v>1</c:v>
                      </c:pt>
                      <c:pt idx="65">
                        <c:v>1</c:v>
                      </c:pt>
                      <c:pt idx="66">
                        <c:v>1</c:v>
                      </c:pt>
                      <c:pt idx="67">
                        <c:v>1</c:v>
                      </c:pt>
                      <c:pt idx="68">
                        <c:v>1</c:v>
                      </c:pt>
                      <c:pt idx="69">
                        <c:v>1</c:v>
                      </c:pt>
                      <c:pt idx="70">
                        <c:v>1</c:v>
                      </c:pt>
                      <c:pt idx="71">
                        <c:v>1</c:v>
                      </c:pt>
                      <c:pt idx="72">
                        <c:v>1</c:v>
                      </c:pt>
                      <c:pt idx="73">
                        <c:v>1</c:v>
                      </c:pt>
                      <c:pt idx="74">
                        <c:v>1</c:v>
                      </c:pt>
                      <c:pt idx="75">
                        <c:v>1</c:v>
                      </c:pt>
                      <c:pt idx="76">
                        <c:v>1</c:v>
                      </c:pt>
                      <c:pt idx="77">
                        <c:v>1</c:v>
                      </c:pt>
                      <c:pt idx="78">
                        <c:v>1</c:v>
                      </c:pt>
                      <c:pt idx="79">
                        <c:v>1</c:v>
                      </c:pt>
                      <c:pt idx="80">
                        <c:v>1</c:v>
                      </c:pt>
                      <c:pt idx="81">
                        <c:v>1</c:v>
                      </c:pt>
                      <c:pt idx="82">
                        <c:v>1</c:v>
                      </c:pt>
                      <c:pt idx="83">
                        <c:v>1</c:v>
                      </c:pt>
                      <c:pt idx="84">
                        <c:v>1</c:v>
                      </c:pt>
                      <c:pt idx="85">
                        <c:v>1</c:v>
                      </c:pt>
                      <c:pt idx="86">
                        <c:v>1</c:v>
                      </c:pt>
                      <c:pt idx="87">
                        <c:v>1</c:v>
                      </c:pt>
                      <c:pt idx="88">
                        <c:v>1</c:v>
                      </c:pt>
                      <c:pt idx="89">
                        <c:v>1</c:v>
                      </c:pt>
                      <c:pt idx="90">
                        <c:v>2</c:v>
                      </c:pt>
                      <c:pt idx="91">
                        <c:v>1</c:v>
                      </c:pt>
                      <c:pt idx="92">
                        <c:v>0</c:v>
                      </c:pt>
                      <c:pt idx="93">
                        <c:v>1</c:v>
                      </c:pt>
                      <c:pt idx="94">
                        <c:v>1</c:v>
                      </c:pt>
                      <c:pt idx="95">
                        <c:v>1</c:v>
                      </c:pt>
                      <c:pt idx="96">
                        <c:v>1</c:v>
                      </c:pt>
                      <c:pt idx="97">
                        <c:v>1</c:v>
                      </c:pt>
                      <c:pt idx="98">
                        <c:v>1</c:v>
                      </c:pt>
                      <c:pt idx="99">
                        <c:v>1</c:v>
                      </c:pt>
                      <c:pt idx="100">
                        <c:v>1</c:v>
                      </c:pt>
                      <c:pt idx="101">
                        <c:v>1</c:v>
                      </c:pt>
                      <c:pt idx="102">
                        <c:v>1</c:v>
                      </c:pt>
                      <c:pt idx="103">
                        <c:v>1</c:v>
                      </c:pt>
                      <c:pt idx="104">
                        <c:v>1</c:v>
                      </c:pt>
                      <c:pt idx="105">
                        <c:v>1</c:v>
                      </c:pt>
                      <c:pt idx="106">
                        <c:v>1</c:v>
                      </c:pt>
                      <c:pt idx="107">
                        <c:v>1</c:v>
                      </c:pt>
                      <c:pt idx="108">
                        <c:v>1</c:v>
                      </c:pt>
                      <c:pt idx="109">
                        <c:v>1</c:v>
                      </c:pt>
                      <c:pt idx="110">
                        <c:v>1</c:v>
                      </c:pt>
                      <c:pt idx="111">
                        <c:v>1</c:v>
                      </c:pt>
                      <c:pt idx="112">
                        <c:v>1</c:v>
                      </c:pt>
                      <c:pt idx="113">
                        <c:v>1</c:v>
                      </c:pt>
                      <c:pt idx="114">
                        <c:v>1</c:v>
                      </c:pt>
                      <c:pt idx="115">
                        <c:v>1</c:v>
                      </c:pt>
                      <c:pt idx="116">
                        <c:v>1</c:v>
                      </c:pt>
                      <c:pt idx="117">
                        <c:v>1</c:v>
                      </c:pt>
                      <c:pt idx="118">
                        <c:v>1</c:v>
                      </c:pt>
                      <c:pt idx="119">
                        <c:v>1</c:v>
                      </c:pt>
                      <c:pt idx="120">
                        <c:v>1</c:v>
                      </c:pt>
                      <c:pt idx="121">
                        <c:v>1</c:v>
                      </c:pt>
                      <c:pt idx="122">
                        <c:v>1</c:v>
                      </c:pt>
                      <c:pt idx="123">
                        <c:v>1</c:v>
                      </c:pt>
                      <c:pt idx="124">
                        <c:v>2</c:v>
                      </c:pt>
                      <c:pt idx="125">
                        <c:v>1</c:v>
                      </c:pt>
                      <c:pt idx="126">
                        <c:v>1</c:v>
                      </c:pt>
                      <c:pt idx="127">
                        <c:v>1</c:v>
                      </c:pt>
                      <c:pt idx="128">
                        <c:v>1</c:v>
                      </c:pt>
                      <c:pt idx="129">
                        <c:v>1</c:v>
                      </c:pt>
                      <c:pt idx="130">
                        <c:v>1</c:v>
                      </c:pt>
                      <c:pt idx="131">
                        <c:v>1</c:v>
                      </c:pt>
                      <c:pt idx="132">
                        <c:v>1</c:v>
                      </c:pt>
                      <c:pt idx="133">
                        <c:v>1</c:v>
                      </c:pt>
                      <c:pt idx="134">
                        <c:v>1</c:v>
                      </c:pt>
                      <c:pt idx="135">
                        <c:v>1</c:v>
                      </c:pt>
                      <c:pt idx="136">
                        <c:v>1</c:v>
                      </c:pt>
                      <c:pt idx="137">
                        <c:v>1</c:v>
                      </c:pt>
                      <c:pt idx="138">
                        <c:v>1</c:v>
                      </c:pt>
                      <c:pt idx="139">
                        <c:v>1</c:v>
                      </c:pt>
                      <c:pt idx="140">
                        <c:v>1</c:v>
                      </c:pt>
                      <c:pt idx="141">
                        <c:v>1</c:v>
                      </c:pt>
                      <c:pt idx="142">
                        <c:v>1</c:v>
                      </c:pt>
                      <c:pt idx="143">
                        <c:v>1</c:v>
                      </c:pt>
                      <c:pt idx="144">
                        <c:v>1</c:v>
                      </c:pt>
                      <c:pt idx="145">
                        <c:v>1</c:v>
                      </c:pt>
                      <c:pt idx="146">
                        <c:v>1</c:v>
                      </c:pt>
                      <c:pt idx="147">
                        <c:v>1</c:v>
                      </c:pt>
                      <c:pt idx="148">
                        <c:v>1</c:v>
                      </c:pt>
                      <c:pt idx="149">
                        <c:v>1</c:v>
                      </c:pt>
                      <c:pt idx="150">
                        <c:v>1</c:v>
                      </c:pt>
                      <c:pt idx="151">
                        <c:v>1</c:v>
                      </c:pt>
                      <c:pt idx="152">
                        <c:v>1</c:v>
                      </c:pt>
                      <c:pt idx="153">
                        <c:v>1</c:v>
                      </c:pt>
                      <c:pt idx="154">
                        <c:v>1</c:v>
                      </c:pt>
                      <c:pt idx="155">
                        <c:v>1</c:v>
                      </c:pt>
                      <c:pt idx="156">
                        <c:v>2</c:v>
                      </c:pt>
                      <c:pt idx="157">
                        <c:v>1</c:v>
                      </c:pt>
                      <c:pt idx="158">
                        <c:v>1</c:v>
                      </c:pt>
                      <c:pt idx="159">
                        <c:v>1</c:v>
                      </c:pt>
                      <c:pt idx="160">
                        <c:v>1</c:v>
                      </c:pt>
                      <c:pt idx="161">
                        <c:v>1</c:v>
                      </c:pt>
                      <c:pt idx="162">
                        <c:v>2</c:v>
                      </c:pt>
                      <c:pt idx="163">
                        <c:v>1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7A5F-434A-B918-E34CA4F14987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4'!$F$9</c15:sqref>
                        </c15:formulaRef>
                      </c:ext>
                    </c:extLst>
                    <c:strCache>
                      <c:ptCount val="1"/>
                      <c:pt idx="0">
                        <c:v>O₂ Reading (%VOL)</c:v>
                      </c:pt>
                    </c:strCache>
                  </c:strRef>
                </c:tx>
                <c:spPr>
                  <a:ln w="19050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4'!$A$10:$A$173</c15:sqref>
                        </c15:formulaRef>
                      </c:ext>
                    </c:extLst>
                    <c:numCache>
                      <c:formatCode>h:mm;@</c:formatCode>
                      <c:ptCount val="164"/>
                      <c:pt idx="0">
                        <c:v>0.35243055555555558</c:v>
                      </c:pt>
                      <c:pt idx="1">
                        <c:v>0.35850694444444442</c:v>
                      </c:pt>
                      <c:pt idx="2">
                        <c:v>0.3605902777777778</c:v>
                      </c:pt>
                      <c:pt idx="3">
                        <c:v>0.36267361111111113</c:v>
                      </c:pt>
                      <c:pt idx="4">
                        <c:v>0.36475694444444445</c:v>
                      </c:pt>
                      <c:pt idx="5">
                        <c:v>0.36684027777777778</c:v>
                      </c:pt>
                      <c:pt idx="6">
                        <c:v>0.3689236111111111</c:v>
                      </c:pt>
                      <c:pt idx="7">
                        <c:v>0.37100694444444443</c:v>
                      </c:pt>
                      <c:pt idx="8">
                        <c:v>0.37309027777777776</c:v>
                      </c:pt>
                      <c:pt idx="9">
                        <c:v>0.37517361111111114</c:v>
                      </c:pt>
                      <c:pt idx="10">
                        <c:v>0.37725694444444446</c:v>
                      </c:pt>
                      <c:pt idx="11">
                        <c:v>0.37934027777777779</c:v>
                      </c:pt>
                      <c:pt idx="12">
                        <c:v>0.38142361111111112</c:v>
                      </c:pt>
                      <c:pt idx="13">
                        <c:v>0.38350694444444444</c:v>
                      </c:pt>
                      <c:pt idx="14">
                        <c:v>0.38559027777777777</c:v>
                      </c:pt>
                      <c:pt idx="15">
                        <c:v>0.38767361111111109</c:v>
                      </c:pt>
                      <c:pt idx="16">
                        <c:v>0.38975694444444442</c:v>
                      </c:pt>
                      <c:pt idx="17">
                        <c:v>0.3918402777777778</c:v>
                      </c:pt>
                      <c:pt idx="18">
                        <c:v>0.39392361111111113</c:v>
                      </c:pt>
                      <c:pt idx="19">
                        <c:v>0.39600694444444445</c:v>
                      </c:pt>
                      <c:pt idx="20">
                        <c:v>0.39809027777777778</c:v>
                      </c:pt>
                      <c:pt idx="21">
                        <c:v>0.4001736111111111</c:v>
                      </c:pt>
                      <c:pt idx="22">
                        <c:v>0.40225694444444443</c:v>
                      </c:pt>
                      <c:pt idx="23">
                        <c:v>0.40434027777777776</c:v>
                      </c:pt>
                      <c:pt idx="24">
                        <c:v>0.40642361111111114</c:v>
                      </c:pt>
                      <c:pt idx="25">
                        <c:v>0.40850694444444446</c:v>
                      </c:pt>
                      <c:pt idx="26">
                        <c:v>0.41059027777777779</c:v>
                      </c:pt>
                      <c:pt idx="27">
                        <c:v>0.41267361111111112</c:v>
                      </c:pt>
                      <c:pt idx="28">
                        <c:v>0.41475694444444444</c:v>
                      </c:pt>
                      <c:pt idx="29">
                        <c:v>0.41684027777777777</c:v>
                      </c:pt>
                      <c:pt idx="30">
                        <c:v>0.41892361111111109</c:v>
                      </c:pt>
                      <c:pt idx="31">
                        <c:v>0.42100694444444442</c:v>
                      </c:pt>
                      <c:pt idx="32">
                        <c:v>0.4230902777777778</c:v>
                      </c:pt>
                      <c:pt idx="33">
                        <c:v>0.42517361111111113</c:v>
                      </c:pt>
                      <c:pt idx="34">
                        <c:v>0.42725694444444445</c:v>
                      </c:pt>
                      <c:pt idx="35">
                        <c:v>0.42934027777777778</c:v>
                      </c:pt>
                      <c:pt idx="36">
                        <c:v>0.4314236111111111</c:v>
                      </c:pt>
                      <c:pt idx="37">
                        <c:v>0.43350694444444443</c:v>
                      </c:pt>
                      <c:pt idx="38">
                        <c:v>0.43559027777777776</c:v>
                      </c:pt>
                      <c:pt idx="39">
                        <c:v>0.43767361111111114</c:v>
                      </c:pt>
                      <c:pt idx="40">
                        <c:v>0.43975694444444446</c:v>
                      </c:pt>
                      <c:pt idx="41">
                        <c:v>0.44184027777777779</c:v>
                      </c:pt>
                      <c:pt idx="42">
                        <c:v>0.44392361111111112</c:v>
                      </c:pt>
                      <c:pt idx="43">
                        <c:v>0.44600694444444444</c:v>
                      </c:pt>
                      <c:pt idx="44">
                        <c:v>0.44809027777777777</c:v>
                      </c:pt>
                      <c:pt idx="45">
                        <c:v>0.45017361111111109</c:v>
                      </c:pt>
                      <c:pt idx="46">
                        <c:v>0.45225694444444442</c:v>
                      </c:pt>
                      <c:pt idx="47">
                        <c:v>0.4543402777777778</c:v>
                      </c:pt>
                      <c:pt idx="48">
                        <c:v>0.45642361111111113</c:v>
                      </c:pt>
                      <c:pt idx="49">
                        <c:v>0.45850694444444445</c:v>
                      </c:pt>
                      <c:pt idx="50">
                        <c:v>0.46059027777777778</c:v>
                      </c:pt>
                      <c:pt idx="51">
                        <c:v>0.4626736111111111</c:v>
                      </c:pt>
                      <c:pt idx="52">
                        <c:v>0.46475694444444443</c:v>
                      </c:pt>
                      <c:pt idx="53">
                        <c:v>0.46684027777777776</c:v>
                      </c:pt>
                      <c:pt idx="54">
                        <c:v>0.46892361111111114</c:v>
                      </c:pt>
                      <c:pt idx="55">
                        <c:v>0.47100694444444446</c:v>
                      </c:pt>
                      <c:pt idx="56">
                        <c:v>0.47309027777777779</c:v>
                      </c:pt>
                      <c:pt idx="57">
                        <c:v>0.47517361111111112</c:v>
                      </c:pt>
                      <c:pt idx="58">
                        <c:v>0.47725694444444444</c:v>
                      </c:pt>
                      <c:pt idx="59">
                        <c:v>0.47934027777777777</c:v>
                      </c:pt>
                      <c:pt idx="60">
                        <c:v>0.48142361111111109</c:v>
                      </c:pt>
                      <c:pt idx="61">
                        <c:v>0.48350694444444442</c:v>
                      </c:pt>
                      <c:pt idx="62">
                        <c:v>0.4855902777777778</c:v>
                      </c:pt>
                      <c:pt idx="63">
                        <c:v>0.48767361111111113</c:v>
                      </c:pt>
                      <c:pt idx="64">
                        <c:v>0.48975694444444445</c:v>
                      </c:pt>
                      <c:pt idx="65">
                        <c:v>0.49184027777777778</c:v>
                      </c:pt>
                      <c:pt idx="66">
                        <c:v>0.4939236111111111</c:v>
                      </c:pt>
                      <c:pt idx="67">
                        <c:v>0.49600694444444443</c:v>
                      </c:pt>
                      <c:pt idx="68">
                        <c:v>0.49809027777777776</c:v>
                      </c:pt>
                      <c:pt idx="69">
                        <c:v>0.50017361111111114</c:v>
                      </c:pt>
                      <c:pt idx="70">
                        <c:v>0.50225694444444446</c:v>
                      </c:pt>
                      <c:pt idx="71">
                        <c:v>0.50434027777777779</c:v>
                      </c:pt>
                      <c:pt idx="72">
                        <c:v>0.50642361111111112</c:v>
                      </c:pt>
                      <c:pt idx="73">
                        <c:v>0.50850694444444444</c:v>
                      </c:pt>
                      <c:pt idx="74">
                        <c:v>0.51059027777777777</c:v>
                      </c:pt>
                      <c:pt idx="75">
                        <c:v>0.51267361111111109</c:v>
                      </c:pt>
                      <c:pt idx="76">
                        <c:v>0.51475694444444442</c:v>
                      </c:pt>
                      <c:pt idx="77">
                        <c:v>0.51684027777777775</c:v>
                      </c:pt>
                      <c:pt idx="78">
                        <c:v>0.51892361111111107</c:v>
                      </c:pt>
                      <c:pt idx="79">
                        <c:v>0.5210069444444444</c:v>
                      </c:pt>
                      <c:pt idx="80">
                        <c:v>0.52309027777777772</c:v>
                      </c:pt>
                      <c:pt idx="81">
                        <c:v>0.52517361111111116</c:v>
                      </c:pt>
                      <c:pt idx="82">
                        <c:v>0.52725694444444449</c:v>
                      </c:pt>
                      <c:pt idx="83">
                        <c:v>0.52934027777777781</c:v>
                      </c:pt>
                      <c:pt idx="84">
                        <c:v>0.53142361111111114</c:v>
                      </c:pt>
                      <c:pt idx="85">
                        <c:v>0.53350694444444446</c:v>
                      </c:pt>
                      <c:pt idx="86">
                        <c:v>0.53559027777777779</c:v>
                      </c:pt>
                      <c:pt idx="87">
                        <c:v>0.53767361111111112</c:v>
                      </c:pt>
                      <c:pt idx="88">
                        <c:v>0.53975694444444444</c:v>
                      </c:pt>
                      <c:pt idx="89">
                        <c:v>0.54184027777777777</c:v>
                      </c:pt>
                      <c:pt idx="90">
                        <c:v>0.54392361111111109</c:v>
                      </c:pt>
                      <c:pt idx="91">
                        <c:v>0.54600694444444442</c:v>
                      </c:pt>
                      <c:pt idx="92">
                        <c:v>0.54809027777777775</c:v>
                      </c:pt>
                      <c:pt idx="93">
                        <c:v>0.55017361111111107</c:v>
                      </c:pt>
                      <c:pt idx="94">
                        <c:v>0.5522569444444444</c:v>
                      </c:pt>
                      <c:pt idx="95">
                        <c:v>0.55434027777777772</c:v>
                      </c:pt>
                      <c:pt idx="96">
                        <c:v>0.55642361111111116</c:v>
                      </c:pt>
                      <c:pt idx="97">
                        <c:v>0.55850694444444449</c:v>
                      </c:pt>
                      <c:pt idx="98">
                        <c:v>0.56059027777777781</c:v>
                      </c:pt>
                      <c:pt idx="99">
                        <c:v>0.56267361111111114</c:v>
                      </c:pt>
                      <c:pt idx="100">
                        <c:v>0.56475694444444446</c:v>
                      </c:pt>
                      <c:pt idx="101">
                        <c:v>0.56684027777777779</c:v>
                      </c:pt>
                      <c:pt idx="102">
                        <c:v>0.56892361111111112</c:v>
                      </c:pt>
                      <c:pt idx="103">
                        <c:v>0.57100694444444444</c:v>
                      </c:pt>
                      <c:pt idx="104">
                        <c:v>0.57309027777777777</c:v>
                      </c:pt>
                      <c:pt idx="105">
                        <c:v>0.57517361111111109</c:v>
                      </c:pt>
                      <c:pt idx="106">
                        <c:v>0.57725694444444442</c:v>
                      </c:pt>
                      <c:pt idx="107">
                        <c:v>0.57934027777777775</c:v>
                      </c:pt>
                      <c:pt idx="108">
                        <c:v>0.58142361111111107</c:v>
                      </c:pt>
                      <c:pt idx="109">
                        <c:v>0.5835069444444444</c:v>
                      </c:pt>
                      <c:pt idx="110">
                        <c:v>0.58559027777777772</c:v>
                      </c:pt>
                      <c:pt idx="111">
                        <c:v>0.58767361111111116</c:v>
                      </c:pt>
                      <c:pt idx="112">
                        <c:v>0.58975694444444449</c:v>
                      </c:pt>
                      <c:pt idx="113">
                        <c:v>0.59184027777777781</c:v>
                      </c:pt>
                      <c:pt idx="114">
                        <c:v>0.59392361111111114</c:v>
                      </c:pt>
                      <c:pt idx="115">
                        <c:v>0.59600694444444446</c:v>
                      </c:pt>
                      <c:pt idx="116">
                        <c:v>0.59809027777777779</c:v>
                      </c:pt>
                      <c:pt idx="117">
                        <c:v>0.60017361111111112</c:v>
                      </c:pt>
                      <c:pt idx="118">
                        <c:v>0.60225694444444444</c:v>
                      </c:pt>
                      <c:pt idx="119">
                        <c:v>0.60434027777777777</c:v>
                      </c:pt>
                      <c:pt idx="120">
                        <c:v>0.60642361111111109</c:v>
                      </c:pt>
                      <c:pt idx="121">
                        <c:v>0.60850694444444442</c:v>
                      </c:pt>
                      <c:pt idx="122">
                        <c:v>0.61059027777777775</c:v>
                      </c:pt>
                      <c:pt idx="123">
                        <c:v>0.61267361111111107</c:v>
                      </c:pt>
                      <c:pt idx="124">
                        <c:v>0.6147569444444444</c:v>
                      </c:pt>
                      <c:pt idx="125">
                        <c:v>0.61684027777777772</c:v>
                      </c:pt>
                      <c:pt idx="126">
                        <c:v>0.61892361111111116</c:v>
                      </c:pt>
                      <c:pt idx="127">
                        <c:v>0.62100694444444449</c:v>
                      </c:pt>
                      <c:pt idx="128">
                        <c:v>0.62309027777777781</c:v>
                      </c:pt>
                      <c:pt idx="129">
                        <c:v>0.62517361111111114</c:v>
                      </c:pt>
                      <c:pt idx="130">
                        <c:v>0.62725694444444446</c:v>
                      </c:pt>
                      <c:pt idx="131">
                        <c:v>0.62934027777777779</c:v>
                      </c:pt>
                      <c:pt idx="132">
                        <c:v>0.63142361111111112</c:v>
                      </c:pt>
                      <c:pt idx="133">
                        <c:v>0.63350694444444444</c:v>
                      </c:pt>
                      <c:pt idx="134">
                        <c:v>0.63559027777777777</c:v>
                      </c:pt>
                      <c:pt idx="135">
                        <c:v>0.63767361111111109</c:v>
                      </c:pt>
                      <c:pt idx="136">
                        <c:v>0.63975694444444442</c:v>
                      </c:pt>
                      <c:pt idx="137">
                        <c:v>0.64184027777777775</c:v>
                      </c:pt>
                      <c:pt idx="138">
                        <c:v>0.64392361111111107</c:v>
                      </c:pt>
                      <c:pt idx="139">
                        <c:v>0.6460069444444444</c:v>
                      </c:pt>
                      <c:pt idx="140">
                        <c:v>0.64809027777777772</c:v>
                      </c:pt>
                      <c:pt idx="141">
                        <c:v>0.65017361111111116</c:v>
                      </c:pt>
                      <c:pt idx="142">
                        <c:v>0.65225694444444449</c:v>
                      </c:pt>
                      <c:pt idx="143">
                        <c:v>0.65434027777777781</c:v>
                      </c:pt>
                      <c:pt idx="144">
                        <c:v>0.65642361111111114</c:v>
                      </c:pt>
                      <c:pt idx="145">
                        <c:v>0.65850694444444446</c:v>
                      </c:pt>
                      <c:pt idx="146">
                        <c:v>0.66059027777777779</c:v>
                      </c:pt>
                      <c:pt idx="147">
                        <c:v>0.66267361111111112</c:v>
                      </c:pt>
                      <c:pt idx="148">
                        <c:v>0.66475694444444444</c:v>
                      </c:pt>
                      <c:pt idx="149">
                        <c:v>0.66684027777777777</c:v>
                      </c:pt>
                      <c:pt idx="150">
                        <c:v>0.66892361111111109</c:v>
                      </c:pt>
                      <c:pt idx="151">
                        <c:v>0.67100694444444442</c:v>
                      </c:pt>
                      <c:pt idx="152">
                        <c:v>0.67309027777777775</c:v>
                      </c:pt>
                      <c:pt idx="153">
                        <c:v>0.67517361111111107</c:v>
                      </c:pt>
                      <c:pt idx="154">
                        <c:v>0.6772569444444444</c:v>
                      </c:pt>
                      <c:pt idx="155">
                        <c:v>0.67934027777777772</c:v>
                      </c:pt>
                      <c:pt idx="156">
                        <c:v>0.68142361111111116</c:v>
                      </c:pt>
                      <c:pt idx="157">
                        <c:v>0.68350694444444449</c:v>
                      </c:pt>
                      <c:pt idx="158">
                        <c:v>0.68559027777777781</c:v>
                      </c:pt>
                      <c:pt idx="159">
                        <c:v>0.68767361111111114</c:v>
                      </c:pt>
                      <c:pt idx="160">
                        <c:v>0.68975694444444446</c:v>
                      </c:pt>
                      <c:pt idx="161">
                        <c:v>0.69184027777777779</c:v>
                      </c:pt>
                      <c:pt idx="162">
                        <c:v>0.69392361111111112</c:v>
                      </c:pt>
                      <c:pt idx="163">
                        <c:v>0.69600694444444444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'Monitor 4'!$F$10:$F$173</c15:sqref>
                        </c15:formulaRef>
                      </c:ext>
                    </c:extLst>
                    <c:numCache>
                      <c:formatCode>General</c:formatCode>
                      <c:ptCount val="164"/>
                      <c:pt idx="0">
                        <c:v>20.8</c:v>
                      </c:pt>
                      <c:pt idx="1">
                        <c:v>20.8</c:v>
                      </c:pt>
                      <c:pt idx="2">
                        <c:v>20.8</c:v>
                      </c:pt>
                      <c:pt idx="3">
                        <c:v>20.8</c:v>
                      </c:pt>
                      <c:pt idx="4">
                        <c:v>20.8</c:v>
                      </c:pt>
                      <c:pt idx="5">
                        <c:v>20.8</c:v>
                      </c:pt>
                      <c:pt idx="6">
                        <c:v>20.8</c:v>
                      </c:pt>
                      <c:pt idx="7">
                        <c:v>20.8</c:v>
                      </c:pt>
                      <c:pt idx="8">
                        <c:v>20.8</c:v>
                      </c:pt>
                      <c:pt idx="9">
                        <c:v>20.8</c:v>
                      </c:pt>
                      <c:pt idx="10">
                        <c:v>20.8</c:v>
                      </c:pt>
                      <c:pt idx="11">
                        <c:v>20.8</c:v>
                      </c:pt>
                      <c:pt idx="12">
                        <c:v>20.8</c:v>
                      </c:pt>
                      <c:pt idx="13">
                        <c:v>20.8</c:v>
                      </c:pt>
                      <c:pt idx="14">
                        <c:v>20.8</c:v>
                      </c:pt>
                      <c:pt idx="15">
                        <c:v>20.8</c:v>
                      </c:pt>
                      <c:pt idx="16">
                        <c:v>20.8</c:v>
                      </c:pt>
                      <c:pt idx="17">
                        <c:v>20.8</c:v>
                      </c:pt>
                      <c:pt idx="18">
                        <c:v>20.8</c:v>
                      </c:pt>
                      <c:pt idx="19">
                        <c:v>20.8</c:v>
                      </c:pt>
                      <c:pt idx="20">
                        <c:v>20.8</c:v>
                      </c:pt>
                      <c:pt idx="21">
                        <c:v>20.8</c:v>
                      </c:pt>
                      <c:pt idx="22">
                        <c:v>20.8</c:v>
                      </c:pt>
                      <c:pt idx="23">
                        <c:v>20.8</c:v>
                      </c:pt>
                      <c:pt idx="24">
                        <c:v>20.8</c:v>
                      </c:pt>
                      <c:pt idx="25">
                        <c:v>20.8</c:v>
                      </c:pt>
                      <c:pt idx="26">
                        <c:v>20.8</c:v>
                      </c:pt>
                      <c:pt idx="27">
                        <c:v>20.8</c:v>
                      </c:pt>
                      <c:pt idx="28">
                        <c:v>20.8</c:v>
                      </c:pt>
                      <c:pt idx="29">
                        <c:v>20.8</c:v>
                      </c:pt>
                      <c:pt idx="30">
                        <c:v>20.8</c:v>
                      </c:pt>
                      <c:pt idx="31">
                        <c:v>20.8</c:v>
                      </c:pt>
                      <c:pt idx="32">
                        <c:v>20.8</c:v>
                      </c:pt>
                      <c:pt idx="33">
                        <c:v>20.8</c:v>
                      </c:pt>
                      <c:pt idx="34">
                        <c:v>20.8</c:v>
                      </c:pt>
                      <c:pt idx="35">
                        <c:v>20.8</c:v>
                      </c:pt>
                      <c:pt idx="36">
                        <c:v>20.8</c:v>
                      </c:pt>
                      <c:pt idx="37">
                        <c:v>20.8</c:v>
                      </c:pt>
                      <c:pt idx="38">
                        <c:v>20.8</c:v>
                      </c:pt>
                      <c:pt idx="39">
                        <c:v>20.8</c:v>
                      </c:pt>
                      <c:pt idx="40">
                        <c:v>20.8</c:v>
                      </c:pt>
                      <c:pt idx="41">
                        <c:v>20.8</c:v>
                      </c:pt>
                      <c:pt idx="42">
                        <c:v>20.8</c:v>
                      </c:pt>
                      <c:pt idx="43">
                        <c:v>20.8</c:v>
                      </c:pt>
                      <c:pt idx="44">
                        <c:v>20.8</c:v>
                      </c:pt>
                      <c:pt idx="45">
                        <c:v>20.8</c:v>
                      </c:pt>
                      <c:pt idx="46">
                        <c:v>20.8</c:v>
                      </c:pt>
                      <c:pt idx="47">
                        <c:v>20.8</c:v>
                      </c:pt>
                      <c:pt idx="48">
                        <c:v>20.8</c:v>
                      </c:pt>
                      <c:pt idx="49">
                        <c:v>20.8</c:v>
                      </c:pt>
                      <c:pt idx="50">
                        <c:v>20.8</c:v>
                      </c:pt>
                      <c:pt idx="51">
                        <c:v>20.8</c:v>
                      </c:pt>
                      <c:pt idx="52">
                        <c:v>20.8</c:v>
                      </c:pt>
                      <c:pt idx="53">
                        <c:v>20.8</c:v>
                      </c:pt>
                      <c:pt idx="54">
                        <c:v>20.8</c:v>
                      </c:pt>
                      <c:pt idx="55">
                        <c:v>20.8</c:v>
                      </c:pt>
                      <c:pt idx="56">
                        <c:v>20.8</c:v>
                      </c:pt>
                      <c:pt idx="57">
                        <c:v>20.8</c:v>
                      </c:pt>
                      <c:pt idx="58">
                        <c:v>20.8</c:v>
                      </c:pt>
                      <c:pt idx="59">
                        <c:v>20.8</c:v>
                      </c:pt>
                      <c:pt idx="60">
                        <c:v>20.8</c:v>
                      </c:pt>
                      <c:pt idx="61">
                        <c:v>20.8</c:v>
                      </c:pt>
                      <c:pt idx="62">
                        <c:v>20.8</c:v>
                      </c:pt>
                      <c:pt idx="63">
                        <c:v>20.8</c:v>
                      </c:pt>
                      <c:pt idx="64">
                        <c:v>20.8</c:v>
                      </c:pt>
                      <c:pt idx="65">
                        <c:v>20.8</c:v>
                      </c:pt>
                      <c:pt idx="66">
                        <c:v>20.8</c:v>
                      </c:pt>
                      <c:pt idx="67">
                        <c:v>20.8</c:v>
                      </c:pt>
                      <c:pt idx="68">
                        <c:v>20.8</c:v>
                      </c:pt>
                      <c:pt idx="69">
                        <c:v>20.8</c:v>
                      </c:pt>
                      <c:pt idx="70">
                        <c:v>20.8</c:v>
                      </c:pt>
                      <c:pt idx="71">
                        <c:v>20.8</c:v>
                      </c:pt>
                      <c:pt idx="72">
                        <c:v>20.8</c:v>
                      </c:pt>
                      <c:pt idx="73">
                        <c:v>20.8</c:v>
                      </c:pt>
                      <c:pt idx="74">
                        <c:v>20.8</c:v>
                      </c:pt>
                      <c:pt idx="75">
                        <c:v>20.8</c:v>
                      </c:pt>
                      <c:pt idx="76">
                        <c:v>20.8</c:v>
                      </c:pt>
                      <c:pt idx="77">
                        <c:v>20.8</c:v>
                      </c:pt>
                      <c:pt idx="78">
                        <c:v>20.8</c:v>
                      </c:pt>
                      <c:pt idx="79">
                        <c:v>20.8</c:v>
                      </c:pt>
                      <c:pt idx="80">
                        <c:v>20.8</c:v>
                      </c:pt>
                      <c:pt idx="81">
                        <c:v>20.8</c:v>
                      </c:pt>
                      <c:pt idx="82">
                        <c:v>20.8</c:v>
                      </c:pt>
                      <c:pt idx="83">
                        <c:v>20.8</c:v>
                      </c:pt>
                      <c:pt idx="84">
                        <c:v>20.8</c:v>
                      </c:pt>
                      <c:pt idx="85">
                        <c:v>20.8</c:v>
                      </c:pt>
                      <c:pt idx="86">
                        <c:v>20.8</c:v>
                      </c:pt>
                      <c:pt idx="87">
                        <c:v>20.8</c:v>
                      </c:pt>
                      <c:pt idx="88">
                        <c:v>20.8</c:v>
                      </c:pt>
                      <c:pt idx="89">
                        <c:v>20.8</c:v>
                      </c:pt>
                      <c:pt idx="90">
                        <c:v>20.8</c:v>
                      </c:pt>
                      <c:pt idx="91">
                        <c:v>20.8</c:v>
                      </c:pt>
                      <c:pt idx="92">
                        <c:v>20.8</c:v>
                      </c:pt>
                      <c:pt idx="93">
                        <c:v>20.8</c:v>
                      </c:pt>
                      <c:pt idx="94">
                        <c:v>20.8</c:v>
                      </c:pt>
                      <c:pt idx="95">
                        <c:v>20.8</c:v>
                      </c:pt>
                      <c:pt idx="96">
                        <c:v>20.8</c:v>
                      </c:pt>
                      <c:pt idx="97">
                        <c:v>20.8</c:v>
                      </c:pt>
                      <c:pt idx="98">
                        <c:v>20.8</c:v>
                      </c:pt>
                      <c:pt idx="99">
                        <c:v>20.8</c:v>
                      </c:pt>
                      <c:pt idx="100">
                        <c:v>20.8</c:v>
                      </c:pt>
                      <c:pt idx="101">
                        <c:v>20.8</c:v>
                      </c:pt>
                      <c:pt idx="102">
                        <c:v>20.8</c:v>
                      </c:pt>
                      <c:pt idx="103">
                        <c:v>20.8</c:v>
                      </c:pt>
                      <c:pt idx="104">
                        <c:v>20.8</c:v>
                      </c:pt>
                      <c:pt idx="105">
                        <c:v>20.8</c:v>
                      </c:pt>
                      <c:pt idx="106">
                        <c:v>20.8</c:v>
                      </c:pt>
                      <c:pt idx="107">
                        <c:v>20.8</c:v>
                      </c:pt>
                      <c:pt idx="108">
                        <c:v>20.8</c:v>
                      </c:pt>
                      <c:pt idx="109">
                        <c:v>20.8</c:v>
                      </c:pt>
                      <c:pt idx="110">
                        <c:v>20.8</c:v>
                      </c:pt>
                      <c:pt idx="111">
                        <c:v>20.8</c:v>
                      </c:pt>
                      <c:pt idx="112">
                        <c:v>20.8</c:v>
                      </c:pt>
                      <c:pt idx="113">
                        <c:v>20.8</c:v>
                      </c:pt>
                      <c:pt idx="114">
                        <c:v>20.8</c:v>
                      </c:pt>
                      <c:pt idx="115">
                        <c:v>20.8</c:v>
                      </c:pt>
                      <c:pt idx="116">
                        <c:v>20.8</c:v>
                      </c:pt>
                      <c:pt idx="117">
                        <c:v>20.8</c:v>
                      </c:pt>
                      <c:pt idx="118">
                        <c:v>20.8</c:v>
                      </c:pt>
                      <c:pt idx="119">
                        <c:v>20.8</c:v>
                      </c:pt>
                      <c:pt idx="120">
                        <c:v>20.8</c:v>
                      </c:pt>
                      <c:pt idx="121">
                        <c:v>20.8</c:v>
                      </c:pt>
                      <c:pt idx="122">
                        <c:v>20.8</c:v>
                      </c:pt>
                      <c:pt idx="123">
                        <c:v>20.8</c:v>
                      </c:pt>
                      <c:pt idx="124">
                        <c:v>20.8</c:v>
                      </c:pt>
                      <c:pt idx="125">
                        <c:v>20.8</c:v>
                      </c:pt>
                      <c:pt idx="126">
                        <c:v>20.8</c:v>
                      </c:pt>
                      <c:pt idx="127">
                        <c:v>20.8</c:v>
                      </c:pt>
                      <c:pt idx="128">
                        <c:v>20.8</c:v>
                      </c:pt>
                      <c:pt idx="129">
                        <c:v>20.8</c:v>
                      </c:pt>
                      <c:pt idx="130">
                        <c:v>20.8</c:v>
                      </c:pt>
                      <c:pt idx="131">
                        <c:v>20.8</c:v>
                      </c:pt>
                      <c:pt idx="132">
                        <c:v>20.8</c:v>
                      </c:pt>
                      <c:pt idx="133">
                        <c:v>20.8</c:v>
                      </c:pt>
                      <c:pt idx="134">
                        <c:v>20.8</c:v>
                      </c:pt>
                      <c:pt idx="135">
                        <c:v>20.8</c:v>
                      </c:pt>
                      <c:pt idx="136">
                        <c:v>20.8</c:v>
                      </c:pt>
                      <c:pt idx="137">
                        <c:v>20.8</c:v>
                      </c:pt>
                      <c:pt idx="138">
                        <c:v>20.8</c:v>
                      </c:pt>
                      <c:pt idx="139">
                        <c:v>20.8</c:v>
                      </c:pt>
                      <c:pt idx="140">
                        <c:v>20.8</c:v>
                      </c:pt>
                      <c:pt idx="141">
                        <c:v>20.8</c:v>
                      </c:pt>
                      <c:pt idx="142">
                        <c:v>20.8</c:v>
                      </c:pt>
                      <c:pt idx="143">
                        <c:v>20.8</c:v>
                      </c:pt>
                      <c:pt idx="144">
                        <c:v>20.8</c:v>
                      </c:pt>
                      <c:pt idx="145">
                        <c:v>20.8</c:v>
                      </c:pt>
                      <c:pt idx="146">
                        <c:v>20.8</c:v>
                      </c:pt>
                      <c:pt idx="147">
                        <c:v>20.8</c:v>
                      </c:pt>
                      <c:pt idx="148">
                        <c:v>20.8</c:v>
                      </c:pt>
                      <c:pt idx="149">
                        <c:v>20.8</c:v>
                      </c:pt>
                      <c:pt idx="150">
                        <c:v>20.8</c:v>
                      </c:pt>
                      <c:pt idx="151">
                        <c:v>20.8</c:v>
                      </c:pt>
                      <c:pt idx="152">
                        <c:v>20.8</c:v>
                      </c:pt>
                      <c:pt idx="153">
                        <c:v>20.8</c:v>
                      </c:pt>
                      <c:pt idx="154">
                        <c:v>20.8</c:v>
                      </c:pt>
                      <c:pt idx="155">
                        <c:v>20.8</c:v>
                      </c:pt>
                      <c:pt idx="156">
                        <c:v>20.8</c:v>
                      </c:pt>
                      <c:pt idx="157">
                        <c:v>20.8</c:v>
                      </c:pt>
                      <c:pt idx="158">
                        <c:v>20.8</c:v>
                      </c:pt>
                      <c:pt idx="159">
                        <c:v>20.8</c:v>
                      </c:pt>
                      <c:pt idx="160">
                        <c:v>20.8</c:v>
                      </c:pt>
                      <c:pt idx="161">
                        <c:v>20.8</c:v>
                      </c:pt>
                      <c:pt idx="162">
                        <c:v>20.8</c:v>
                      </c:pt>
                      <c:pt idx="163">
                        <c:v>20.8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A5F-434A-B918-E34CA4F14987}"/>
                  </c:ext>
                </c:extLst>
              </c15:ser>
            </c15:filteredScatterSeries>
          </c:ext>
        </c:extLst>
      </c:scatterChart>
      <c:valAx>
        <c:axId val="809266888"/>
        <c:scaling>
          <c:orientation val="minMax"/>
          <c:max val="0.70000000000000007"/>
          <c:min val="0.3500000000000000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Time (24-hour format)</a:t>
                </a:r>
              </a:p>
            </c:rich>
          </c:tx>
          <c:layout>
            <c:manualLayout>
              <c:xMode val="edge"/>
              <c:yMode val="edge"/>
              <c:x val="0.41044456652220795"/>
              <c:y val="0.851103978571593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h:mm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205848"/>
        <c:crosses val="autoZero"/>
        <c:crossBetween val="midCat"/>
      </c:valAx>
      <c:valAx>
        <c:axId val="416205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sz="10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Gas Readings (PPM)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2668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013387861401051"/>
          <c:y val="0.90692867203916228"/>
          <c:w val="0.5700680206071278"/>
          <c:h val="6.58380361087132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E6FB-4DCB-455D-EE72-5548F333F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0BC07-B590-D878-FC84-3C0858C93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4DD76-082F-5ECF-F411-11B827A1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07145-6CDE-4EC2-CF05-9DC2CE9C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2BDEE-AE48-AF33-7243-48F3C9EA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16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E5FC5-1E37-453B-FC23-5C00DD04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A3415-11D5-5118-2C46-EBCE4CA56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D4489-2CDB-B419-0680-A35E4B39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F196A-3B58-6C66-56E0-771465F8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752F8-F4E1-EDD9-AD4E-CB87923C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8819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219D5-1761-EA30-E42F-E059CF6E7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B3500-8BF4-1C42-CCC1-B7C3822F0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C50B0-DD3A-5EB1-7205-15F9693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8190B-9727-F833-BEB8-F154A10F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C95EC-FC5D-5CC7-9CE4-25C84E0C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9686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8275E-9BAC-8242-C9A1-D18562E9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1CB8-E4BA-1F37-6E89-3361CE4D3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744B7-55F0-AA8B-847F-22936D441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AFC65-C10C-E369-0BCF-80CD3B7A2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1EF26-1218-E422-EB05-02280E94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8462A-4D2F-D1A8-EF5F-005D5C7F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564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844B-1344-FCF1-9998-09441423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016C0-D89D-5823-1C15-E0C6A6FFB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209C1-1327-F63C-E671-0F4D376DF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9B623-7847-5634-A0BE-12E5CF52A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AC681-9460-46D1-1360-632B7CBCB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FA476B-D080-6EB8-C06A-E71B4E7B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989C3F-06B6-6AB0-8726-8C5DB718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F157E9-26CC-2E38-5C22-550C5C7B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227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AF34-0DCA-A2EF-6723-7A0AAED9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D6916-C591-B90E-DE68-B3171059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E7FB1-CDB1-80AD-30DE-2DF1FA6D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EA9FC-101D-3B89-5559-B6D6103A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324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3067C6-626A-E568-4466-42809675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F90DF-6696-74B4-5473-C5D02175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37B10-47AC-50D9-7CAC-D9441ED9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87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045D2-4E5F-5593-C5C3-089B4793A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D1EAF-5C1F-37E1-348C-B0F97AECE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F41C1-B728-D791-07C6-4CA62411B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F4340-DA40-1C02-009B-0CFF4266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222E3-77B3-9C14-C6C9-28977936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046AE-E02C-CC3F-B677-C74A5FA9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260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BD18-02D6-DC4D-F6E3-8A5BF18D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86789-BFB9-B6C4-FD84-5101C8303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EF6EF-88F4-C7FC-C5D2-47E65BD14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7DF7A-CFDA-D5DF-F063-F8A5D42E3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20937-FAA4-410D-39F5-59827C14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01CFA-B38D-78DC-8366-E07C0427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420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E607-CF3D-690D-70E4-0F9A49D8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E6AF3-CB20-65EC-0AA0-A50E5DA18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6DBE-5C2E-069C-0C42-BCABF325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7B8C2-9795-73CF-C638-A3706CCC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2C984-AD78-276B-46A8-E665A4D7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86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F1A15-4632-61A3-DAF7-263E2B521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CBAC6-5787-021E-33F0-999408E7E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9D6DE-9342-A2C4-8203-30E299E79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AD622-E87A-CD70-1C05-A84D37B9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1D642-5E89-C64E-7449-5EF05ED5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276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6EDF7-9E60-D74B-8157-9CB509CD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9469B-BF04-CEB4-4666-0D2669F4F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55F99-1410-42D8-A9C6-1D7F5FA72D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5A657-D8CA-45FC-8F28-300533616D36}" type="datetimeFigureOut">
              <a:rPr lang="en-AU" smtClean="0"/>
              <a:t>26/08/2025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5019-54BF-CCEA-2CF1-53A0D9AC3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03FB0-110A-E4E0-C92C-91A07B5B1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1CC0A-791F-45D6-8270-DA3A2F0FC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274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7.wdp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8.wdp"/><Relationship Id="rId4" Type="http://schemas.openxmlformats.org/officeDocument/2006/relationships/image" Target="../media/image10.png"/><Relationship Id="rId9" Type="http://schemas.microsoft.com/office/2007/relationships/hdphoto" Target="../media/hdphoto9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6B432C-0EBB-5EB9-3545-FC1F4A15DB7D}"/>
              </a:ext>
            </a:extLst>
          </p:cNvPr>
          <p:cNvSpPr/>
          <p:nvPr/>
        </p:nvSpPr>
        <p:spPr>
          <a:xfrm>
            <a:off x="1394583" y="2027258"/>
            <a:ext cx="160734" cy="16787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15CE509-4962-34BF-2943-DDC23A858B9D}"/>
              </a:ext>
            </a:extLst>
          </p:cNvPr>
          <p:cNvSpPr/>
          <p:nvPr/>
        </p:nvSpPr>
        <p:spPr>
          <a:xfrm>
            <a:off x="1394583" y="2299773"/>
            <a:ext cx="160734" cy="16787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94B007-C4C8-16C5-29FC-25E82E3AA94E}"/>
              </a:ext>
            </a:extLst>
          </p:cNvPr>
          <p:cNvSpPr/>
          <p:nvPr/>
        </p:nvSpPr>
        <p:spPr>
          <a:xfrm>
            <a:off x="1391563" y="2590330"/>
            <a:ext cx="160734" cy="16787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8A832B-70E2-2F66-DAE2-5EB5E7765764}"/>
              </a:ext>
            </a:extLst>
          </p:cNvPr>
          <p:cNvSpPr txBox="1"/>
          <p:nvPr/>
        </p:nvSpPr>
        <p:spPr>
          <a:xfrm>
            <a:off x="1609973" y="1972697"/>
            <a:ext cx="170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D3 Kestrel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33A704-057D-D9C5-041C-28E414C61FD6}"/>
              </a:ext>
            </a:extLst>
          </p:cNvPr>
          <p:cNvSpPr txBox="1"/>
          <p:nvPr/>
        </p:nvSpPr>
        <p:spPr>
          <a:xfrm>
            <a:off x="1609972" y="2240050"/>
            <a:ext cx="170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Gas detector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3C39AB-9BD0-4A12-ABB5-D44508E92803}"/>
              </a:ext>
            </a:extLst>
          </p:cNvPr>
          <p:cNvSpPr txBox="1"/>
          <p:nvPr/>
        </p:nvSpPr>
        <p:spPr>
          <a:xfrm>
            <a:off x="1609972" y="2533068"/>
            <a:ext cx="170306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/>
              <a:t>DPM Pump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7B08B5-1BEA-D97C-F6E1-B11B98C5E837}"/>
              </a:ext>
            </a:extLst>
          </p:cNvPr>
          <p:cNvSpPr txBox="1"/>
          <p:nvPr/>
        </p:nvSpPr>
        <p:spPr>
          <a:xfrm>
            <a:off x="1606968" y="3356980"/>
            <a:ext cx="170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Flow measurement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F3FE55-5EAB-DB4A-90BA-761874B402C4}"/>
              </a:ext>
            </a:extLst>
          </p:cNvPr>
          <p:cNvSpPr/>
          <p:nvPr/>
        </p:nvSpPr>
        <p:spPr>
          <a:xfrm>
            <a:off x="1360508" y="3441366"/>
            <a:ext cx="246460" cy="1321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5C6C3B77-9FEE-D9E5-50FA-E99CC929C505}"/>
              </a:ext>
            </a:extLst>
          </p:cNvPr>
          <p:cNvSpPr/>
          <p:nvPr/>
        </p:nvSpPr>
        <p:spPr>
          <a:xfrm>
            <a:off x="1399388" y="2963786"/>
            <a:ext cx="160734" cy="19909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9F9D31-F9D9-F3CA-2139-8127AC091FC8}"/>
              </a:ext>
            </a:extLst>
          </p:cNvPr>
          <p:cNvSpPr txBox="1"/>
          <p:nvPr/>
        </p:nvSpPr>
        <p:spPr>
          <a:xfrm>
            <a:off x="1616983" y="2847822"/>
            <a:ext cx="170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Dust instrument (Rangers)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091347-8C03-C083-E988-89EA4CEE6650}"/>
              </a:ext>
            </a:extLst>
          </p:cNvPr>
          <p:cNvGrpSpPr/>
          <p:nvPr/>
        </p:nvGrpSpPr>
        <p:grpSpPr>
          <a:xfrm>
            <a:off x="3262387" y="128218"/>
            <a:ext cx="7538132" cy="6669541"/>
            <a:chOff x="2365349" y="128218"/>
            <a:chExt cx="7538132" cy="66695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C235EA-359C-9548-2AF7-56B127AC3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5349" y="128218"/>
              <a:ext cx="7538132" cy="6669541"/>
            </a:xfrm>
            <a:prstGeom prst="rect">
              <a:avLst/>
            </a:prstGeom>
          </p:spPr>
        </p:pic>
        <p:sp>
          <p:nvSpPr>
            <p:cNvPr id="5" name="Arrow: Notched Right 4">
              <a:extLst>
                <a:ext uri="{FF2B5EF4-FFF2-40B4-BE49-F238E27FC236}">
                  <a16:creationId xmlns:a16="http://schemas.microsoft.com/office/drawing/2014/main" id="{57CDB98B-F725-08BD-5D05-1BE411AF34FF}"/>
                </a:ext>
              </a:extLst>
            </p:cNvPr>
            <p:cNvSpPr/>
            <p:nvPr/>
          </p:nvSpPr>
          <p:spPr>
            <a:xfrm>
              <a:off x="5024539" y="1172431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Arrow: Notched Right 5">
              <a:extLst>
                <a:ext uri="{FF2B5EF4-FFF2-40B4-BE49-F238E27FC236}">
                  <a16:creationId xmlns:a16="http://schemas.microsoft.com/office/drawing/2014/main" id="{8EE343C7-048B-EF3F-6202-1CD9721A4582}"/>
                </a:ext>
              </a:extLst>
            </p:cNvPr>
            <p:cNvSpPr/>
            <p:nvPr/>
          </p:nvSpPr>
          <p:spPr>
            <a:xfrm>
              <a:off x="4588300" y="1204302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Arrow: Notched Right 6">
              <a:extLst>
                <a:ext uri="{FF2B5EF4-FFF2-40B4-BE49-F238E27FC236}">
                  <a16:creationId xmlns:a16="http://schemas.microsoft.com/office/drawing/2014/main" id="{6FF1CA94-F149-6BE7-B853-1E5F8C561066}"/>
                </a:ext>
              </a:extLst>
            </p:cNvPr>
            <p:cNvSpPr/>
            <p:nvPr/>
          </p:nvSpPr>
          <p:spPr>
            <a:xfrm>
              <a:off x="6363653" y="1172431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Arrow: Notched Right 7">
              <a:extLst>
                <a:ext uri="{FF2B5EF4-FFF2-40B4-BE49-F238E27FC236}">
                  <a16:creationId xmlns:a16="http://schemas.microsoft.com/office/drawing/2014/main" id="{24A4A4E8-17CD-CC77-49A2-53428E3856C1}"/>
                </a:ext>
              </a:extLst>
            </p:cNvPr>
            <p:cNvSpPr/>
            <p:nvPr/>
          </p:nvSpPr>
          <p:spPr>
            <a:xfrm>
              <a:off x="5923217" y="1185011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Arrow: Notched Right 8">
              <a:extLst>
                <a:ext uri="{FF2B5EF4-FFF2-40B4-BE49-F238E27FC236}">
                  <a16:creationId xmlns:a16="http://schemas.microsoft.com/office/drawing/2014/main" id="{7775856B-DA32-90CA-CA46-9DCCBEDCE9A5}"/>
                </a:ext>
              </a:extLst>
            </p:cNvPr>
            <p:cNvSpPr/>
            <p:nvPr/>
          </p:nvSpPr>
          <p:spPr>
            <a:xfrm>
              <a:off x="5464807" y="1172431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Arrow: Notched Right 9">
              <a:extLst>
                <a:ext uri="{FF2B5EF4-FFF2-40B4-BE49-F238E27FC236}">
                  <a16:creationId xmlns:a16="http://schemas.microsoft.com/office/drawing/2014/main" id="{252C448C-4471-D24B-4C52-AB42E367A918}"/>
                </a:ext>
              </a:extLst>
            </p:cNvPr>
            <p:cNvSpPr/>
            <p:nvPr/>
          </p:nvSpPr>
          <p:spPr>
            <a:xfrm>
              <a:off x="4579930" y="4514240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Arrow: Notched Right 10">
              <a:extLst>
                <a:ext uri="{FF2B5EF4-FFF2-40B4-BE49-F238E27FC236}">
                  <a16:creationId xmlns:a16="http://schemas.microsoft.com/office/drawing/2014/main" id="{DCFF46CB-7FD4-8924-9954-7294DCF1FF1D}"/>
                </a:ext>
              </a:extLst>
            </p:cNvPr>
            <p:cNvSpPr/>
            <p:nvPr/>
          </p:nvSpPr>
          <p:spPr>
            <a:xfrm>
              <a:off x="5509613" y="4482092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Arrow: Notched Right 11">
              <a:extLst>
                <a:ext uri="{FF2B5EF4-FFF2-40B4-BE49-F238E27FC236}">
                  <a16:creationId xmlns:a16="http://schemas.microsoft.com/office/drawing/2014/main" id="{FA3B99ED-FFCD-F02C-F755-79DBBB672166}"/>
                </a:ext>
              </a:extLst>
            </p:cNvPr>
            <p:cNvSpPr/>
            <p:nvPr/>
          </p:nvSpPr>
          <p:spPr>
            <a:xfrm>
              <a:off x="6381422" y="4506090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Arrow: Notched Right 12">
              <a:extLst>
                <a:ext uri="{FF2B5EF4-FFF2-40B4-BE49-F238E27FC236}">
                  <a16:creationId xmlns:a16="http://schemas.microsoft.com/office/drawing/2014/main" id="{91471D25-035E-E44A-A253-5873F3E1F455}"/>
                </a:ext>
              </a:extLst>
            </p:cNvPr>
            <p:cNvSpPr/>
            <p:nvPr/>
          </p:nvSpPr>
          <p:spPr>
            <a:xfrm>
              <a:off x="5953715" y="4482092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6A42D4C7-420D-5D6E-5FCB-CCD083C55A8A}"/>
                </a:ext>
              </a:extLst>
            </p:cNvPr>
            <p:cNvSpPr/>
            <p:nvPr/>
          </p:nvSpPr>
          <p:spPr>
            <a:xfrm>
              <a:off x="5097704" y="4511523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" name="Arrow: Notched Right 14">
              <a:extLst>
                <a:ext uri="{FF2B5EF4-FFF2-40B4-BE49-F238E27FC236}">
                  <a16:creationId xmlns:a16="http://schemas.microsoft.com/office/drawing/2014/main" id="{F5B020E7-1273-16C0-2963-0F0C67A08624}"/>
                </a:ext>
              </a:extLst>
            </p:cNvPr>
            <p:cNvSpPr/>
            <p:nvPr/>
          </p:nvSpPr>
          <p:spPr>
            <a:xfrm rot="21420000">
              <a:off x="6810925" y="4506089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64F8A2B-EA3D-2BAD-52B3-11082A697F5B}"/>
                </a:ext>
              </a:extLst>
            </p:cNvPr>
            <p:cNvGrpSpPr/>
            <p:nvPr/>
          </p:nvGrpSpPr>
          <p:grpSpPr>
            <a:xfrm>
              <a:off x="4421920" y="1143704"/>
              <a:ext cx="222646" cy="277000"/>
              <a:chOff x="795338" y="1834753"/>
              <a:chExt cx="322063" cy="378429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333AD9C-EF88-6E18-286C-78208FB899C6}"/>
                  </a:ext>
                </a:extLst>
              </p:cNvPr>
              <p:cNvSpPr/>
              <p:nvPr/>
            </p:nvSpPr>
            <p:spPr>
              <a:xfrm>
                <a:off x="956072" y="1834753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CEF2B43-5F2A-9E7B-8338-6844CB9AB47A}"/>
                  </a:ext>
                </a:extLst>
              </p:cNvPr>
              <p:cNvSpPr/>
              <p:nvPr/>
            </p:nvSpPr>
            <p:spPr>
              <a:xfrm>
                <a:off x="956667" y="2045304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209F346-F7EA-A018-E51F-9744E663DBC5}"/>
                  </a:ext>
                </a:extLst>
              </p:cNvPr>
              <p:cNvSpPr/>
              <p:nvPr/>
            </p:nvSpPr>
            <p:spPr>
              <a:xfrm>
                <a:off x="795338" y="1961365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F570567-CE82-B7C8-D082-108932B28BCC}"/>
                </a:ext>
              </a:extLst>
            </p:cNvPr>
            <p:cNvGrpSpPr/>
            <p:nvPr/>
          </p:nvGrpSpPr>
          <p:grpSpPr>
            <a:xfrm>
              <a:off x="4426763" y="4456978"/>
              <a:ext cx="222646" cy="277000"/>
              <a:chOff x="795338" y="1834753"/>
              <a:chExt cx="322063" cy="37842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66EAAE5-CEFF-5902-B2C1-8529184368C9}"/>
                  </a:ext>
                </a:extLst>
              </p:cNvPr>
              <p:cNvSpPr/>
              <p:nvPr/>
            </p:nvSpPr>
            <p:spPr>
              <a:xfrm>
                <a:off x="956072" y="1834753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397A3DE-6746-FE7F-C3AA-CA0AEE853C8B}"/>
                  </a:ext>
                </a:extLst>
              </p:cNvPr>
              <p:cNvSpPr/>
              <p:nvPr/>
            </p:nvSpPr>
            <p:spPr>
              <a:xfrm>
                <a:off x="956667" y="2045304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259015F-A7C0-2532-B48E-5FF54B2C37E9}"/>
                  </a:ext>
                </a:extLst>
              </p:cNvPr>
              <p:cNvSpPr/>
              <p:nvPr/>
            </p:nvSpPr>
            <p:spPr>
              <a:xfrm>
                <a:off x="795338" y="1961365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868CB11-499F-E43B-1710-BA2B0BA09C7A}"/>
                </a:ext>
              </a:extLst>
            </p:cNvPr>
            <p:cNvSpPr/>
            <p:nvPr/>
          </p:nvSpPr>
          <p:spPr>
            <a:xfrm>
              <a:off x="4858789" y="1128087"/>
              <a:ext cx="10716" cy="3557587"/>
            </a:xfrm>
            <a:custGeom>
              <a:avLst/>
              <a:gdLst>
                <a:gd name="connsiteX0" fmla="*/ 0 w 10716"/>
                <a:gd name="connsiteY0" fmla="*/ 0 h 3557587"/>
                <a:gd name="connsiteX1" fmla="*/ 10716 w 10716"/>
                <a:gd name="connsiteY1" fmla="*/ 3557587 h 35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6" h="3557587">
                  <a:moveTo>
                    <a:pt x="0" y="0"/>
                  </a:moveTo>
                  <a:lnTo>
                    <a:pt x="10716" y="3557587"/>
                  </a:lnTo>
                </a:path>
              </a:pathLst>
            </a:custGeom>
            <a:noFill/>
            <a:ln w="101600">
              <a:solidFill>
                <a:srgbClr val="FF0000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0D86FD0-5296-9451-EF07-6958B986E00C}"/>
                </a:ext>
              </a:extLst>
            </p:cNvPr>
            <p:cNvSpPr/>
            <p:nvPr/>
          </p:nvSpPr>
          <p:spPr>
            <a:xfrm>
              <a:off x="6175748" y="1128086"/>
              <a:ext cx="10716" cy="3557587"/>
            </a:xfrm>
            <a:custGeom>
              <a:avLst/>
              <a:gdLst>
                <a:gd name="connsiteX0" fmla="*/ 0 w 10716"/>
                <a:gd name="connsiteY0" fmla="*/ 0 h 3557587"/>
                <a:gd name="connsiteX1" fmla="*/ 10716 w 10716"/>
                <a:gd name="connsiteY1" fmla="*/ 3557587 h 35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6" h="3557587">
                  <a:moveTo>
                    <a:pt x="0" y="0"/>
                  </a:moveTo>
                  <a:lnTo>
                    <a:pt x="10716" y="3557587"/>
                  </a:lnTo>
                </a:path>
              </a:pathLst>
            </a:custGeom>
            <a:noFill/>
            <a:ln w="101600">
              <a:solidFill>
                <a:srgbClr val="FF0000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8F06425-CAD4-36F0-FAB8-1CA4000909A9}"/>
                </a:ext>
              </a:extLst>
            </p:cNvPr>
            <p:cNvGrpSpPr/>
            <p:nvPr/>
          </p:nvGrpSpPr>
          <p:grpSpPr>
            <a:xfrm>
              <a:off x="5780778" y="1128086"/>
              <a:ext cx="222647" cy="277000"/>
              <a:chOff x="786516" y="1834753"/>
              <a:chExt cx="322068" cy="37842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F9C2F47-9AEA-DD6D-1352-DEE6F3D3653B}"/>
                  </a:ext>
                </a:extLst>
              </p:cNvPr>
              <p:cNvSpPr/>
              <p:nvPr/>
            </p:nvSpPr>
            <p:spPr>
              <a:xfrm>
                <a:off x="947251" y="1834753"/>
                <a:ext cx="160737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F8D0DC8-507F-76DC-E3B2-2EED0F54C103}"/>
                  </a:ext>
                </a:extLst>
              </p:cNvPr>
              <p:cNvSpPr/>
              <p:nvPr/>
            </p:nvSpPr>
            <p:spPr>
              <a:xfrm>
                <a:off x="947850" y="2045304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394FA74-FD86-C757-4FB7-409FAE9DCCBA}"/>
                  </a:ext>
                </a:extLst>
              </p:cNvPr>
              <p:cNvSpPr/>
              <p:nvPr/>
            </p:nvSpPr>
            <p:spPr>
              <a:xfrm>
                <a:off x="786516" y="1961366"/>
                <a:ext cx="160735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AEC3421-84A8-102D-9EE2-4D4DADF13FB3}"/>
                </a:ext>
              </a:extLst>
            </p:cNvPr>
            <p:cNvGrpSpPr/>
            <p:nvPr/>
          </p:nvGrpSpPr>
          <p:grpSpPr>
            <a:xfrm>
              <a:off x="5805065" y="4448827"/>
              <a:ext cx="222647" cy="277000"/>
              <a:chOff x="786516" y="1834753"/>
              <a:chExt cx="322068" cy="378429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E30C7D3-BBA0-2421-B92F-E9A27FC8D5C4}"/>
                  </a:ext>
                </a:extLst>
              </p:cNvPr>
              <p:cNvSpPr/>
              <p:nvPr/>
            </p:nvSpPr>
            <p:spPr>
              <a:xfrm>
                <a:off x="947251" y="1834753"/>
                <a:ext cx="160737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F407760-65F9-8744-25B5-4DBEA54E84BC}"/>
                  </a:ext>
                </a:extLst>
              </p:cNvPr>
              <p:cNvSpPr/>
              <p:nvPr/>
            </p:nvSpPr>
            <p:spPr>
              <a:xfrm>
                <a:off x="947850" y="2045304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5A1C72E-3C2E-DBCD-C4E4-8000F83774F5}"/>
                  </a:ext>
                </a:extLst>
              </p:cNvPr>
              <p:cNvSpPr/>
              <p:nvPr/>
            </p:nvSpPr>
            <p:spPr>
              <a:xfrm>
                <a:off x="786516" y="1961366"/>
                <a:ext cx="160735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48064C08-9AB3-56D9-A53B-843509148341}"/>
                </a:ext>
              </a:extLst>
            </p:cNvPr>
            <p:cNvSpPr/>
            <p:nvPr/>
          </p:nvSpPr>
          <p:spPr>
            <a:xfrm>
              <a:off x="5840300" y="4696934"/>
              <a:ext cx="111117" cy="108295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38F1DC95-1701-C199-530B-9650847F9F98}"/>
                </a:ext>
              </a:extLst>
            </p:cNvPr>
            <p:cNvSpPr/>
            <p:nvPr/>
          </p:nvSpPr>
          <p:spPr>
            <a:xfrm>
              <a:off x="4448540" y="4707767"/>
              <a:ext cx="111117" cy="108295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" name="Arrow: Notched Right 2">
              <a:extLst>
                <a:ext uri="{FF2B5EF4-FFF2-40B4-BE49-F238E27FC236}">
                  <a16:creationId xmlns:a16="http://schemas.microsoft.com/office/drawing/2014/main" id="{41389767-1D77-877C-C33A-A76DB8ADD890}"/>
                </a:ext>
              </a:extLst>
            </p:cNvPr>
            <p:cNvSpPr/>
            <p:nvPr/>
          </p:nvSpPr>
          <p:spPr>
            <a:xfrm>
              <a:off x="6816994" y="1172430"/>
              <a:ext cx="230489" cy="162476"/>
            </a:xfrm>
            <a:prstGeom prst="notched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0540E68-11C6-F8CD-A12F-470D9F69A4D5}"/>
                </a:ext>
              </a:extLst>
            </p:cNvPr>
            <p:cNvSpPr/>
            <p:nvPr/>
          </p:nvSpPr>
          <p:spPr>
            <a:xfrm>
              <a:off x="7275420" y="5850397"/>
              <a:ext cx="160734" cy="167878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D0D2D8C-6241-039A-48B5-1E5EDD55AF5A}"/>
                </a:ext>
              </a:extLst>
            </p:cNvPr>
            <p:cNvSpPr/>
            <p:nvPr/>
          </p:nvSpPr>
          <p:spPr>
            <a:xfrm>
              <a:off x="7089655" y="5944501"/>
              <a:ext cx="246460" cy="13215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A8C0803-D158-76ED-0281-DC6D5F0B3297}"/>
                </a:ext>
              </a:extLst>
            </p:cNvPr>
            <p:cNvSpPr/>
            <p:nvPr/>
          </p:nvSpPr>
          <p:spPr>
            <a:xfrm>
              <a:off x="4729851" y="1449431"/>
              <a:ext cx="246460" cy="13215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46E6C7C-83AE-6C4B-6D2C-4A5C361E856C}"/>
              </a:ext>
            </a:extLst>
          </p:cNvPr>
          <p:cNvSpPr/>
          <p:nvPr/>
        </p:nvSpPr>
        <p:spPr>
          <a:xfrm>
            <a:off x="1116307" y="1436746"/>
            <a:ext cx="1071" cy="451715"/>
          </a:xfrm>
          <a:custGeom>
            <a:avLst/>
            <a:gdLst>
              <a:gd name="connsiteX0" fmla="*/ 0 w 10716"/>
              <a:gd name="connsiteY0" fmla="*/ 0 h 3557587"/>
              <a:gd name="connsiteX1" fmla="*/ 10716 w 10716"/>
              <a:gd name="connsiteY1" fmla="*/ 3557587 h 3557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6" h="3557587">
                <a:moveTo>
                  <a:pt x="0" y="0"/>
                </a:moveTo>
                <a:lnTo>
                  <a:pt x="10716" y="3557587"/>
                </a:lnTo>
              </a:path>
            </a:pathLst>
          </a:custGeom>
          <a:noFill/>
          <a:ln w="101600">
            <a:solidFill>
              <a:srgbClr val="FF0000">
                <a:alpha val="4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AF979F-F6BD-9A5D-C532-B85F4AA32E56}"/>
              </a:ext>
            </a:extLst>
          </p:cNvPr>
          <p:cNvSpPr txBox="1"/>
          <p:nvPr/>
        </p:nvSpPr>
        <p:spPr>
          <a:xfrm>
            <a:off x="1228602" y="1439936"/>
            <a:ext cx="17030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/>
              <a:t>Example drives to monitor</a:t>
            </a:r>
          </a:p>
        </p:txBody>
      </p:sp>
      <p:sp>
        <p:nvSpPr>
          <p:cNvPr id="51" name="Arrow: Notched Right 50">
            <a:extLst>
              <a:ext uri="{FF2B5EF4-FFF2-40B4-BE49-F238E27FC236}">
                <a16:creationId xmlns:a16="http://schemas.microsoft.com/office/drawing/2014/main" id="{79970CCC-21C7-9D8F-2044-6AD876323029}"/>
              </a:ext>
            </a:extLst>
          </p:cNvPr>
          <p:cNvSpPr/>
          <p:nvPr/>
        </p:nvSpPr>
        <p:spPr>
          <a:xfrm>
            <a:off x="1011981" y="584051"/>
            <a:ext cx="230489" cy="162476"/>
          </a:xfrm>
          <a:prstGeom prst="notched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5F49EE-5E3D-DCC5-2B3E-EF5B0736C35A}"/>
              </a:ext>
            </a:extLst>
          </p:cNvPr>
          <p:cNvSpPr txBox="1"/>
          <p:nvPr/>
        </p:nvSpPr>
        <p:spPr>
          <a:xfrm>
            <a:off x="1230790" y="444017"/>
            <a:ext cx="17030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/>
              <a:t>Possible upstream monitoring locations</a:t>
            </a:r>
          </a:p>
        </p:txBody>
      </p:sp>
      <p:sp>
        <p:nvSpPr>
          <p:cNvPr id="53" name="Arrow: Notched Right 52">
            <a:extLst>
              <a:ext uri="{FF2B5EF4-FFF2-40B4-BE49-F238E27FC236}">
                <a16:creationId xmlns:a16="http://schemas.microsoft.com/office/drawing/2014/main" id="{D0225573-66EB-0806-5537-23D51D84ACB5}"/>
              </a:ext>
            </a:extLst>
          </p:cNvPr>
          <p:cNvSpPr/>
          <p:nvPr/>
        </p:nvSpPr>
        <p:spPr>
          <a:xfrm>
            <a:off x="1007981" y="1039118"/>
            <a:ext cx="230489" cy="162476"/>
          </a:xfrm>
          <a:prstGeom prst="notch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D607AB-95E8-4FC9-2507-C5D4012A62C5}"/>
              </a:ext>
            </a:extLst>
          </p:cNvPr>
          <p:cNvSpPr txBox="1"/>
          <p:nvPr/>
        </p:nvSpPr>
        <p:spPr>
          <a:xfrm>
            <a:off x="1240435" y="926295"/>
            <a:ext cx="17030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/>
              <a:t>Possible downstream monitoring locations</a:t>
            </a:r>
          </a:p>
        </p:txBody>
      </p:sp>
      <p:sp>
        <p:nvSpPr>
          <p:cNvPr id="55" name="Arrow: Notched Right 54">
            <a:extLst>
              <a:ext uri="{FF2B5EF4-FFF2-40B4-BE49-F238E27FC236}">
                <a16:creationId xmlns:a16="http://schemas.microsoft.com/office/drawing/2014/main" id="{987D99C8-42B2-E492-9DBB-5894A7120908}"/>
              </a:ext>
            </a:extLst>
          </p:cNvPr>
          <p:cNvSpPr/>
          <p:nvPr/>
        </p:nvSpPr>
        <p:spPr>
          <a:xfrm>
            <a:off x="8159348" y="1172430"/>
            <a:ext cx="230489" cy="162476"/>
          </a:xfrm>
          <a:prstGeom prst="notched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Arrow: Notched Right 55">
            <a:extLst>
              <a:ext uri="{FF2B5EF4-FFF2-40B4-BE49-F238E27FC236}">
                <a16:creationId xmlns:a16="http://schemas.microsoft.com/office/drawing/2014/main" id="{6160F2D7-5232-B230-3BE7-A2A57D6ED014}"/>
              </a:ext>
            </a:extLst>
          </p:cNvPr>
          <p:cNvSpPr/>
          <p:nvPr/>
        </p:nvSpPr>
        <p:spPr>
          <a:xfrm>
            <a:off x="8164993" y="4453649"/>
            <a:ext cx="230489" cy="162476"/>
          </a:xfrm>
          <a:prstGeom prst="notch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931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64DA8-DD4E-3A33-7556-8264332D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3874D75E-ABD6-59A1-67C7-61A7998B1D0C}"/>
              </a:ext>
            </a:extLst>
          </p:cNvPr>
          <p:cNvSpPr/>
          <p:nvPr/>
        </p:nvSpPr>
        <p:spPr>
          <a:xfrm>
            <a:off x="1422015" y="984842"/>
            <a:ext cx="160734" cy="16787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4E1AFF-97D1-2A74-09C0-393D5B60A74D}"/>
              </a:ext>
            </a:extLst>
          </p:cNvPr>
          <p:cNvSpPr/>
          <p:nvPr/>
        </p:nvSpPr>
        <p:spPr>
          <a:xfrm>
            <a:off x="1422015" y="1257357"/>
            <a:ext cx="160734" cy="16787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18FD44-D167-6803-3D55-9E2A0727BFB4}"/>
              </a:ext>
            </a:extLst>
          </p:cNvPr>
          <p:cNvSpPr/>
          <p:nvPr/>
        </p:nvSpPr>
        <p:spPr>
          <a:xfrm>
            <a:off x="1418995" y="1547914"/>
            <a:ext cx="160734" cy="16787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F0A2D5-2756-B2CD-912E-ACAF3FDF6167}"/>
              </a:ext>
            </a:extLst>
          </p:cNvPr>
          <p:cNvSpPr txBox="1"/>
          <p:nvPr/>
        </p:nvSpPr>
        <p:spPr>
          <a:xfrm>
            <a:off x="1637405" y="930281"/>
            <a:ext cx="170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D3 Kestrel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C441FC-EE70-BC76-B280-4DFC57AE054D}"/>
              </a:ext>
            </a:extLst>
          </p:cNvPr>
          <p:cNvSpPr txBox="1"/>
          <p:nvPr/>
        </p:nvSpPr>
        <p:spPr>
          <a:xfrm>
            <a:off x="1637404" y="1197634"/>
            <a:ext cx="170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Gas detector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E7A4C1-2302-9A90-CA68-C413E26E6435}"/>
              </a:ext>
            </a:extLst>
          </p:cNvPr>
          <p:cNvSpPr txBox="1"/>
          <p:nvPr/>
        </p:nvSpPr>
        <p:spPr>
          <a:xfrm>
            <a:off x="1637404" y="1490652"/>
            <a:ext cx="170306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/>
              <a:t>DPM Pump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78FF2E-1D38-77FD-10D7-C1A9C60F86C7}"/>
              </a:ext>
            </a:extLst>
          </p:cNvPr>
          <p:cNvSpPr txBox="1"/>
          <p:nvPr/>
        </p:nvSpPr>
        <p:spPr>
          <a:xfrm>
            <a:off x="1634400" y="2314564"/>
            <a:ext cx="170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Flow measurement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6B2CA1-F773-3092-B6E9-D51B11A0F2DB}"/>
              </a:ext>
            </a:extLst>
          </p:cNvPr>
          <p:cNvSpPr/>
          <p:nvPr/>
        </p:nvSpPr>
        <p:spPr>
          <a:xfrm>
            <a:off x="1387940" y="2398950"/>
            <a:ext cx="246460" cy="1321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2ED804BD-6C34-D64C-3B56-4C2266892B69}"/>
              </a:ext>
            </a:extLst>
          </p:cNvPr>
          <p:cNvSpPr/>
          <p:nvPr/>
        </p:nvSpPr>
        <p:spPr>
          <a:xfrm>
            <a:off x="1426820" y="1921370"/>
            <a:ext cx="160734" cy="19909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E8C675-A079-9091-4FF5-6D831866E85D}"/>
              </a:ext>
            </a:extLst>
          </p:cNvPr>
          <p:cNvSpPr txBox="1"/>
          <p:nvPr/>
        </p:nvSpPr>
        <p:spPr>
          <a:xfrm>
            <a:off x="1644415" y="1805406"/>
            <a:ext cx="170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Dust instrument (Rangers)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0A3F90-FFEB-FB87-CC8F-43111CE7D8B6}"/>
              </a:ext>
            </a:extLst>
          </p:cNvPr>
          <p:cNvGrpSpPr/>
          <p:nvPr/>
        </p:nvGrpSpPr>
        <p:grpSpPr>
          <a:xfrm>
            <a:off x="3262387" y="128218"/>
            <a:ext cx="7538132" cy="6669541"/>
            <a:chOff x="2365349" y="128218"/>
            <a:chExt cx="7538132" cy="66695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DBA7207-9B4D-8D5D-E3B8-4A5C4B503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5349" y="128218"/>
              <a:ext cx="7538132" cy="6669541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1123A5-554F-8B04-CD13-EC71E123287E}"/>
                </a:ext>
              </a:extLst>
            </p:cNvPr>
            <p:cNvGrpSpPr/>
            <p:nvPr/>
          </p:nvGrpSpPr>
          <p:grpSpPr>
            <a:xfrm>
              <a:off x="4721970" y="1143704"/>
              <a:ext cx="236937" cy="262711"/>
              <a:chOff x="1229363" y="1834753"/>
              <a:chExt cx="342737" cy="358908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E19E924-6A25-CFF6-0B51-0392CDE325EA}"/>
                  </a:ext>
                </a:extLst>
              </p:cNvPr>
              <p:cNvSpPr/>
              <p:nvPr/>
            </p:nvSpPr>
            <p:spPr>
              <a:xfrm>
                <a:off x="1411366" y="2025783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9D7EF5C-C6CA-21E9-E4FE-752DAEF6E83E}"/>
                  </a:ext>
                </a:extLst>
              </p:cNvPr>
              <p:cNvSpPr/>
              <p:nvPr/>
            </p:nvSpPr>
            <p:spPr>
              <a:xfrm>
                <a:off x="1229363" y="1922323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FE00840-8D68-2A32-A75A-EF3D1A01FB18}"/>
                  </a:ext>
                </a:extLst>
              </p:cNvPr>
              <p:cNvSpPr/>
              <p:nvPr/>
            </p:nvSpPr>
            <p:spPr>
              <a:xfrm>
                <a:off x="1390097" y="1834753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82BDD4A-8BA1-E550-F8BD-41E64DBD56BB}"/>
                </a:ext>
              </a:extLst>
            </p:cNvPr>
            <p:cNvGrpSpPr/>
            <p:nvPr/>
          </p:nvGrpSpPr>
          <p:grpSpPr>
            <a:xfrm>
              <a:off x="4731567" y="4504605"/>
              <a:ext cx="222658" cy="276998"/>
              <a:chOff x="1236234" y="1899822"/>
              <a:chExt cx="322076" cy="378427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4E27A07-F2E0-CF5B-927B-78796CEA3D97}"/>
                  </a:ext>
                </a:extLst>
              </p:cNvPr>
              <p:cNvSpPr/>
              <p:nvPr/>
            </p:nvSpPr>
            <p:spPr>
              <a:xfrm>
                <a:off x="1396977" y="1899822"/>
                <a:ext cx="160733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DF9D370-456D-3EC2-8579-75DFCBE92E69}"/>
                  </a:ext>
                </a:extLst>
              </p:cNvPr>
              <p:cNvSpPr/>
              <p:nvPr/>
            </p:nvSpPr>
            <p:spPr>
              <a:xfrm>
                <a:off x="1397574" y="2110371"/>
                <a:ext cx="160736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FF66DD4-A4C8-38BF-E7FB-B7314241C8A1}"/>
                  </a:ext>
                </a:extLst>
              </p:cNvPr>
              <p:cNvSpPr/>
              <p:nvPr/>
            </p:nvSpPr>
            <p:spPr>
              <a:xfrm>
                <a:off x="1236234" y="2026432"/>
                <a:ext cx="160737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63F23A7-1780-A0C8-C1D0-961400EDD56B}"/>
                </a:ext>
              </a:extLst>
            </p:cNvPr>
            <p:cNvSpPr/>
            <p:nvPr/>
          </p:nvSpPr>
          <p:spPr>
            <a:xfrm>
              <a:off x="4858789" y="1128087"/>
              <a:ext cx="10716" cy="3557587"/>
            </a:xfrm>
            <a:custGeom>
              <a:avLst/>
              <a:gdLst>
                <a:gd name="connsiteX0" fmla="*/ 0 w 10716"/>
                <a:gd name="connsiteY0" fmla="*/ 0 h 3557587"/>
                <a:gd name="connsiteX1" fmla="*/ 10716 w 10716"/>
                <a:gd name="connsiteY1" fmla="*/ 3557587 h 35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6" h="3557587">
                  <a:moveTo>
                    <a:pt x="0" y="0"/>
                  </a:moveTo>
                  <a:lnTo>
                    <a:pt x="10716" y="3557587"/>
                  </a:lnTo>
                </a:path>
              </a:pathLst>
            </a:custGeom>
            <a:noFill/>
            <a:ln w="101600">
              <a:solidFill>
                <a:srgbClr val="FF0000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D87E822-6F5A-EF1E-569E-5BC5E70620AF}"/>
                </a:ext>
              </a:extLst>
            </p:cNvPr>
            <p:cNvSpPr/>
            <p:nvPr/>
          </p:nvSpPr>
          <p:spPr>
            <a:xfrm>
              <a:off x="5709404" y="1128086"/>
              <a:ext cx="10716" cy="3557587"/>
            </a:xfrm>
            <a:custGeom>
              <a:avLst/>
              <a:gdLst>
                <a:gd name="connsiteX0" fmla="*/ 0 w 10716"/>
                <a:gd name="connsiteY0" fmla="*/ 0 h 3557587"/>
                <a:gd name="connsiteX1" fmla="*/ 10716 w 10716"/>
                <a:gd name="connsiteY1" fmla="*/ 3557587 h 35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6" h="3557587">
                  <a:moveTo>
                    <a:pt x="0" y="0"/>
                  </a:moveTo>
                  <a:lnTo>
                    <a:pt x="10716" y="3557587"/>
                  </a:lnTo>
                </a:path>
              </a:pathLst>
            </a:custGeom>
            <a:noFill/>
            <a:ln w="101600">
              <a:solidFill>
                <a:srgbClr val="FF0000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A3A422F-0587-D468-AE7F-B3E25572DD17}"/>
                </a:ext>
              </a:extLst>
            </p:cNvPr>
            <p:cNvGrpSpPr/>
            <p:nvPr/>
          </p:nvGrpSpPr>
          <p:grpSpPr>
            <a:xfrm>
              <a:off x="5604954" y="1128086"/>
              <a:ext cx="222650" cy="277000"/>
              <a:chOff x="532182" y="1834753"/>
              <a:chExt cx="322073" cy="37842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7D36C62-E320-1541-B2B8-C812019F688A}"/>
                  </a:ext>
                </a:extLst>
              </p:cNvPr>
              <p:cNvSpPr/>
              <p:nvPr/>
            </p:nvSpPr>
            <p:spPr>
              <a:xfrm>
                <a:off x="692919" y="1834753"/>
                <a:ext cx="160736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F76C3AA-EA2A-AEDE-FE1D-E98347EF327D}"/>
                  </a:ext>
                </a:extLst>
              </p:cNvPr>
              <p:cNvSpPr/>
              <p:nvPr/>
            </p:nvSpPr>
            <p:spPr>
              <a:xfrm>
                <a:off x="693521" y="2045304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56B6A2B-AC56-5563-0C83-7557D5111D1D}"/>
                  </a:ext>
                </a:extLst>
              </p:cNvPr>
              <p:cNvSpPr/>
              <p:nvPr/>
            </p:nvSpPr>
            <p:spPr>
              <a:xfrm>
                <a:off x="532182" y="1961366"/>
                <a:ext cx="160736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4A58004-2764-8AB4-F349-C27B9857053B}"/>
                </a:ext>
              </a:extLst>
            </p:cNvPr>
            <p:cNvGrpSpPr/>
            <p:nvPr/>
          </p:nvGrpSpPr>
          <p:grpSpPr>
            <a:xfrm>
              <a:off x="5619718" y="4553604"/>
              <a:ext cx="222652" cy="276992"/>
              <a:chOff x="518405" y="1977899"/>
              <a:chExt cx="322074" cy="378419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27BD122-B2A0-AE83-9B7C-6B6ADC7FC809}"/>
                  </a:ext>
                </a:extLst>
              </p:cNvPr>
              <p:cNvSpPr/>
              <p:nvPr/>
            </p:nvSpPr>
            <p:spPr>
              <a:xfrm>
                <a:off x="679141" y="1977899"/>
                <a:ext cx="160736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EC86B72-09AE-2826-51E0-E4017043DBA3}"/>
                  </a:ext>
                </a:extLst>
              </p:cNvPr>
              <p:cNvSpPr/>
              <p:nvPr/>
            </p:nvSpPr>
            <p:spPr>
              <a:xfrm>
                <a:off x="679744" y="2188440"/>
                <a:ext cx="160735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852CFB7-777D-6046-23EA-15A8E5EA1E9A}"/>
                  </a:ext>
                </a:extLst>
              </p:cNvPr>
              <p:cNvSpPr/>
              <p:nvPr/>
            </p:nvSpPr>
            <p:spPr>
              <a:xfrm>
                <a:off x="518405" y="2104501"/>
                <a:ext cx="160738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6486951B-E8C6-6950-DC2C-D1E595601530}"/>
                </a:ext>
              </a:extLst>
            </p:cNvPr>
            <p:cNvSpPr/>
            <p:nvPr/>
          </p:nvSpPr>
          <p:spPr>
            <a:xfrm>
              <a:off x="5642323" y="4809195"/>
              <a:ext cx="111117" cy="108295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17781149-872F-A980-9430-2E30A0FC1377}"/>
                </a:ext>
              </a:extLst>
            </p:cNvPr>
            <p:cNvSpPr/>
            <p:nvPr/>
          </p:nvSpPr>
          <p:spPr>
            <a:xfrm>
              <a:off x="4753344" y="4755396"/>
              <a:ext cx="111117" cy="108295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804E9A7-A4E1-BAD1-1AA0-5AEBC0C1F2E0}"/>
                </a:ext>
              </a:extLst>
            </p:cNvPr>
            <p:cNvSpPr/>
            <p:nvPr/>
          </p:nvSpPr>
          <p:spPr>
            <a:xfrm>
              <a:off x="7275420" y="5850397"/>
              <a:ext cx="160734" cy="167878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7F6F700-A808-9161-E8D1-49736A79D5CA}"/>
                </a:ext>
              </a:extLst>
            </p:cNvPr>
            <p:cNvSpPr/>
            <p:nvPr/>
          </p:nvSpPr>
          <p:spPr>
            <a:xfrm>
              <a:off x="7089655" y="5944501"/>
              <a:ext cx="246460" cy="13215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EB4C9CF-83A3-4065-A2E0-3BC292BCAC43}"/>
                </a:ext>
              </a:extLst>
            </p:cNvPr>
            <p:cNvSpPr/>
            <p:nvPr/>
          </p:nvSpPr>
          <p:spPr>
            <a:xfrm>
              <a:off x="4729851" y="1473239"/>
              <a:ext cx="246460" cy="13215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E87FE7F-7BF8-5198-F4A7-26C89A59A556}"/>
              </a:ext>
            </a:extLst>
          </p:cNvPr>
          <p:cNvSpPr/>
          <p:nvPr/>
        </p:nvSpPr>
        <p:spPr>
          <a:xfrm>
            <a:off x="1143739" y="394330"/>
            <a:ext cx="1071" cy="451715"/>
          </a:xfrm>
          <a:custGeom>
            <a:avLst/>
            <a:gdLst>
              <a:gd name="connsiteX0" fmla="*/ 0 w 10716"/>
              <a:gd name="connsiteY0" fmla="*/ 0 h 3557587"/>
              <a:gd name="connsiteX1" fmla="*/ 10716 w 10716"/>
              <a:gd name="connsiteY1" fmla="*/ 3557587 h 3557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6" h="3557587">
                <a:moveTo>
                  <a:pt x="0" y="0"/>
                </a:moveTo>
                <a:lnTo>
                  <a:pt x="10716" y="3557587"/>
                </a:lnTo>
              </a:path>
            </a:pathLst>
          </a:custGeom>
          <a:noFill/>
          <a:ln w="101600">
            <a:solidFill>
              <a:srgbClr val="FF0000">
                <a:alpha val="4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91E0D6-F3C2-881E-A1B9-FA2C32E06057}"/>
              </a:ext>
            </a:extLst>
          </p:cNvPr>
          <p:cNvSpPr txBox="1"/>
          <p:nvPr/>
        </p:nvSpPr>
        <p:spPr>
          <a:xfrm>
            <a:off x="1256034" y="470672"/>
            <a:ext cx="170306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/>
              <a:t>Drives to monitor</a:t>
            </a:r>
          </a:p>
        </p:txBody>
      </p:sp>
    </p:spTree>
    <p:extLst>
      <p:ext uri="{BB962C8B-B14F-4D97-AF65-F5344CB8AC3E}">
        <p14:creationId xmlns:p14="http://schemas.microsoft.com/office/powerpoint/2010/main" val="380277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BA64-DFBE-9C26-C95B-EBEC1361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C5AF6220-2464-2CF4-3D28-7AB10F5F7D4B}"/>
              </a:ext>
            </a:extLst>
          </p:cNvPr>
          <p:cNvSpPr/>
          <p:nvPr/>
        </p:nvSpPr>
        <p:spPr>
          <a:xfrm>
            <a:off x="1422015" y="984842"/>
            <a:ext cx="160734" cy="16787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DCA92C-7C9A-F750-D1C4-94ADA3185720}"/>
              </a:ext>
            </a:extLst>
          </p:cNvPr>
          <p:cNvSpPr/>
          <p:nvPr/>
        </p:nvSpPr>
        <p:spPr>
          <a:xfrm>
            <a:off x="1422015" y="1257357"/>
            <a:ext cx="160734" cy="16787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C93055-BCAA-79B2-DACB-CA87A61788D9}"/>
              </a:ext>
            </a:extLst>
          </p:cNvPr>
          <p:cNvSpPr/>
          <p:nvPr/>
        </p:nvSpPr>
        <p:spPr>
          <a:xfrm>
            <a:off x="1418995" y="1547914"/>
            <a:ext cx="160734" cy="16787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11C8FD-1A1D-45FD-12B3-14866A081784}"/>
              </a:ext>
            </a:extLst>
          </p:cNvPr>
          <p:cNvSpPr txBox="1"/>
          <p:nvPr/>
        </p:nvSpPr>
        <p:spPr>
          <a:xfrm>
            <a:off x="1637405" y="930281"/>
            <a:ext cx="170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D3 Kestrel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174592-7E3C-89D8-A424-2200CBBFE2E1}"/>
              </a:ext>
            </a:extLst>
          </p:cNvPr>
          <p:cNvSpPr txBox="1"/>
          <p:nvPr/>
        </p:nvSpPr>
        <p:spPr>
          <a:xfrm>
            <a:off x="1637404" y="1197634"/>
            <a:ext cx="170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Gas detector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468F8-629F-2B6E-3A10-332EC6D59891}"/>
              </a:ext>
            </a:extLst>
          </p:cNvPr>
          <p:cNvSpPr txBox="1"/>
          <p:nvPr/>
        </p:nvSpPr>
        <p:spPr>
          <a:xfrm>
            <a:off x="1637404" y="1490652"/>
            <a:ext cx="170306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/>
              <a:t>DPM Pump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34868C-67F3-7A6B-A6EB-D4AC6C9505D6}"/>
              </a:ext>
            </a:extLst>
          </p:cNvPr>
          <p:cNvSpPr txBox="1"/>
          <p:nvPr/>
        </p:nvSpPr>
        <p:spPr>
          <a:xfrm>
            <a:off x="1634400" y="2314564"/>
            <a:ext cx="170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Flow measurement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7968DA-A43F-0FAD-E468-7593C24A99DF}"/>
              </a:ext>
            </a:extLst>
          </p:cNvPr>
          <p:cNvSpPr/>
          <p:nvPr/>
        </p:nvSpPr>
        <p:spPr>
          <a:xfrm>
            <a:off x="1387940" y="2398950"/>
            <a:ext cx="246460" cy="1321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5BCC7BD9-759D-AAD0-2C4C-C21EC0A620C2}"/>
              </a:ext>
            </a:extLst>
          </p:cNvPr>
          <p:cNvSpPr/>
          <p:nvPr/>
        </p:nvSpPr>
        <p:spPr>
          <a:xfrm>
            <a:off x="1426820" y="1921370"/>
            <a:ext cx="160734" cy="19909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6F7D0A-D80C-D1C0-53CA-F3EE4516D92A}"/>
              </a:ext>
            </a:extLst>
          </p:cNvPr>
          <p:cNvSpPr txBox="1"/>
          <p:nvPr/>
        </p:nvSpPr>
        <p:spPr>
          <a:xfrm>
            <a:off x="1644415" y="1805406"/>
            <a:ext cx="170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Dust instrument (Rangers)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14E56A-61A1-5AF6-155D-D33B3C99C3D4}"/>
              </a:ext>
            </a:extLst>
          </p:cNvPr>
          <p:cNvGrpSpPr/>
          <p:nvPr/>
        </p:nvGrpSpPr>
        <p:grpSpPr>
          <a:xfrm>
            <a:off x="3262387" y="128218"/>
            <a:ext cx="7538132" cy="6669541"/>
            <a:chOff x="2365349" y="128218"/>
            <a:chExt cx="7538132" cy="66695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FAA1F79-54C6-7E3B-DFDF-555062FC7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5349" y="128218"/>
              <a:ext cx="7538132" cy="6669541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4D052E9-2DFD-349B-B519-9557F0136D6A}"/>
                </a:ext>
              </a:extLst>
            </p:cNvPr>
            <p:cNvGrpSpPr/>
            <p:nvPr/>
          </p:nvGrpSpPr>
          <p:grpSpPr>
            <a:xfrm>
              <a:off x="4721970" y="1143704"/>
              <a:ext cx="236937" cy="262711"/>
              <a:chOff x="1229363" y="1834753"/>
              <a:chExt cx="342737" cy="358908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74297D1-F43B-3714-2FC2-02A84CBEE0F5}"/>
                  </a:ext>
                </a:extLst>
              </p:cNvPr>
              <p:cNvSpPr/>
              <p:nvPr/>
            </p:nvSpPr>
            <p:spPr>
              <a:xfrm>
                <a:off x="1411366" y="2025783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D608DF2-0D26-1869-6081-CE361E8598C7}"/>
                  </a:ext>
                </a:extLst>
              </p:cNvPr>
              <p:cNvSpPr/>
              <p:nvPr/>
            </p:nvSpPr>
            <p:spPr>
              <a:xfrm>
                <a:off x="1229363" y="1922323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673AFBD-8954-F98D-F274-E0116A88F042}"/>
                  </a:ext>
                </a:extLst>
              </p:cNvPr>
              <p:cNvSpPr/>
              <p:nvPr/>
            </p:nvSpPr>
            <p:spPr>
              <a:xfrm>
                <a:off x="1390097" y="1834753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D90ECB8-F9D1-47BB-19F0-DC8DF973F006}"/>
                </a:ext>
              </a:extLst>
            </p:cNvPr>
            <p:cNvGrpSpPr/>
            <p:nvPr/>
          </p:nvGrpSpPr>
          <p:grpSpPr>
            <a:xfrm>
              <a:off x="4731567" y="4504605"/>
              <a:ext cx="222658" cy="276998"/>
              <a:chOff x="1236234" y="1899822"/>
              <a:chExt cx="322076" cy="378427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100FFAF-A3EE-4265-2D3F-AB2EA7A6260C}"/>
                  </a:ext>
                </a:extLst>
              </p:cNvPr>
              <p:cNvSpPr/>
              <p:nvPr/>
            </p:nvSpPr>
            <p:spPr>
              <a:xfrm>
                <a:off x="1396977" y="1899822"/>
                <a:ext cx="160733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6845F0F-0200-A04D-B5D5-F40CCAFA3C24}"/>
                  </a:ext>
                </a:extLst>
              </p:cNvPr>
              <p:cNvSpPr/>
              <p:nvPr/>
            </p:nvSpPr>
            <p:spPr>
              <a:xfrm>
                <a:off x="1397574" y="2110371"/>
                <a:ext cx="160736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839A324-968E-0919-E54F-7F3F7B61BC8A}"/>
                  </a:ext>
                </a:extLst>
              </p:cNvPr>
              <p:cNvSpPr/>
              <p:nvPr/>
            </p:nvSpPr>
            <p:spPr>
              <a:xfrm>
                <a:off x="1236234" y="2026432"/>
                <a:ext cx="160737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25A6F32-2937-F4E4-18C6-0584DB7BD9A7}"/>
                </a:ext>
              </a:extLst>
            </p:cNvPr>
            <p:cNvSpPr/>
            <p:nvPr/>
          </p:nvSpPr>
          <p:spPr>
            <a:xfrm>
              <a:off x="4858789" y="1128087"/>
              <a:ext cx="10716" cy="3557587"/>
            </a:xfrm>
            <a:custGeom>
              <a:avLst/>
              <a:gdLst>
                <a:gd name="connsiteX0" fmla="*/ 0 w 10716"/>
                <a:gd name="connsiteY0" fmla="*/ 0 h 3557587"/>
                <a:gd name="connsiteX1" fmla="*/ 10716 w 10716"/>
                <a:gd name="connsiteY1" fmla="*/ 3557587 h 35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6" h="3557587">
                  <a:moveTo>
                    <a:pt x="0" y="0"/>
                  </a:moveTo>
                  <a:lnTo>
                    <a:pt x="10716" y="3557587"/>
                  </a:lnTo>
                </a:path>
              </a:pathLst>
            </a:custGeom>
            <a:noFill/>
            <a:ln w="101600">
              <a:solidFill>
                <a:srgbClr val="FF0000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F3D014F-04E8-5A8E-16DC-85A55D497D9E}"/>
                </a:ext>
              </a:extLst>
            </p:cNvPr>
            <p:cNvSpPr/>
            <p:nvPr/>
          </p:nvSpPr>
          <p:spPr>
            <a:xfrm>
              <a:off x="5709404" y="1128086"/>
              <a:ext cx="10716" cy="3557587"/>
            </a:xfrm>
            <a:custGeom>
              <a:avLst/>
              <a:gdLst>
                <a:gd name="connsiteX0" fmla="*/ 0 w 10716"/>
                <a:gd name="connsiteY0" fmla="*/ 0 h 3557587"/>
                <a:gd name="connsiteX1" fmla="*/ 10716 w 10716"/>
                <a:gd name="connsiteY1" fmla="*/ 3557587 h 35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6" h="3557587">
                  <a:moveTo>
                    <a:pt x="0" y="0"/>
                  </a:moveTo>
                  <a:lnTo>
                    <a:pt x="10716" y="3557587"/>
                  </a:lnTo>
                </a:path>
              </a:pathLst>
            </a:custGeom>
            <a:noFill/>
            <a:ln w="101600">
              <a:solidFill>
                <a:srgbClr val="FF0000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6AC60C1-9CBB-56E4-1EFE-29C3E2BEB75F}"/>
                </a:ext>
              </a:extLst>
            </p:cNvPr>
            <p:cNvGrpSpPr/>
            <p:nvPr/>
          </p:nvGrpSpPr>
          <p:grpSpPr>
            <a:xfrm>
              <a:off x="5604954" y="1128086"/>
              <a:ext cx="222650" cy="277000"/>
              <a:chOff x="532182" y="1834753"/>
              <a:chExt cx="322073" cy="37842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0862CED-299F-C24C-247B-8BF7BB9B4ACF}"/>
                  </a:ext>
                </a:extLst>
              </p:cNvPr>
              <p:cNvSpPr/>
              <p:nvPr/>
            </p:nvSpPr>
            <p:spPr>
              <a:xfrm>
                <a:off x="692919" y="1834753"/>
                <a:ext cx="160736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42B60B3-CD08-6CBF-EE70-D0ADF142ED49}"/>
                  </a:ext>
                </a:extLst>
              </p:cNvPr>
              <p:cNvSpPr/>
              <p:nvPr/>
            </p:nvSpPr>
            <p:spPr>
              <a:xfrm>
                <a:off x="693521" y="2045304"/>
                <a:ext cx="160734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60A457B-5435-F4E9-D030-A8FECE5ABD11}"/>
                  </a:ext>
                </a:extLst>
              </p:cNvPr>
              <p:cNvSpPr/>
              <p:nvPr/>
            </p:nvSpPr>
            <p:spPr>
              <a:xfrm>
                <a:off x="532182" y="1961366"/>
                <a:ext cx="160736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D380E6F-691E-3D82-0628-3D312ACA1324}"/>
                </a:ext>
              </a:extLst>
            </p:cNvPr>
            <p:cNvGrpSpPr/>
            <p:nvPr/>
          </p:nvGrpSpPr>
          <p:grpSpPr>
            <a:xfrm>
              <a:off x="5619718" y="4553604"/>
              <a:ext cx="222652" cy="276992"/>
              <a:chOff x="518405" y="1977899"/>
              <a:chExt cx="322074" cy="378419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08FAA19-FBFE-7929-F23B-0061D62051EA}"/>
                  </a:ext>
                </a:extLst>
              </p:cNvPr>
              <p:cNvSpPr/>
              <p:nvPr/>
            </p:nvSpPr>
            <p:spPr>
              <a:xfrm>
                <a:off x="679141" y="1977899"/>
                <a:ext cx="160736" cy="167878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18CC61F-8430-3BAE-F6FB-2EB36DF08F22}"/>
                  </a:ext>
                </a:extLst>
              </p:cNvPr>
              <p:cNvSpPr/>
              <p:nvPr/>
            </p:nvSpPr>
            <p:spPr>
              <a:xfrm>
                <a:off x="679744" y="2188440"/>
                <a:ext cx="160735" cy="167878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030F21D-5D2E-CEEC-4D7D-094BFC28E0EA}"/>
                  </a:ext>
                </a:extLst>
              </p:cNvPr>
              <p:cNvSpPr/>
              <p:nvPr/>
            </p:nvSpPr>
            <p:spPr>
              <a:xfrm>
                <a:off x="518405" y="2104501"/>
                <a:ext cx="160738" cy="167878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47AE5448-44E0-5B2D-2435-C05CDF01A4F6}"/>
                </a:ext>
              </a:extLst>
            </p:cNvPr>
            <p:cNvSpPr/>
            <p:nvPr/>
          </p:nvSpPr>
          <p:spPr>
            <a:xfrm>
              <a:off x="5634577" y="4789111"/>
              <a:ext cx="111117" cy="108295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1641AACD-19B3-46D9-FC6B-28516986E8DA}"/>
                </a:ext>
              </a:extLst>
            </p:cNvPr>
            <p:cNvSpPr/>
            <p:nvPr/>
          </p:nvSpPr>
          <p:spPr>
            <a:xfrm>
              <a:off x="4753344" y="4755396"/>
              <a:ext cx="111117" cy="108295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2221125-58E2-E122-825E-76BEF45355A9}"/>
                </a:ext>
              </a:extLst>
            </p:cNvPr>
            <p:cNvSpPr/>
            <p:nvPr/>
          </p:nvSpPr>
          <p:spPr>
            <a:xfrm>
              <a:off x="7275420" y="5850397"/>
              <a:ext cx="160734" cy="167878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D56AB48-7332-6F1B-ACE1-21768DFACC3D}"/>
                </a:ext>
              </a:extLst>
            </p:cNvPr>
            <p:cNvSpPr/>
            <p:nvPr/>
          </p:nvSpPr>
          <p:spPr>
            <a:xfrm>
              <a:off x="7089655" y="5944501"/>
              <a:ext cx="246460" cy="13215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AC9A7E1-2F69-1B8B-B2A6-2C2A6A18D532}"/>
                </a:ext>
              </a:extLst>
            </p:cNvPr>
            <p:cNvSpPr/>
            <p:nvPr/>
          </p:nvSpPr>
          <p:spPr>
            <a:xfrm>
              <a:off x="4729851" y="1473239"/>
              <a:ext cx="246460" cy="13215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9CCA166-EB6A-88EE-55B3-F73A98905F50}"/>
              </a:ext>
            </a:extLst>
          </p:cNvPr>
          <p:cNvSpPr/>
          <p:nvPr/>
        </p:nvSpPr>
        <p:spPr>
          <a:xfrm>
            <a:off x="1143739" y="394330"/>
            <a:ext cx="1071" cy="451715"/>
          </a:xfrm>
          <a:custGeom>
            <a:avLst/>
            <a:gdLst>
              <a:gd name="connsiteX0" fmla="*/ 0 w 10716"/>
              <a:gd name="connsiteY0" fmla="*/ 0 h 3557587"/>
              <a:gd name="connsiteX1" fmla="*/ 10716 w 10716"/>
              <a:gd name="connsiteY1" fmla="*/ 3557587 h 3557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6" h="3557587">
                <a:moveTo>
                  <a:pt x="0" y="0"/>
                </a:moveTo>
                <a:lnTo>
                  <a:pt x="10716" y="3557587"/>
                </a:lnTo>
              </a:path>
            </a:pathLst>
          </a:custGeom>
          <a:noFill/>
          <a:ln w="101600">
            <a:solidFill>
              <a:srgbClr val="FF0000">
                <a:alpha val="4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90FB90-5619-6898-0723-F4DCA828BBD6}"/>
              </a:ext>
            </a:extLst>
          </p:cNvPr>
          <p:cNvSpPr txBox="1"/>
          <p:nvPr/>
        </p:nvSpPr>
        <p:spPr>
          <a:xfrm>
            <a:off x="1256034" y="470672"/>
            <a:ext cx="170306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/>
              <a:t>Drives monitored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BD742-63EF-8922-7868-288CE86E01A0}"/>
              </a:ext>
            </a:extLst>
          </p:cNvPr>
          <p:cNvSpPr txBox="1"/>
          <p:nvPr/>
        </p:nvSpPr>
        <p:spPr>
          <a:xfrm>
            <a:off x="3697306" y="1420732"/>
            <a:ext cx="81750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118-N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CA8AE-E6DD-AA00-6EC5-662CF55BE947}"/>
              </a:ext>
            </a:extLst>
          </p:cNvPr>
          <p:cNvSpPr txBox="1"/>
          <p:nvPr/>
        </p:nvSpPr>
        <p:spPr>
          <a:xfrm>
            <a:off x="3475919" y="4289389"/>
            <a:ext cx="81750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118-S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0FB02CC-320F-D6C8-4038-34689D58CD7D}"/>
              </a:ext>
            </a:extLst>
          </p:cNvPr>
          <p:cNvCxnSpPr>
            <a:cxnSpLocks/>
            <a:stCxn id="5" idx="3"/>
            <a:endCxn id="15" idx="2"/>
          </p:cNvCxnSpPr>
          <p:nvPr/>
        </p:nvCxnSpPr>
        <p:spPr>
          <a:xfrm>
            <a:off x="4293420" y="4474055"/>
            <a:ext cx="1209179" cy="213774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933FE0-C291-7658-D9C9-311B0E9582D3}"/>
              </a:ext>
            </a:extLst>
          </p:cNvPr>
          <p:cNvCxnSpPr>
            <a:cxnSpLocks/>
            <a:stCxn id="3" idx="3"/>
            <a:endCxn id="12" idx="2"/>
          </p:cNvCxnSpPr>
          <p:nvPr/>
        </p:nvCxnSpPr>
        <p:spPr>
          <a:xfrm flipV="1">
            <a:off x="4514807" y="1343493"/>
            <a:ext cx="962728" cy="26190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3E34EDE-45AB-8096-8B13-EF8907C4301C}"/>
              </a:ext>
            </a:extLst>
          </p:cNvPr>
          <p:cNvSpPr/>
          <p:nvPr/>
        </p:nvSpPr>
        <p:spPr>
          <a:xfrm>
            <a:off x="5477535" y="997321"/>
            <a:ext cx="514566" cy="692343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27CFB7-0FC4-6CDE-726B-02C6695DCDAA}"/>
              </a:ext>
            </a:extLst>
          </p:cNvPr>
          <p:cNvSpPr/>
          <p:nvPr/>
        </p:nvSpPr>
        <p:spPr>
          <a:xfrm>
            <a:off x="5502599" y="4395007"/>
            <a:ext cx="472084" cy="585643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F1107B-1186-0F93-14A9-0781308FE36C}"/>
              </a:ext>
            </a:extLst>
          </p:cNvPr>
          <p:cNvSpPr txBox="1"/>
          <p:nvPr/>
        </p:nvSpPr>
        <p:spPr>
          <a:xfrm>
            <a:off x="3644007" y="2485728"/>
            <a:ext cx="81750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114-N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FC3B7FE-0895-65E2-BFEA-3F5096F6E86A}"/>
              </a:ext>
            </a:extLst>
          </p:cNvPr>
          <p:cNvCxnSpPr>
            <a:cxnSpLocks/>
            <a:stCxn id="54" idx="3"/>
            <a:endCxn id="56" idx="3"/>
          </p:cNvCxnSpPr>
          <p:nvPr/>
        </p:nvCxnSpPr>
        <p:spPr>
          <a:xfrm flipV="1">
            <a:off x="4461508" y="1422231"/>
            <a:ext cx="2015618" cy="124816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7494D630-A80F-DA26-A410-834029CEDD49}"/>
              </a:ext>
            </a:extLst>
          </p:cNvPr>
          <p:cNvSpPr/>
          <p:nvPr/>
        </p:nvSpPr>
        <p:spPr>
          <a:xfrm>
            <a:off x="6414135" y="1023448"/>
            <a:ext cx="430129" cy="467203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25024F7-52A0-6A2C-1930-51DA7EB98DD5}"/>
              </a:ext>
            </a:extLst>
          </p:cNvPr>
          <p:cNvSpPr/>
          <p:nvPr/>
        </p:nvSpPr>
        <p:spPr>
          <a:xfrm>
            <a:off x="6391832" y="4434593"/>
            <a:ext cx="472084" cy="585643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B7F7DD-EEAB-DA12-A738-A260E3E30FC2}"/>
              </a:ext>
            </a:extLst>
          </p:cNvPr>
          <p:cNvSpPr txBox="1"/>
          <p:nvPr/>
        </p:nvSpPr>
        <p:spPr>
          <a:xfrm>
            <a:off x="3697306" y="5329841"/>
            <a:ext cx="81750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114-S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AF1B8A0-1F2C-F5C1-EB00-C95FBD17C333}"/>
              </a:ext>
            </a:extLst>
          </p:cNvPr>
          <p:cNvCxnSpPr>
            <a:cxnSpLocks/>
            <a:stCxn id="67" idx="3"/>
            <a:endCxn id="66" idx="3"/>
          </p:cNvCxnSpPr>
          <p:nvPr/>
        </p:nvCxnSpPr>
        <p:spPr>
          <a:xfrm flipV="1">
            <a:off x="4514807" y="4934471"/>
            <a:ext cx="1946160" cy="58003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0A63605D-CDB9-537F-26D4-FA07CB023F7F}"/>
              </a:ext>
            </a:extLst>
          </p:cNvPr>
          <p:cNvSpPr/>
          <p:nvPr/>
        </p:nvSpPr>
        <p:spPr>
          <a:xfrm>
            <a:off x="7910289" y="5730238"/>
            <a:ext cx="476066" cy="487682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0168B1-073B-54F3-21A3-4D33C0F27346}"/>
              </a:ext>
            </a:extLst>
          </p:cNvPr>
          <p:cNvSpPr txBox="1"/>
          <p:nvPr/>
        </p:nvSpPr>
        <p:spPr>
          <a:xfrm>
            <a:off x="9851125" y="5749670"/>
            <a:ext cx="81750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T0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3C4921D-85B6-6F56-8054-A9221489103E}"/>
              </a:ext>
            </a:extLst>
          </p:cNvPr>
          <p:cNvCxnSpPr>
            <a:cxnSpLocks/>
            <a:stCxn id="80" idx="1"/>
            <a:endCxn id="78" idx="6"/>
          </p:cNvCxnSpPr>
          <p:nvPr/>
        </p:nvCxnSpPr>
        <p:spPr>
          <a:xfrm flipH="1">
            <a:off x="8386355" y="5934336"/>
            <a:ext cx="1464770" cy="3974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953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B9B59C7-1A3F-1D3A-DBB2-A8F8EF547CD6}"/>
              </a:ext>
            </a:extLst>
          </p:cNvPr>
          <p:cNvGrpSpPr/>
          <p:nvPr/>
        </p:nvGrpSpPr>
        <p:grpSpPr>
          <a:xfrm>
            <a:off x="1420368" y="383178"/>
            <a:ext cx="3630168" cy="5611368"/>
            <a:chOff x="4224528" y="670560"/>
            <a:chExt cx="3630168" cy="5611368"/>
          </a:xfrm>
        </p:grpSpPr>
        <p:pic>
          <p:nvPicPr>
            <p:cNvPr id="5" name="Picture 4" descr="A red and white sign from a ceiling&#10;&#10;AI-generated content may be incorrect.">
              <a:extLst>
                <a:ext uri="{FF2B5EF4-FFF2-40B4-BE49-F238E27FC236}">
                  <a16:creationId xmlns:a16="http://schemas.microsoft.com/office/drawing/2014/main" id="{2499CD02-09FC-5AE6-E6AC-D6674774E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14" t="9778" r="15808" b="8400"/>
            <a:stretch>
              <a:fillRect/>
            </a:stretch>
          </p:blipFill>
          <p:spPr>
            <a:xfrm>
              <a:off x="4224528" y="670560"/>
              <a:ext cx="3630168" cy="5611368"/>
            </a:xfrm>
            <a:prstGeom prst="rect">
              <a:avLst/>
            </a:prstGeom>
          </p:spPr>
        </p:pic>
        <p:pic>
          <p:nvPicPr>
            <p:cNvPr id="6" name="Picture 5" descr="A close-up of a device&#10;&#10;AI-generated content may be incorrect.">
              <a:extLst>
                <a:ext uri="{FF2B5EF4-FFF2-40B4-BE49-F238E27FC236}">
                  <a16:creationId xmlns:a16="http://schemas.microsoft.com/office/drawing/2014/main" id="{3094573F-0987-58AA-1769-829EA02EE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780" b="95254" l="9639" r="89960">
                          <a14:foregroundMark x1="54016" y1="89492" x2="43373" y2="90508"/>
                          <a14:foregroundMark x1="51004" y1="34915" x2="41968" y2="35593"/>
                          <a14:foregroundMark x1="47992" y1="95593" x2="46787" y2="95593"/>
                          <a14:foregroundMark x1="39960" y1="6780" x2="39960" y2="6780"/>
                        </a14:backgroundRemoval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932" y="5114925"/>
              <a:ext cx="736512" cy="435927"/>
            </a:xfrm>
            <a:prstGeom prst="rect">
              <a:avLst/>
            </a:prstGeom>
          </p:spPr>
        </p:pic>
        <p:pic>
          <p:nvPicPr>
            <p:cNvPr id="7" name="Picture 6" descr="A person holding a device with a hose attached to it&#10;&#10;AI-generated content may be incorrect.">
              <a:extLst>
                <a:ext uri="{FF2B5EF4-FFF2-40B4-BE49-F238E27FC236}">
                  <a16:creationId xmlns:a16="http://schemas.microsoft.com/office/drawing/2014/main" id="{6A8A366E-024C-F59E-7197-437C921A03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28167" y1="34750" x2="27667" y2="48500"/>
                          <a14:foregroundMark x1="27667" y1="48500" x2="27333" y2="41625"/>
                          <a14:foregroundMark x1="28333" y1="49000" x2="29833" y2="52000"/>
                          <a14:foregroundMark x1="30000" y1="33375" x2="45833" y2="29625"/>
                          <a14:foregroundMark x1="56603" y1="29370" x2="61667" y2="29250"/>
                          <a14:foregroundMark x1="65019" y1="38243" x2="66000" y2="40875"/>
                          <a14:foregroundMark x1="62635" y1="31847" x2="62738" y2="32124"/>
                          <a14:foregroundMark x1="61667" y1="29250" x2="62517" y2="31530"/>
                          <a14:foregroundMark x1="62375" y1="47829" x2="58833" y2="54625"/>
                          <a14:foregroundMark x1="66000" y1="40875" x2="65695" y2="41459"/>
                          <a14:foregroundMark x1="58833" y1="54625" x2="59167" y2="67250"/>
                          <a14:foregroundMark x1="59167" y1="67250" x2="73667" y2="59125"/>
                          <a14:foregroundMark x1="73667" y1="59125" x2="63500" y2="51500"/>
                          <a14:foregroundMark x1="55833" y1="51375" x2="55833" y2="51375"/>
                          <a14:foregroundMark x1="56000" y1="69000" x2="56000" y2="69000"/>
                          <a14:foregroundMark x1="55833" y1="66750" x2="55833" y2="66750"/>
                          <a14:foregroundMark x1="55833" y1="70500" x2="55833" y2="70500"/>
                          <a14:foregroundMark x1="71667" y1="50500" x2="71667" y2="50500"/>
                          <a14:foregroundMark x1="28000" y1="51000" x2="28000" y2="51000"/>
                          <a14:foregroundMark x1="27167" y1="50125" x2="27167" y2="50125"/>
                          <a14:foregroundMark x1="23333" y1="45250" x2="23333" y2="45250"/>
                          <a14:foregroundMark x1="24167" y1="46500" x2="24167" y2="46500"/>
                          <a14:foregroundMark x1="24500" y1="47875" x2="24500" y2="47875"/>
                          <a14:foregroundMark x1="40500" y1="30375" x2="40500" y2="30375"/>
                          <a14:foregroundMark x1="39500" y1="30500" x2="39500" y2="30500"/>
                          <a14:foregroundMark x1="42667" y1="29250" x2="42667" y2="29250"/>
                          <a14:foregroundMark x1="44500" y1="28750" x2="44500" y2="28750"/>
                          <a14:foregroundMark x1="47500" y1="28000" x2="47500" y2="28000"/>
                          <a14:foregroundMark x1="49500" y1="27625" x2="49500" y2="27625"/>
                          <a14:foregroundMark x1="51667" y1="27500" x2="51667" y2="27500"/>
                          <a14:foregroundMark x1="53333" y1="27375" x2="53333" y2="27375"/>
                          <a14:foregroundMark x1="41667" y1="29750" x2="41667" y2="29750"/>
                          <a14:backgroundMark x1="33333" y1="35750" x2="35500" y2="48625"/>
                          <a14:backgroundMark x1="35500" y1="48625" x2="16000" y2="76750"/>
                          <a14:backgroundMark x1="16000" y1="76750" x2="36333" y2="84000"/>
                          <a14:backgroundMark x1="36333" y1="84000" x2="52667" y2="81875"/>
                          <a14:backgroundMark x1="52667" y1="81875" x2="37833" y2="69125"/>
                          <a14:backgroundMark x1="37833" y1="69125" x2="37667" y2="56750"/>
                          <a14:backgroundMark x1="37667" y1="56750" x2="44667" y2="39125"/>
                          <a14:backgroundMark x1="44667" y1="39125" x2="42500" y2="55125"/>
                          <a14:backgroundMark x1="47333" y1="33000" x2="57833" y2="43500"/>
                          <a14:backgroundMark x1="57833" y1="43500" x2="54833" y2="33000"/>
                          <a14:backgroundMark x1="31667" y1="31000" x2="46333" y2="25000"/>
                          <a14:backgroundMark x1="46333" y1="25000" x2="32833" y2="21375"/>
                          <a14:backgroundMark x1="50167" y1="45375" x2="59500" y2="46500"/>
                          <a14:backgroundMark x1="71833" y1="44125" x2="70667" y2="35375"/>
                          <a14:backgroundMark x1="46833" y1="32750" x2="62667" y2="34000"/>
                          <a14:backgroundMark x1="51833" y1="30125" x2="61000" y2="33250"/>
                          <a14:backgroundMark x1="62333" y1="33625" x2="62000" y2="43875"/>
                          <a14:backgroundMark x1="63500" y1="40875" x2="61833" y2="44250"/>
                          <a14:backgroundMark x1="62833" y1="42375" x2="62333" y2="45750"/>
                          <a14:backgroundMark x1="63500" y1="41375" x2="61833" y2="47750"/>
                          <a14:backgroundMark x1="49667" y1="30125" x2="56500" y2="29500"/>
                          <a14:backgroundMark x1="67833" y1="46375" x2="77833" y2="47000"/>
                          <a14:backgroundMark x1="51500" y1="76250" x2="67000" y2="80875"/>
                          <a14:backgroundMark x1="67000" y1="80875" x2="81833" y2="71875"/>
                          <a14:backgroundMark x1="81833" y1="71875" x2="58833" y2="75625"/>
                          <a14:backgroundMark x1="58833" y1="75625" x2="67667" y2="86250"/>
                          <a14:backgroundMark x1="67667" y1="86250" x2="79167" y2="86875"/>
                          <a14:backgroundMark x1="49500" y1="66000" x2="52333" y2="76750"/>
                          <a14:backgroundMark x1="54000" y1="64250" x2="54000" y2="64250"/>
                          <a14:backgroundMark x1="49667" y1="29625" x2="49667" y2="29625"/>
                          <a14:backgroundMark x1="63000" y1="33125" x2="63000" y2="33125"/>
                          <a14:backgroundMark x1="63667" y1="33625" x2="63667" y2="33625"/>
                          <a14:backgroundMark x1="63167" y1="33625" x2="63167" y2="33625"/>
                          <a14:backgroundMark x1="62500" y1="32375" x2="62500" y2="32375"/>
                          <a14:backgroundMark x1="63000" y1="33500" x2="63000" y2="33500"/>
                          <a14:backgroundMark x1="63500" y1="43375" x2="63500" y2="43375"/>
                          <a14:backgroundMark x1="46333" y1="70625" x2="46333" y2="70625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47" t="25108" r="23134" b="25767"/>
            <a:stretch>
              <a:fillRect/>
            </a:stretch>
          </p:blipFill>
          <p:spPr bwMode="auto">
            <a:xfrm flipH="1">
              <a:off x="5880304" y="2122843"/>
              <a:ext cx="500169" cy="581112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3" name="Picture 12" descr="MSA ALTAIR® 5X Multigas Detector - Eagle FR">
              <a:extLst>
                <a:ext uri="{FF2B5EF4-FFF2-40B4-BE49-F238E27FC236}">
                  <a16:creationId xmlns:a16="http://schemas.microsoft.com/office/drawing/2014/main" id="{97A72112-D57D-641D-9B80-F641572A7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2326" b="95640" l="9884" r="89826">
                          <a14:foregroundMark x1="36047" y1="7267" x2="62791" y2="7267"/>
                          <a14:foregroundMark x1="44767" y1="65988" x2="55233" y2="63953"/>
                          <a14:foregroundMark x1="29360" y1="35465" x2="30814" y2="53198"/>
                          <a14:foregroundMark x1="31977" y1="92733" x2="67442" y2="91860"/>
                          <a14:foregroundMark x1="67442" y1="91860" x2="67442" y2="91860"/>
                          <a14:foregroundMark x1="45640" y1="2616" x2="50000" y2="2907"/>
                          <a14:foregroundMark x1="32558" y1="95640" x2="34012" y2="95640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931" y="1566863"/>
              <a:ext cx="525780" cy="525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13" descr="Aeroqual Ranger Portable Dust Monitor at ₹ 250000/piece | Dust ...">
              <a:extLst>
                <a:ext uri="{FF2B5EF4-FFF2-40B4-BE49-F238E27FC236}">
                  <a16:creationId xmlns:a16="http://schemas.microsoft.com/office/drawing/2014/main" id="{DDC6C55F-49D5-1455-2D43-4CC95DF5C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9635" b="89844" l="9845" r="89896">
                          <a14:foregroundMark x1="47668" y1="9635" x2="47668" y2="9635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2669" y="3839224"/>
              <a:ext cx="984366" cy="9804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039589D-8CD8-4221-BDE2-909574C00EA9}"/>
              </a:ext>
            </a:extLst>
          </p:cNvPr>
          <p:cNvGrpSpPr/>
          <p:nvPr/>
        </p:nvGrpSpPr>
        <p:grpSpPr>
          <a:xfrm>
            <a:off x="6173955" y="383178"/>
            <a:ext cx="3649345" cy="5611336"/>
            <a:chOff x="0" y="0"/>
            <a:chExt cx="3649649" cy="561133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B9B59C7-1A3F-1D3A-DBB2-A8F8EF547CD6}"/>
                </a:ext>
              </a:extLst>
            </p:cNvPr>
            <p:cNvGrpSpPr/>
            <p:nvPr/>
          </p:nvGrpSpPr>
          <p:grpSpPr>
            <a:xfrm>
              <a:off x="0" y="0"/>
              <a:ext cx="3629660" cy="5611336"/>
              <a:chOff x="0" y="0"/>
              <a:chExt cx="3630168" cy="5611368"/>
            </a:xfrm>
          </p:grpSpPr>
          <p:pic>
            <p:nvPicPr>
              <p:cNvPr id="22" name="Picture 21" descr="A red and white sign from a ceiling&#10;&#10;AI-generated content may be incorrect.">
                <a:extLst>
                  <a:ext uri="{FF2B5EF4-FFF2-40B4-BE49-F238E27FC236}">
                    <a16:creationId xmlns:a16="http://schemas.microsoft.com/office/drawing/2014/main" id="{2499CD02-09FC-5AE6-E6AC-D6674774EC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614" t="9778" r="15808" b="8400"/>
              <a:stretch>
                <a:fillRect/>
              </a:stretch>
            </p:blipFill>
            <p:spPr>
              <a:xfrm>
                <a:off x="0" y="0"/>
                <a:ext cx="3630168" cy="5611368"/>
              </a:xfrm>
              <a:prstGeom prst="rect">
                <a:avLst/>
              </a:prstGeom>
            </p:spPr>
          </p:pic>
          <p:pic>
            <p:nvPicPr>
              <p:cNvPr id="23" name="Picture 22" descr="A close-up of a device&#10;&#10;AI-generated content may be incorrect.">
                <a:extLst>
                  <a:ext uri="{FF2B5EF4-FFF2-40B4-BE49-F238E27FC236}">
                    <a16:creationId xmlns:a16="http://schemas.microsoft.com/office/drawing/2014/main" id="{3094573F-0987-58AA-1769-829EA02EE5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6780" b="95254" l="9639" r="89960">
                            <a14:foregroundMark x1="54016" y1="89492" x2="43373" y2="90508"/>
                            <a14:foregroundMark x1="51004" y1="34915" x2="41968" y2="35593"/>
                            <a14:foregroundMark x1="47992" y1="95593" x2="46787" y2="95593"/>
                            <a14:foregroundMark x1="39960" y1="6780" x2="39960" y2="6780"/>
                          </a14:backgroundRemoval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81404" y="4444365"/>
                <a:ext cx="736512" cy="435927"/>
              </a:xfrm>
              <a:prstGeom prst="rect">
                <a:avLst/>
              </a:prstGeom>
            </p:spPr>
          </p:pic>
          <p:pic>
            <p:nvPicPr>
              <p:cNvPr id="24" name="Picture 23" descr="A person holding a device with a hose attached to it&#10;&#10;AI-generated content may be incorrect.">
                <a:extLst>
                  <a:ext uri="{FF2B5EF4-FFF2-40B4-BE49-F238E27FC236}">
                    <a16:creationId xmlns:a16="http://schemas.microsoft.com/office/drawing/2014/main" id="{6A8A366E-024C-F59E-7197-437C921A03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0000" l="10000" r="90000">
                            <a14:foregroundMark x1="28167" y1="34750" x2="27667" y2="48500"/>
                            <a14:foregroundMark x1="27667" y1="48500" x2="27333" y2="41625"/>
                            <a14:foregroundMark x1="28333" y1="49000" x2="29833" y2="52000"/>
                            <a14:foregroundMark x1="30000" y1="33375" x2="45833" y2="29625"/>
                            <a14:foregroundMark x1="56603" y1="29370" x2="61667" y2="29250"/>
                            <a14:foregroundMark x1="65019" y1="38243" x2="66000" y2="40875"/>
                            <a14:foregroundMark x1="62635" y1="31847" x2="62738" y2="32124"/>
                            <a14:foregroundMark x1="61667" y1="29250" x2="62517" y2="31530"/>
                            <a14:foregroundMark x1="62375" y1="47829" x2="58833" y2="54625"/>
                            <a14:foregroundMark x1="66000" y1="40875" x2="65695" y2="41459"/>
                            <a14:foregroundMark x1="58833" y1="54625" x2="59167" y2="67250"/>
                            <a14:foregroundMark x1="59167" y1="67250" x2="73667" y2="59125"/>
                            <a14:foregroundMark x1="73667" y1="59125" x2="63500" y2="51500"/>
                            <a14:foregroundMark x1="55833" y1="51375" x2="55833" y2="51375"/>
                            <a14:foregroundMark x1="56000" y1="69000" x2="56000" y2="69000"/>
                            <a14:foregroundMark x1="55833" y1="66750" x2="55833" y2="66750"/>
                            <a14:foregroundMark x1="55833" y1="70500" x2="55833" y2="70500"/>
                            <a14:foregroundMark x1="71667" y1="50500" x2="71667" y2="50500"/>
                            <a14:foregroundMark x1="28000" y1="51000" x2="28000" y2="51000"/>
                            <a14:foregroundMark x1="27167" y1="50125" x2="27167" y2="50125"/>
                            <a14:foregroundMark x1="23333" y1="45250" x2="23333" y2="45250"/>
                            <a14:foregroundMark x1="24167" y1="46500" x2="24167" y2="46500"/>
                            <a14:foregroundMark x1="24500" y1="47875" x2="24500" y2="47875"/>
                            <a14:foregroundMark x1="40500" y1="30375" x2="40500" y2="30375"/>
                            <a14:foregroundMark x1="39500" y1="30500" x2="39500" y2="30500"/>
                            <a14:foregroundMark x1="42667" y1="29250" x2="42667" y2="29250"/>
                            <a14:foregroundMark x1="44500" y1="28750" x2="44500" y2="28750"/>
                            <a14:foregroundMark x1="47500" y1="28000" x2="47500" y2="28000"/>
                            <a14:foregroundMark x1="49500" y1="27625" x2="49500" y2="27625"/>
                            <a14:foregroundMark x1="51667" y1="27500" x2="51667" y2="27500"/>
                            <a14:foregroundMark x1="53333" y1="27375" x2="53333" y2="27375"/>
                            <a14:foregroundMark x1="41667" y1="29750" x2="41667" y2="29750"/>
                            <a14:backgroundMark x1="33333" y1="35750" x2="35500" y2="48625"/>
                            <a14:backgroundMark x1="35500" y1="48625" x2="16000" y2="76750"/>
                            <a14:backgroundMark x1="16000" y1="76750" x2="36333" y2="84000"/>
                            <a14:backgroundMark x1="36333" y1="84000" x2="52667" y2="81875"/>
                            <a14:backgroundMark x1="52667" y1="81875" x2="37833" y2="69125"/>
                            <a14:backgroundMark x1="37833" y1="69125" x2="37667" y2="56750"/>
                            <a14:backgroundMark x1="37667" y1="56750" x2="44667" y2="39125"/>
                            <a14:backgroundMark x1="44667" y1="39125" x2="42500" y2="55125"/>
                            <a14:backgroundMark x1="47333" y1="33000" x2="57833" y2="43500"/>
                            <a14:backgroundMark x1="57833" y1="43500" x2="54833" y2="33000"/>
                            <a14:backgroundMark x1="31667" y1="31000" x2="46333" y2="25000"/>
                            <a14:backgroundMark x1="46333" y1="25000" x2="32833" y2="21375"/>
                            <a14:backgroundMark x1="50167" y1="45375" x2="59500" y2="46500"/>
                            <a14:backgroundMark x1="71833" y1="44125" x2="70667" y2="35375"/>
                            <a14:backgroundMark x1="46833" y1="32750" x2="62667" y2="34000"/>
                            <a14:backgroundMark x1="51833" y1="30125" x2="61000" y2="33250"/>
                            <a14:backgroundMark x1="62333" y1="33625" x2="62000" y2="43875"/>
                            <a14:backgroundMark x1="63500" y1="40875" x2="61833" y2="44250"/>
                            <a14:backgroundMark x1="62833" y1="42375" x2="62333" y2="45750"/>
                            <a14:backgroundMark x1="63500" y1="41375" x2="61833" y2="47750"/>
                            <a14:backgroundMark x1="49667" y1="30125" x2="56500" y2="29500"/>
                            <a14:backgroundMark x1="67833" y1="46375" x2="77833" y2="47000"/>
                            <a14:backgroundMark x1="51500" y1="76250" x2="67000" y2="80875"/>
                            <a14:backgroundMark x1="67000" y1="80875" x2="81833" y2="71875"/>
                            <a14:backgroundMark x1="81833" y1="71875" x2="58833" y2="75625"/>
                            <a14:backgroundMark x1="58833" y1="75625" x2="67667" y2="86250"/>
                            <a14:backgroundMark x1="67667" y1="86250" x2="79167" y2="86875"/>
                            <a14:backgroundMark x1="49500" y1="66000" x2="52333" y2="76750"/>
                            <a14:backgroundMark x1="54000" y1="64250" x2="54000" y2="64250"/>
                            <a14:backgroundMark x1="49667" y1="29625" x2="49667" y2="29625"/>
                            <a14:backgroundMark x1="63000" y1="33125" x2="63000" y2="33125"/>
                            <a14:backgroundMark x1="63667" y1="33625" x2="63667" y2="33625"/>
                            <a14:backgroundMark x1="63167" y1="33625" x2="63167" y2="33625"/>
                            <a14:backgroundMark x1="62500" y1="32375" x2="62500" y2="32375"/>
                            <a14:backgroundMark x1="63000" y1="33500" x2="63000" y2="33500"/>
                            <a14:backgroundMark x1="63500" y1="43375" x2="63500" y2="43375"/>
                            <a14:backgroundMark x1="46333" y1="70625" x2="46333" y2="70625"/>
                          </a14:backgroundRemoval>
                        </a14:imgEffect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547" t="25108" r="23134" b="25767"/>
              <a:stretch>
                <a:fillRect/>
              </a:stretch>
            </p:blipFill>
            <p:spPr bwMode="auto">
              <a:xfrm flipH="1">
                <a:off x="1655776" y="1452283"/>
                <a:ext cx="500169" cy="581112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pic>
            <p:nvPicPr>
              <p:cNvPr id="25" name="Picture 24" descr="MSA ALTAIR® 5X Multigas Detector - Eagle FR">
                <a:extLst>
                  <a:ext uri="{FF2B5EF4-FFF2-40B4-BE49-F238E27FC236}">
                    <a16:creationId xmlns:a16="http://schemas.microsoft.com/office/drawing/2014/main" id="{97A72112-D57D-641D-9B80-F641572A76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2326" b="95640" l="9884" r="89826">
                            <a14:foregroundMark x1="36047" y1="7267" x2="62791" y2="7267"/>
                            <a14:foregroundMark x1="44767" y1="65988" x2="55233" y2="63953"/>
                            <a14:foregroundMark x1="29360" y1="35465" x2="30814" y2="53198"/>
                            <a14:foregroundMark x1="31977" y1="92733" x2="67442" y2="91860"/>
                            <a14:foregroundMark x1="67442" y1="91860" x2="67442" y2="91860"/>
                            <a14:foregroundMark x1="45640" y1="2616" x2="50000" y2="2907"/>
                            <a14:foregroundMark x1="32558" y1="95640" x2="34012" y2="95640"/>
                          </a14:backgroundRemoval>
                        </a14:imgEffect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6403" y="896303"/>
                <a:ext cx="525780" cy="5257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Picture 25" descr="Aeroqual Ranger Portable Dust Monitor at ₹ 250000/piece | Dust ...">
                <a:extLst>
                  <a:ext uri="{FF2B5EF4-FFF2-40B4-BE49-F238E27FC236}">
                    <a16:creationId xmlns:a16="http://schemas.microsoft.com/office/drawing/2014/main" id="{DDC6C55F-49D5-1455-2D43-4CC95DF5CB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9635" b="89844" l="9845" r="89896">
                            <a14:foregroundMark x1="47668" y1="9635" x2="47668" y2="9635"/>
                          </a14:backgroundRemoval>
                        </a14:imgEffect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38141" y="3168664"/>
                <a:ext cx="984366" cy="9804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C826D6D-F2B5-F27E-8DCC-06FA327F3576}"/>
                </a:ext>
              </a:extLst>
            </p:cNvPr>
            <p:cNvCxnSpPr/>
            <p:nvPr/>
          </p:nvCxnSpPr>
          <p:spPr>
            <a:xfrm>
              <a:off x="1203795" y="925499"/>
              <a:ext cx="537541" cy="21948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5DFFB9FD-B2CD-ABFB-E290-35D44AA2B25C}"/>
                </a:ext>
              </a:extLst>
            </p:cNvPr>
            <p:cNvSpPr txBox="1"/>
            <p:nvPr/>
          </p:nvSpPr>
          <p:spPr>
            <a:xfrm>
              <a:off x="103367" y="731520"/>
              <a:ext cx="1200592" cy="3021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/>
              <a:r>
                <a:rPr lang="en-US" sz="1400" b="1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Gas detector</a:t>
              </a:r>
              <a:endParaRPr lang="en-US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3A758B-3C53-2932-A14D-81E85E770C6C}"/>
                </a:ext>
              </a:extLst>
            </p:cNvPr>
            <p:cNvCxnSpPr/>
            <p:nvPr/>
          </p:nvCxnSpPr>
          <p:spPr>
            <a:xfrm>
              <a:off x="1171990" y="1720629"/>
              <a:ext cx="465979" cy="1587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23BBD6D1-5BE5-D8B3-37BC-022D92637EA0}"/>
                </a:ext>
              </a:extLst>
            </p:cNvPr>
            <p:cNvSpPr txBox="1"/>
            <p:nvPr/>
          </p:nvSpPr>
          <p:spPr>
            <a:xfrm>
              <a:off x="103367" y="1534602"/>
              <a:ext cx="1200592" cy="3021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/>
              <a:r>
                <a:rPr lang="en-US" sz="1400" b="1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DPM pump</a:t>
              </a:r>
              <a:endParaRPr lang="en-US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AB41832F-7175-552F-B312-6C9A8E3EDE1B}"/>
                </a:ext>
              </a:extLst>
            </p:cNvPr>
            <p:cNvSpPr txBox="1"/>
            <p:nvPr/>
          </p:nvSpPr>
          <p:spPr>
            <a:xfrm>
              <a:off x="2377440" y="2512612"/>
              <a:ext cx="1160890" cy="5009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/>
              <a:r>
                <a:rPr lang="en-US" sz="1400" b="1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Dust instrument</a:t>
              </a:r>
              <a:endParaRPr lang="en-US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09E549-933C-9B95-551C-715EA9CA7667}"/>
                </a:ext>
              </a:extLst>
            </p:cNvPr>
            <p:cNvCxnSpPr/>
            <p:nvPr/>
          </p:nvCxnSpPr>
          <p:spPr>
            <a:xfrm flipH="1">
              <a:off x="2025927" y="3032594"/>
              <a:ext cx="598004" cy="531937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18BE268-FBFA-8C36-8165-8AE288372350}"/>
                </a:ext>
              </a:extLst>
            </p:cNvPr>
            <p:cNvCxnSpPr/>
            <p:nvPr/>
          </p:nvCxnSpPr>
          <p:spPr>
            <a:xfrm flipH="1">
              <a:off x="2952916" y="3875432"/>
              <a:ext cx="57813" cy="604078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AB5646E7-ACA7-DF2B-C14D-D70C20463BA6}"/>
                </a:ext>
              </a:extLst>
            </p:cNvPr>
            <p:cNvSpPr txBox="1"/>
            <p:nvPr/>
          </p:nvSpPr>
          <p:spPr>
            <a:xfrm>
              <a:off x="2488759" y="3586038"/>
              <a:ext cx="1160890" cy="500932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/>
              <a:r>
                <a:rPr lang="en-US" sz="1400" b="1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D3 Kestrel</a:t>
              </a:r>
              <a:endParaRPr lang="en-US" sz="1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741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9C86673-9576-667D-E9C0-3BCA3AEBF8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9532573"/>
              </p:ext>
            </p:extLst>
          </p:nvPr>
        </p:nvGraphicFramePr>
        <p:xfrm>
          <a:off x="5848347" y="0"/>
          <a:ext cx="5286376" cy="3421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3A8DF439-7D88-3104-8EF8-8FDD983CC4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2621162"/>
              </p:ext>
            </p:extLst>
          </p:nvPr>
        </p:nvGraphicFramePr>
        <p:xfrm>
          <a:off x="5848347" y="3269456"/>
          <a:ext cx="5286376" cy="3421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CFE85F5-51A1-7974-9CDE-C0B5B2FCDD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6559860"/>
              </p:ext>
            </p:extLst>
          </p:nvPr>
        </p:nvGraphicFramePr>
        <p:xfrm>
          <a:off x="809624" y="0"/>
          <a:ext cx="5286376" cy="3421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232836F5-6144-A771-D3B6-E3766AF374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8287506"/>
              </p:ext>
            </p:extLst>
          </p:nvPr>
        </p:nvGraphicFramePr>
        <p:xfrm>
          <a:off x="809624" y="3269456"/>
          <a:ext cx="5286376" cy="3421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42562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2A9B803-366E-3E7B-3EDB-31B1F57D0987}"/>
              </a:ext>
            </a:extLst>
          </p:cNvPr>
          <p:cNvGrpSpPr/>
          <p:nvPr/>
        </p:nvGrpSpPr>
        <p:grpSpPr>
          <a:xfrm>
            <a:off x="1095370" y="0"/>
            <a:ext cx="10253670" cy="6981823"/>
            <a:chOff x="1095370" y="0"/>
            <a:chExt cx="10253670" cy="6981823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43AB918E-673E-9578-88C5-FA4D7076468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48878526"/>
                </p:ext>
              </p:extLst>
            </p:nvPr>
          </p:nvGraphicFramePr>
          <p:xfrm>
            <a:off x="6096000" y="1"/>
            <a:ext cx="5253039" cy="37147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D7971B7B-5765-5C6F-276E-F1C6F139626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48747028"/>
                </p:ext>
              </p:extLst>
            </p:nvPr>
          </p:nvGraphicFramePr>
          <p:xfrm>
            <a:off x="6096000" y="3267074"/>
            <a:ext cx="5253040" cy="37147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9A61053E-0327-55DC-338D-CDAC2954F47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22685794"/>
                </p:ext>
              </p:extLst>
            </p:nvPr>
          </p:nvGraphicFramePr>
          <p:xfrm>
            <a:off x="1095370" y="0"/>
            <a:ext cx="5253040" cy="37147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63E4844C-A7A4-91F4-AD7A-07001644DB9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1924955"/>
                </p:ext>
              </p:extLst>
            </p:nvPr>
          </p:nvGraphicFramePr>
          <p:xfrm>
            <a:off x="1095370" y="3267074"/>
            <a:ext cx="5253039" cy="37147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0025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E292EB7-9FB9-1271-7A64-EB701B9A1643}"/>
              </a:ext>
            </a:extLst>
          </p:cNvPr>
          <p:cNvGrpSpPr/>
          <p:nvPr/>
        </p:nvGrpSpPr>
        <p:grpSpPr>
          <a:xfrm>
            <a:off x="552450" y="0"/>
            <a:ext cx="10887075" cy="4825603"/>
            <a:chOff x="561975" y="895350"/>
            <a:chExt cx="10887075" cy="4825603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F45ABF00-EBE9-B177-CBE3-D9C5786E740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3648150"/>
                </p:ext>
              </p:extLst>
            </p:nvPr>
          </p:nvGraphicFramePr>
          <p:xfrm>
            <a:off x="5838825" y="895350"/>
            <a:ext cx="5610225" cy="48256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9BD56DE5-EEE8-FD55-9175-2A47503A854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5805662"/>
                </p:ext>
              </p:extLst>
            </p:nvPr>
          </p:nvGraphicFramePr>
          <p:xfrm>
            <a:off x="561975" y="895350"/>
            <a:ext cx="5505450" cy="48256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88FC0D7-EF0C-341D-95C6-55D0B8104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640" y="3800475"/>
            <a:ext cx="3407660" cy="281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06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7D51251-FAE7-2551-4986-42610C4AF07A}"/>
              </a:ext>
            </a:extLst>
          </p:cNvPr>
          <p:cNvGrpSpPr/>
          <p:nvPr/>
        </p:nvGrpSpPr>
        <p:grpSpPr>
          <a:xfrm>
            <a:off x="962025" y="-9525"/>
            <a:ext cx="9985373" cy="6391276"/>
            <a:chOff x="962025" y="-9525"/>
            <a:chExt cx="9985373" cy="6391276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CF9BF467-AE50-4F89-B974-BC8BD3CDDC8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36548195"/>
                </p:ext>
              </p:extLst>
            </p:nvPr>
          </p:nvGraphicFramePr>
          <p:xfrm>
            <a:off x="5695949" y="4763"/>
            <a:ext cx="5105400" cy="32480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103C6F62-678D-4242-8247-10A715104F5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93010322"/>
                </p:ext>
              </p:extLst>
            </p:nvPr>
          </p:nvGraphicFramePr>
          <p:xfrm>
            <a:off x="5695949" y="3119438"/>
            <a:ext cx="5251449" cy="32480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7A5A2018-67BB-B308-C73C-A7F7D6A91BF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91486628"/>
                </p:ext>
              </p:extLst>
            </p:nvPr>
          </p:nvGraphicFramePr>
          <p:xfrm>
            <a:off x="962025" y="-9525"/>
            <a:ext cx="4914900" cy="32480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E8DA51C7-5C61-105E-DA40-43E371932E5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94958306"/>
                </p:ext>
              </p:extLst>
            </p:nvPr>
          </p:nvGraphicFramePr>
          <p:xfrm>
            <a:off x="1019175" y="3133726"/>
            <a:ext cx="4914900" cy="32480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33391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92165D12-187D-6E1D-1278-DEEEB2532CEE}"/>
              </a:ext>
            </a:extLst>
          </p:cNvPr>
          <p:cNvGrpSpPr/>
          <p:nvPr/>
        </p:nvGrpSpPr>
        <p:grpSpPr>
          <a:xfrm>
            <a:off x="2619375" y="851625"/>
            <a:ext cx="4500558" cy="3063142"/>
            <a:chOff x="2619375" y="851625"/>
            <a:chExt cx="4500558" cy="306314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6C1278-7162-91CB-15FB-DF915A0CFBE9}"/>
                </a:ext>
              </a:extLst>
            </p:cNvPr>
            <p:cNvSpPr/>
            <p:nvPr/>
          </p:nvSpPr>
          <p:spPr>
            <a:xfrm>
              <a:off x="3657599" y="2038351"/>
              <a:ext cx="3181347" cy="1200150"/>
            </a:xfrm>
            <a:prstGeom prst="rect">
              <a:avLst/>
            </a:prstGeom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B009ACD-C916-3B09-346C-2352704CA8FE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00" y="1552575"/>
              <a:ext cx="0" cy="1914525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86AF5A5-95D6-A8AC-8B98-7CDBA439B8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8946" y="1562100"/>
              <a:ext cx="4" cy="1914525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80F193C-2DBA-E09B-E4E6-E78F723240A0}"/>
                </a:ext>
              </a:extLst>
            </p:cNvPr>
            <p:cNvCxnSpPr>
              <a:cxnSpLocks/>
            </p:cNvCxnSpPr>
            <p:nvPr/>
          </p:nvCxnSpPr>
          <p:spPr>
            <a:xfrm>
              <a:off x="3009900" y="2457450"/>
              <a:ext cx="64769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4DBC333-D67F-D51A-465E-DFD615B65298}"/>
                </a:ext>
              </a:extLst>
            </p:cNvPr>
            <p:cNvCxnSpPr>
              <a:cxnSpLocks/>
            </p:cNvCxnSpPr>
            <p:nvPr/>
          </p:nvCxnSpPr>
          <p:spPr>
            <a:xfrm>
              <a:off x="4629150" y="1419225"/>
              <a:ext cx="0" cy="61912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A8E6643-578E-1C1B-DC8B-3800B7B0B277}"/>
                </a:ext>
              </a:extLst>
            </p:cNvPr>
            <p:cNvCxnSpPr>
              <a:cxnSpLocks/>
            </p:cNvCxnSpPr>
            <p:nvPr/>
          </p:nvCxnSpPr>
          <p:spPr>
            <a:xfrm>
              <a:off x="5857875" y="1419225"/>
              <a:ext cx="0" cy="61912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7522DC-9343-B3CF-6953-B66888F514C8}"/>
                </a:ext>
              </a:extLst>
            </p:cNvPr>
            <p:cNvSpPr txBox="1"/>
            <p:nvPr/>
          </p:nvSpPr>
          <p:spPr>
            <a:xfrm>
              <a:off x="2619375" y="2110800"/>
              <a:ext cx="39052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u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04A6CE-0ED9-F63C-E58A-9E0C8ADC5036}"/>
                </a:ext>
              </a:extLst>
            </p:cNvPr>
            <p:cNvSpPr txBox="1"/>
            <p:nvPr/>
          </p:nvSpPr>
          <p:spPr>
            <a:xfrm>
              <a:off x="4433889" y="851625"/>
              <a:ext cx="39052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d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D8ED18-5367-E992-742F-4008623F0730}"/>
                </a:ext>
              </a:extLst>
            </p:cNvPr>
            <p:cNvSpPr txBox="1"/>
            <p:nvPr/>
          </p:nvSpPr>
          <p:spPr>
            <a:xfrm>
              <a:off x="5662614" y="860213"/>
              <a:ext cx="39052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/>
                <a:t>b</a:t>
              </a:r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CE857436-94C6-6C82-5581-3D83DF1EF75F}"/>
                </a:ext>
              </a:extLst>
            </p:cNvPr>
            <p:cNvSpPr/>
            <p:nvPr/>
          </p:nvSpPr>
          <p:spPr>
            <a:xfrm>
              <a:off x="3376612" y="3457576"/>
              <a:ext cx="561974" cy="447669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DC8DFAD0-3CE3-5C9F-CA54-F7F6384EDB47}"/>
                </a:ext>
              </a:extLst>
            </p:cNvPr>
            <p:cNvSpPr/>
            <p:nvPr/>
          </p:nvSpPr>
          <p:spPr>
            <a:xfrm>
              <a:off x="6557959" y="3467100"/>
              <a:ext cx="561974" cy="447667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648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FB90-3312-EB20-80CA-CDB9794D4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D919CF6-1580-819C-BEE1-8B4697F75BE0}"/>
              </a:ext>
            </a:extLst>
          </p:cNvPr>
          <p:cNvGrpSpPr/>
          <p:nvPr/>
        </p:nvGrpSpPr>
        <p:grpSpPr>
          <a:xfrm>
            <a:off x="2686315" y="188459"/>
            <a:ext cx="7538132" cy="6669541"/>
            <a:chOff x="3262387" y="128218"/>
            <a:chExt cx="7538132" cy="666954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2168138-D136-BA07-8C5C-59A9D56A81B8}"/>
                </a:ext>
              </a:extLst>
            </p:cNvPr>
            <p:cNvGrpSpPr/>
            <p:nvPr/>
          </p:nvGrpSpPr>
          <p:grpSpPr>
            <a:xfrm>
              <a:off x="3262387" y="128218"/>
              <a:ext cx="7538132" cy="6669541"/>
              <a:chOff x="3262387" y="128218"/>
              <a:chExt cx="7538132" cy="666954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C1BDF7E-E7FF-E190-DA28-F5AF1D0AD5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62387" y="128218"/>
                <a:ext cx="7538132" cy="6669541"/>
              </a:xfrm>
              <a:prstGeom prst="rect">
                <a:avLst/>
              </a:prstGeom>
            </p:spPr>
          </p:pic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431EF49-83B3-8467-CA78-FC5D402BBC96}"/>
                  </a:ext>
                </a:extLst>
              </p:cNvPr>
              <p:cNvSpPr/>
              <p:nvPr/>
            </p:nvSpPr>
            <p:spPr>
              <a:xfrm>
                <a:off x="6633874" y="1714826"/>
                <a:ext cx="10716" cy="3557587"/>
              </a:xfrm>
              <a:custGeom>
                <a:avLst/>
                <a:gdLst>
                  <a:gd name="connsiteX0" fmla="*/ 0 w 10716"/>
                  <a:gd name="connsiteY0" fmla="*/ 0 h 3557587"/>
                  <a:gd name="connsiteX1" fmla="*/ 10716 w 10716"/>
                  <a:gd name="connsiteY1" fmla="*/ 3557587 h 355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716" h="3557587">
                    <a:moveTo>
                      <a:pt x="0" y="0"/>
                    </a:moveTo>
                    <a:lnTo>
                      <a:pt x="10716" y="3557587"/>
                    </a:lnTo>
                  </a:path>
                </a:pathLst>
              </a:custGeom>
              <a:noFill/>
              <a:ln w="101600">
                <a:solidFill>
                  <a:srgbClr val="FF0000">
                    <a:alpha val="41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97A96E6-F70F-F8BB-4CE3-2F536719DBC2}"/>
                  </a:ext>
                </a:extLst>
              </p:cNvPr>
              <p:cNvSpPr/>
              <p:nvPr/>
            </p:nvSpPr>
            <p:spPr>
              <a:xfrm>
                <a:off x="6578316" y="1779472"/>
                <a:ext cx="111116" cy="122882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A37FA3B-1520-D828-9C04-271A82604965}"/>
                  </a:ext>
                </a:extLst>
              </p:cNvPr>
              <p:cNvSpPr/>
              <p:nvPr/>
            </p:nvSpPr>
            <p:spPr>
              <a:xfrm>
                <a:off x="6478939" y="5126815"/>
                <a:ext cx="111117" cy="122882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2244238-BD2D-D510-9015-0D31422F2539}"/>
                </a:ext>
              </a:extLst>
            </p:cNvPr>
            <p:cNvSpPr/>
            <p:nvPr/>
          </p:nvSpPr>
          <p:spPr>
            <a:xfrm>
              <a:off x="5737762" y="1647770"/>
              <a:ext cx="10716" cy="3557587"/>
            </a:xfrm>
            <a:custGeom>
              <a:avLst/>
              <a:gdLst>
                <a:gd name="connsiteX0" fmla="*/ 0 w 10716"/>
                <a:gd name="connsiteY0" fmla="*/ 0 h 3557587"/>
                <a:gd name="connsiteX1" fmla="*/ 10716 w 10716"/>
                <a:gd name="connsiteY1" fmla="*/ 3557587 h 35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6" h="3557587">
                  <a:moveTo>
                    <a:pt x="0" y="0"/>
                  </a:moveTo>
                  <a:lnTo>
                    <a:pt x="10716" y="3557587"/>
                  </a:lnTo>
                </a:path>
              </a:pathLst>
            </a:custGeom>
            <a:noFill/>
            <a:ln w="101600">
              <a:solidFill>
                <a:srgbClr val="FF0000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70EAB69-C10A-CB82-992A-24CB6860DB45}"/>
                </a:ext>
              </a:extLst>
            </p:cNvPr>
            <p:cNvSpPr/>
            <p:nvPr/>
          </p:nvSpPr>
          <p:spPr>
            <a:xfrm>
              <a:off x="5688300" y="1776424"/>
              <a:ext cx="111116" cy="12288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E8D9DDE-636D-F1F0-696E-4529879AE103}"/>
                </a:ext>
              </a:extLst>
            </p:cNvPr>
            <p:cNvSpPr/>
            <p:nvPr/>
          </p:nvSpPr>
          <p:spPr>
            <a:xfrm>
              <a:off x="5602956" y="5083504"/>
              <a:ext cx="111116" cy="12288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E075749-2FF0-F465-DB98-0321E90B9D86}"/>
                </a:ext>
              </a:extLst>
            </p:cNvPr>
            <p:cNvSpPr/>
            <p:nvPr/>
          </p:nvSpPr>
          <p:spPr>
            <a:xfrm>
              <a:off x="3433695" y="1293933"/>
              <a:ext cx="160734" cy="167878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3C0391-592B-6E7E-AE3E-6449B269EE3A}"/>
                </a:ext>
              </a:extLst>
            </p:cNvPr>
            <p:cNvSpPr txBox="1"/>
            <p:nvPr/>
          </p:nvSpPr>
          <p:spPr>
            <a:xfrm>
              <a:off x="3612508" y="1234210"/>
              <a:ext cx="17030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/>
                <a:t>Gas detectors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3850814-4C4C-A3AA-4F59-46C14AA35F73}"/>
                </a:ext>
              </a:extLst>
            </p:cNvPr>
            <p:cNvSpPr/>
            <p:nvPr/>
          </p:nvSpPr>
          <p:spPr>
            <a:xfrm>
              <a:off x="3484603" y="412618"/>
              <a:ext cx="1071" cy="451715"/>
            </a:xfrm>
            <a:custGeom>
              <a:avLst/>
              <a:gdLst>
                <a:gd name="connsiteX0" fmla="*/ 0 w 10716"/>
                <a:gd name="connsiteY0" fmla="*/ 0 h 3557587"/>
                <a:gd name="connsiteX1" fmla="*/ 10716 w 10716"/>
                <a:gd name="connsiteY1" fmla="*/ 3557587 h 3557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6" h="3557587">
                  <a:moveTo>
                    <a:pt x="0" y="0"/>
                  </a:moveTo>
                  <a:lnTo>
                    <a:pt x="10716" y="3557587"/>
                  </a:lnTo>
                </a:path>
              </a:pathLst>
            </a:custGeom>
            <a:noFill/>
            <a:ln w="101600">
              <a:solidFill>
                <a:srgbClr val="FF0000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622120D-6A2C-E355-B977-570572ECBBF9}"/>
                </a:ext>
              </a:extLst>
            </p:cNvPr>
            <p:cNvSpPr txBox="1"/>
            <p:nvPr/>
          </p:nvSpPr>
          <p:spPr>
            <a:xfrm>
              <a:off x="3587754" y="488960"/>
              <a:ext cx="170306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AU" sz="1200" b="1" dirty="0"/>
                <a:t>Drives to monitor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0891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yellow tape on a building&#10;&#10;AI-generated content may be incorrect.">
            <a:extLst>
              <a:ext uri="{FF2B5EF4-FFF2-40B4-BE49-F238E27FC236}">
                <a16:creationId xmlns:a16="http://schemas.microsoft.com/office/drawing/2014/main" id="{9150F215-1B4D-FAFA-D1F7-C62BAA584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5" b="89903" l="2703" r="92436">
                        <a14:foregroundMark x1="85069" y1="66270" x2="90377" y2="56129"/>
                        <a14:foregroundMark x1="90377" y1="56129" x2="89782" y2="36155"/>
                        <a14:foregroundMark x1="89782" y1="36155" x2="84127" y2="34039"/>
                        <a14:foregroundMark x1="92932" y1="56305" x2="92460" y2="41975"/>
                        <a14:foregroundMark x1="92460" y1="41975" x2="92262" y2="41402"/>
                        <a14:foregroundMark x1="10268" y1="52998" x2="10268" y2="52998"/>
                        <a14:foregroundMark x1="10789" y1="53219" x2="10789" y2="51587"/>
                        <a14:foregroundMark x1="8925" y1="50902" x2="6282" y2="54189"/>
                        <a14:foregroundMark x1="5605" y1="49427" x2="5456" y2="46384"/>
                        <a14:foregroundMark x1="2852" y1="56526" x2="2852" y2="56526"/>
                        <a14:foregroundMark x1="2927" y1="56437" x2="2927" y2="56437"/>
                        <a14:foregroundMark x1="3274" y1="42945" x2="3894" y2="42240"/>
                        <a14:foregroundMark x1="10417" y1="53704" x2="10144" y2="53836"/>
                        <a14:foregroundMark x1="58408" y1="51367" x2="58408" y2="51367"/>
                        <a14:foregroundMark x1="58408" y1="51367" x2="59722" y2="51367"/>
                        <a14:foregroundMark x1="57143" y1="51235" x2="58408" y2="51235"/>
                        <a14:foregroundMark x1="56870" y1="48280" x2="60565" y2="48413"/>
                        <a14:foregroundMark x1="3125" y1="53968" x2="3125" y2="53968"/>
                        <a14:foregroundMark x1="3051" y1="51720" x2="3051" y2="51720"/>
                        <a14:foregroundMark x1="2976" y1="49868" x2="2976" y2="49868"/>
                        <a14:foregroundMark x1="3051" y1="47531" x2="3051" y2="47531"/>
                        <a14:foregroundMark x1="3745" y1="47531" x2="3745" y2="47531"/>
                        <a14:foregroundMark x1="2976" y1="45414" x2="2976" y2="45414"/>
                        <a14:foregroundMark x1="2703" y1="53968" x2="2703" y2="53968"/>
                        <a14:foregroundMark x1="2778" y1="51499" x2="2778" y2="51499"/>
                        <a14:foregroundMark x1="7837" y1="53351" x2="7837" y2="53351"/>
                        <a14:foregroundMark x1="11186" y1="53351" x2="11186" y2="53351"/>
                        <a14:foregroundMark x1="10962" y1="53836" x2="10962" y2="53836"/>
                        <a14:backgroundMark x1="4167" y1="55688" x2="4167" y2="55688"/>
                        <a14:backgroundMark x1="4787" y1="43474" x2="4514" y2="43695"/>
                        <a14:backgroundMark x1="2852" y1="44180" x2="3051" y2="44180"/>
                        <a14:backgroundMark x1="3547" y1="55203" x2="3323" y2="55203"/>
                        <a14:backgroundMark x1="4861" y1="55291" x2="4663" y2="55423"/>
                        <a14:backgroundMark x1="3274" y1="52822" x2="3274" y2="52822"/>
                        <a14:backgroundMark x1="3547" y1="50882" x2="3547" y2="50882"/>
                        <a14:backgroundMark x1="4315" y1="52734" x2="4315" y2="52734"/>
                        <a14:backgroundMark x1="4315" y1="50750" x2="4315" y2="50750"/>
                        <a14:backgroundMark x1="4315" y1="48413" x2="4315" y2="48413"/>
                        <a14:backgroundMark x1="4787" y1="55908" x2="4787" y2="55908"/>
                        <a14:backgroundMark x1="3199" y1="46649" x2="3199" y2="46649"/>
                        <a14:backgroundMark x1="3274" y1="48413" x2="3274" y2="48413"/>
                        <a14:backgroundMark x1="3819" y1="46561" x2="3819" y2="46561"/>
                        <a14:backgroundMark x1="4315" y1="46429" x2="4315" y2="46429"/>
                        <a14:backgroundMark x1="6250" y1="52954" x2="6250" y2="52954"/>
                        <a14:backgroundMark x1="5828" y1="53968" x2="5828" y2="53968"/>
                        <a14:backgroundMark x1="6052" y1="54189" x2="6052" y2="54189"/>
                        <a14:backgroundMark x1="6101" y1="54674" x2="6101" y2="54674"/>
                        <a14:backgroundMark x1="6597" y1="53439" x2="6597" y2="53439"/>
                        <a14:backgroundMark x1="6746" y1="53836" x2="6746" y2="53836"/>
                        <a14:backgroundMark x1="6672" y1="53439" x2="6448" y2="53439"/>
                        <a14:backgroundMark x1="6448" y1="53571" x2="6448" y2="54056"/>
                        <a14:backgroundMark x1="5828" y1="54189" x2="6176" y2="54453"/>
                        <a14:backgroundMark x1="6448" y1="53704" x2="6448" y2="54586"/>
                        <a14:backgroundMark x1="6597" y1="53219" x2="6746" y2="54189"/>
                        <a14:backgroundMark x1="8482" y1="52116" x2="8259" y2="51984"/>
                        <a14:backgroundMark x1="8408" y1="53351" x2="8185" y2="53439"/>
                        <a14:backgroundMark x1="8185" y1="51720" x2="8532" y2="51852"/>
                        <a14:backgroundMark x1="52778" y1="62831" x2="53199" y2="59392"/>
                        <a14:backgroundMark x1="54663" y1="33069" x2="54663" y2="33069"/>
                        <a14:backgroundMark x1="67212" y1="72840" x2="67212" y2="71340"/>
                        <a14:backgroundMark x1="66121" y1="28880" x2="66121" y2="28880"/>
                        <a14:backgroundMark x1="52282" y1="39991" x2="50868" y2="8510"/>
                        <a14:backgroundMark x1="50868" y1="8510" x2="50843" y2="19885"/>
                        <a14:backgroundMark x1="50967" y1="71605" x2="53199" y2="62963"/>
                        <a14:backgroundMark x1="65625" y1="68519" x2="71801" y2="76896"/>
                        <a14:backgroundMark x1="71801" y1="76896" x2="71801" y2="76896"/>
                        <a14:backgroundMark x1="65972" y1="18519" x2="68477" y2="29630"/>
                        <a14:backgroundMark x1="64162" y1="65564" x2="68130" y2="619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33" t="24084" r="4267" b="24005"/>
          <a:stretch>
            <a:fillRect/>
          </a:stretch>
        </p:blipFill>
        <p:spPr>
          <a:xfrm rot="5400000">
            <a:off x="114300" y="2235707"/>
            <a:ext cx="6473950" cy="2002537"/>
          </a:xfrm>
          <a:prstGeom prst="rect">
            <a:avLst/>
          </a:prstGeom>
        </p:spPr>
      </p:pic>
      <p:pic>
        <p:nvPicPr>
          <p:cNvPr id="7" name="Picture 6" descr="A yellow pole next to a metal building&#10;&#10;AI-generated content may be incorrect.">
            <a:extLst>
              <a:ext uri="{FF2B5EF4-FFF2-40B4-BE49-F238E27FC236}">
                <a16:creationId xmlns:a16="http://schemas.microsoft.com/office/drawing/2014/main" id="{F651504B-2236-B368-673F-E45F40F17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5" b="89991" l="9995" r="90402">
                        <a14:foregroundMark x1="90402" y1="53483" x2="90278" y2="49295"/>
                        <a14:foregroundMark x1="17287" y1="54101" x2="17634" y2="53880"/>
                        <a14:foregroundMark x1="17981" y1="54233" x2="17560" y2="52866"/>
                        <a14:foregroundMark x1="15203" y1="53748" x2="15129" y2="52513"/>
                        <a14:foregroundMark x1="16939" y1="54101" x2="17212" y2="54101"/>
                        <a14:foregroundMark x1="11458" y1="56614" x2="11458" y2="56614"/>
                        <a14:foregroundMark x1="12302" y1="57672" x2="12302" y2="57672"/>
                        <a14:foregroundMark x1="11508" y1="54233" x2="11508" y2="54233"/>
                        <a14:foregroundMark x1="11508" y1="48986" x2="11508" y2="48986"/>
                        <a14:foregroundMark x1="11607" y1="52337" x2="11607" y2="52337"/>
                        <a14:foregroundMark x1="11285" y1="47090" x2="11285" y2="47090"/>
                        <a14:foregroundMark x1="11136" y1="54233" x2="11136" y2="54233"/>
                        <a14:backgroundMark x1="49430" y1="72487" x2="55134" y2="63624"/>
                        <a14:backgroundMark x1="51786" y1="18915" x2="58036" y2="29277"/>
                        <a14:backgroundMark x1="58036" y1="29277" x2="58036" y2="29277"/>
                        <a14:backgroundMark x1="66518" y1="59656" x2="70263" y2="72487"/>
                        <a14:backgroundMark x1="70263" y1="72487" x2="70263" y2="72487"/>
                        <a14:backgroundMark x1="65823" y1="28792" x2="74702" y2="23369"/>
                        <a14:backgroundMark x1="74702" y1="23369" x2="74702" y2="23369"/>
                        <a14:backgroundMark x1="68750" y1="39418" x2="57044" y2="29586"/>
                        <a14:backgroundMark x1="57044" y1="29586" x2="48611" y2="41138"/>
                        <a14:backgroundMark x1="49008" y1="65079" x2="56126" y2="66534"/>
                        <a14:backgroundMark x1="56126" y1="66534" x2="47495" y2="58554"/>
                        <a14:backgroundMark x1="47495" y1="58554" x2="45139" y2="58422"/>
                        <a14:backgroundMark x1="51513" y1="35979" x2="59772" y2="37698"/>
                        <a14:backgroundMark x1="59772" y1="37698" x2="60813" y2="37213"/>
                        <a14:backgroundMark x1="50546" y1="46340" x2="53051" y2="46076"/>
                        <a14:backgroundMark x1="16865" y1="53131" x2="16865" y2="53131"/>
                        <a14:backgroundMark x1="18452" y1="52866" x2="18452" y2="52866"/>
                        <a14:backgroundMark x1="17063" y1="52866" x2="17063" y2="52866"/>
                        <a14:backgroundMark x1="12550" y1="55732" x2="12078" y2="55467"/>
                        <a14:backgroundMark x1="12624" y1="45459" x2="12277" y2="45723"/>
                        <a14:backgroundMark x1="12029" y1="53175" x2="12029" y2="53175"/>
                        <a14:backgroundMark x1="11979" y1="51675" x2="11979" y2="51675"/>
                        <a14:backgroundMark x1="11979" y1="49691" x2="11979" y2="49691"/>
                        <a14:backgroundMark x1="10367" y1="54894" x2="10317" y2="47663"/>
                        <a14:backgroundMark x1="10764" y1="55467" x2="10764" y2="54982"/>
                        <a14:backgroundMark x1="10813" y1="48148" x2="10813" y2="48148"/>
                        <a14:backgroundMark x1="11062" y1="48148" x2="11062" y2="48148"/>
                        <a14:backgroundMark x1="11830" y1="48060" x2="11830" y2="48060"/>
                        <a14:backgroundMark x1="11706" y1="53263" x2="11706" y2="53263"/>
                        <a14:backgroundMark x1="12351" y1="48060" x2="12351" y2="48060"/>
                        <a14:backgroundMark x1="12153" y1="53263" x2="12153" y2="53263"/>
                        <a14:backgroundMark x1="12252" y1="53351" x2="12252" y2="53351"/>
                        <a14:backgroundMark x1="12252" y1="49691" x2="12252" y2="49691"/>
                        <a14:backgroundMark x1="10913" y1="53175" x2="10913" y2="53175"/>
                        <a14:backgroundMark x1="10913" y1="51587" x2="10913" y2="515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600" t="26928" r="6933" b="26376"/>
          <a:stretch>
            <a:fillRect/>
          </a:stretch>
        </p:blipFill>
        <p:spPr>
          <a:xfrm rot="5400000">
            <a:off x="3616572" y="2495679"/>
            <a:ext cx="6473951" cy="2037331"/>
          </a:xfrm>
          <a:prstGeom prst="rect">
            <a:avLst/>
          </a:prstGeom>
        </p:spPr>
      </p:pic>
      <p:pic>
        <p:nvPicPr>
          <p:cNvPr id="8" name="Picture 7" descr="A yellow tape on a building&#10;&#10;AI-generated content may be incorrect.">
            <a:extLst>
              <a:ext uri="{FF2B5EF4-FFF2-40B4-BE49-F238E27FC236}">
                <a16:creationId xmlns:a16="http://schemas.microsoft.com/office/drawing/2014/main" id="{CDF86E65-93CB-7B1D-EF91-32C480978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5" b="89903" l="2703" r="92436">
                        <a14:foregroundMark x1="85069" y1="66270" x2="90377" y2="56129"/>
                        <a14:foregroundMark x1="90377" y1="56129" x2="89782" y2="36155"/>
                        <a14:foregroundMark x1="89782" y1="36155" x2="84127" y2="34039"/>
                        <a14:foregroundMark x1="92932" y1="56305" x2="92460" y2="41975"/>
                        <a14:foregroundMark x1="92460" y1="41975" x2="92262" y2="41402"/>
                        <a14:foregroundMark x1="10268" y1="52998" x2="10268" y2="52998"/>
                        <a14:foregroundMark x1="10789" y1="53219" x2="10789" y2="51587"/>
                        <a14:foregroundMark x1="8925" y1="50902" x2="6282" y2="54189"/>
                        <a14:foregroundMark x1="5605" y1="49427" x2="5456" y2="46384"/>
                        <a14:foregroundMark x1="2852" y1="56526" x2="2852" y2="56526"/>
                        <a14:foregroundMark x1="2927" y1="56437" x2="2927" y2="56437"/>
                        <a14:foregroundMark x1="3274" y1="42945" x2="3894" y2="42240"/>
                        <a14:foregroundMark x1="10417" y1="53704" x2="10144" y2="53836"/>
                        <a14:foregroundMark x1="58408" y1="51367" x2="58408" y2="51367"/>
                        <a14:foregroundMark x1="58408" y1="51367" x2="59722" y2="51367"/>
                        <a14:foregroundMark x1="57143" y1="51235" x2="58408" y2="51235"/>
                        <a14:foregroundMark x1="56870" y1="48280" x2="60565" y2="48413"/>
                        <a14:foregroundMark x1="3125" y1="53968" x2="3125" y2="53968"/>
                        <a14:foregroundMark x1="3051" y1="51720" x2="3051" y2="51720"/>
                        <a14:foregroundMark x1="2976" y1="49868" x2="2976" y2="49868"/>
                        <a14:foregroundMark x1="3051" y1="47531" x2="3051" y2="47531"/>
                        <a14:foregroundMark x1="3745" y1="47531" x2="3745" y2="47531"/>
                        <a14:foregroundMark x1="2976" y1="45414" x2="2976" y2="45414"/>
                        <a14:foregroundMark x1="2703" y1="53968" x2="2703" y2="53968"/>
                        <a14:foregroundMark x1="2778" y1="51499" x2="2778" y2="51499"/>
                        <a14:foregroundMark x1="7837" y1="53351" x2="7837" y2="53351"/>
                        <a14:foregroundMark x1="11186" y1="53351" x2="11186" y2="53351"/>
                        <a14:foregroundMark x1="10962" y1="53836" x2="10962" y2="53836"/>
                        <a14:backgroundMark x1="4167" y1="55688" x2="4167" y2="55688"/>
                        <a14:backgroundMark x1="4787" y1="43474" x2="4514" y2="43695"/>
                        <a14:backgroundMark x1="2852" y1="44180" x2="3051" y2="44180"/>
                        <a14:backgroundMark x1="3547" y1="55203" x2="3323" y2="55203"/>
                        <a14:backgroundMark x1="4861" y1="55291" x2="4663" y2="55423"/>
                        <a14:backgroundMark x1="3274" y1="52822" x2="3274" y2="52822"/>
                        <a14:backgroundMark x1="3547" y1="50882" x2="3547" y2="50882"/>
                        <a14:backgroundMark x1="4315" y1="52734" x2="4315" y2="52734"/>
                        <a14:backgroundMark x1="4315" y1="50750" x2="4315" y2="50750"/>
                        <a14:backgroundMark x1="4315" y1="48413" x2="4315" y2="48413"/>
                        <a14:backgroundMark x1="4787" y1="55908" x2="4787" y2="55908"/>
                        <a14:backgroundMark x1="3199" y1="46649" x2="3199" y2="46649"/>
                        <a14:backgroundMark x1="3274" y1="48413" x2="3274" y2="48413"/>
                        <a14:backgroundMark x1="3819" y1="46561" x2="3819" y2="46561"/>
                        <a14:backgroundMark x1="4315" y1="46429" x2="4315" y2="46429"/>
                        <a14:backgroundMark x1="6250" y1="52954" x2="6250" y2="52954"/>
                        <a14:backgroundMark x1="5828" y1="53968" x2="5828" y2="53968"/>
                        <a14:backgroundMark x1="6052" y1="54189" x2="6052" y2="54189"/>
                        <a14:backgroundMark x1="6101" y1="54674" x2="6101" y2="54674"/>
                        <a14:backgroundMark x1="6597" y1="53439" x2="6597" y2="53439"/>
                        <a14:backgroundMark x1="6746" y1="53836" x2="6746" y2="53836"/>
                        <a14:backgroundMark x1="6672" y1="53439" x2="6448" y2="53439"/>
                        <a14:backgroundMark x1="6448" y1="53571" x2="6448" y2="54056"/>
                        <a14:backgroundMark x1="5828" y1="54189" x2="6176" y2="54453"/>
                        <a14:backgroundMark x1="6448" y1="53704" x2="6448" y2="54586"/>
                        <a14:backgroundMark x1="6597" y1="53219" x2="6746" y2="54189"/>
                        <a14:backgroundMark x1="8482" y1="52116" x2="8259" y2="51984"/>
                        <a14:backgroundMark x1="8408" y1="53351" x2="8185" y2="53439"/>
                        <a14:backgroundMark x1="8185" y1="51720" x2="8532" y2="51852"/>
                        <a14:backgroundMark x1="52778" y1="62831" x2="53199" y2="59392"/>
                        <a14:backgroundMark x1="54663" y1="33069" x2="54663" y2="33069"/>
                        <a14:backgroundMark x1="67212" y1="72840" x2="67212" y2="71340"/>
                        <a14:backgroundMark x1="66121" y1="28880" x2="66121" y2="28880"/>
                        <a14:backgroundMark x1="52282" y1="39991" x2="50868" y2="8510"/>
                        <a14:backgroundMark x1="50868" y1="8510" x2="50843" y2="19885"/>
                        <a14:backgroundMark x1="50967" y1="71605" x2="53199" y2="62963"/>
                        <a14:backgroundMark x1="65625" y1="68519" x2="71801" y2="76896"/>
                        <a14:backgroundMark x1="71801" y1="76896" x2="71801" y2="76896"/>
                        <a14:backgroundMark x1="65972" y1="18519" x2="68477" y2="29630"/>
                        <a14:backgroundMark x1="64162" y1="65564" x2="68130" y2="619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33" t="36345" r="85667" b="36212"/>
          <a:stretch>
            <a:fillRect/>
          </a:stretch>
        </p:blipFill>
        <p:spPr>
          <a:xfrm rot="5400000">
            <a:off x="4647942" y="30738"/>
            <a:ext cx="891542" cy="105866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65FA583-EDDC-36B8-9073-3477C9072B50}"/>
              </a:ext>
            </a:extLst>
          </p:cNvPr>
          <p:cNvGrpSpPr/>
          <p:nvPr/>
        </p:nvGrpSpPr>
        <p:grpSpPr>
          <a:xfrm>
            <a:off x="8376731" y="772160"/>
            <a:ext cx="2930525" cy="5100320"/>
            <a:chOff x="0" y="0"/>
            <a:chExt cx="2930703" cy="510032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33A4B84-9052-4712-1D8B-E7E66F2B8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79880" cy="5100320"/>
            </a:xfrm>
            <a:prstGeom prst="rect">
              <a:avLst/>
            </a:prstGeom>
            <a:noFill/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E4B03F-1392-241A-C623-E0FBB9A9DAF2}"/>
                </a:ext>
              </a:extLst>
            </p:cNvPr>
            <p:cNvSpPr/>
            <p:nvPr/>
          </p:nvSpPr>
          <p:spPr>
            <a:xfrm>
              <a:off x="307239" y="14631"/>
              <a:ext cx="987552" cy="78226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pic>
          <p:nvPicPr>
            <p:cNvPr id="13" name="Picture 12" descr="A yellow object with hooks&#10;&#10;AI-generated content may be incorrect.">
              <a:extLst>
                <a:ext uri="{FF2B5EF4-FFF2-40B4-BE49-F238E27FC236}">
                  <a16:creationId xmlns:a16="http://schemas.microsoft.com/office/drawing/2014/main" id="{598090F1-E8D2-9730-664A-E38E82B06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6843" y="642366"/>
              <a:ext cx="1673860" cy="1412875"/>
            </a:xfrm>
            <a:prstGeom prst="ellipse">
              <a:avLst/>
            </a:prstGeom>
            <a:ln w="1905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4" name="Picture 13" descr="MSA ALTAIR® 5X Multigas Detector - Eagle FR">
              <a:extLst>
                <a:ext uri="{FF2B5EF4-FFF2-40B4-BE49-F238E27FC236}">
                  <a16:creationId xmlns:a16="http://schemas.microsoft.com/office/drawing/2014/main" id="{97A72112-D57D-641D-9B80-F641572A7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2326" b="95640" l="9884" r="89826">
                          <a14:foregroundMark x1="36047" y1="7267" x2="62791" y2="7267"/>
                          <a14:foregroundMark x1="44767" y1="65988" x2="55233" y2="63953"/>
                          <a14:foregroundMark x1="29360" y1="35465" x2="30814" y2="53198"/>
                          <a14:foregroundMark x1="31977" y1="92733" x2="67442" y2="91860"/>
                          <a14:foregroundMark x1="67442" y1="91860" x2="67442" y2="91860"/>
                          <a14:foregroundMark x1="45640" y1="2616" x2="50000" y2="2907"/>
                          <a14:foregroundMark x1="32558" y1="95640" x2="34012" y2="95640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833933" y="212141"/>
              <a:ext cx="525780" cy="525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14" descr="MSA ALTAIR® 5X Multigas Detector - Eagle FR">
              <a:extLst>
                <a:ext uri="{FF2B5EF4-FFF2-40B4-BE49-F238E27FC236}">
                  <a16:creationId xmlns:a16="http://schemas.microsoft.com/office/drawing/2014/main" id="{97A72112-D57D-641D-9B80-F641572A7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2326" b="95640" l="9884" r="89826">
                          <a14:foregroundMark x1="36047" y1="7267" x2="62791" y2="7267"/>
                          <a14:foregroundMark x1="44767" y1="65988" x2="55233" y2="63953"/>
                          <a14:foregroundMark x1="29360" y1="35465" x2="30814" y2="53198"/>
                          <a14:foregroundMark x1="31977" y1="92733" x2="67442" y2="91860"/>
                          <a14:foregroundMark x1="67442" y1="91860" x2="67442" y2="91860"/>
                          <a14:foregroundMark x1="45640" y1="2616" x2="50000" y2="2907"/>
                          <a14:foregroundMark x1="32558" y1="95640" x2="34012" y2="95640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563271" y="212141"/>
              <a:ext cx="525780" cy="52578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B91BD15-2AA7-8EEE-E6BE-52F62B13603F}"/>
                </a:ext>
              </a:extLst>
            </p:cNvPr>
            <p:cNvCxnSpPr/>
            <p:nvPr/>
          </p:nvCxnSpPr>
          <p:spPr>
            <a:xfrm>
              <a:off x="1046074" y="58522"/>
              <a:ext cx="1411834" cy="6364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385B11-EDC0-A528-54B5-B5ECD0333ADD}"/>
                </a:ext>
              </a:extLst>
            </p:cNvPr>
            <p:cNvCxnSpPr/>
            <p:nvPr/>
          </p:nvCxnSpPr>
          <p:spPr>
            <a:xfrm>
              <a:off x="387706" y="621792"/>
              <a:ext cx="1096670" cy="122849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8" name="Picture 17" descr="MSA ALTAIR® 5X Multigas Detector - Eagle FR">
              <a:extLst>
                <a:ext uri="{FF2B5EF4-FFF2-40B4-BE49-F238E27FC236}">
                  <a16:creationId xmlns:a16="http://schemas.microsoft.com/office/drawing/2014/main" id="{97A72112-D57D-641D-9B80-F641572A7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2326" b="95640" l="9884" r="89826">
                          <a14:foregroundMark x1="36047" y1="7267" x2="62791" y2="7267"/>
                          <a14:foregroundMark x1="44767" y1="65988" x2="55233" y2="63953"/>
                          <a14:foregroundMark x1="29360" y1="35465" x2="30814" y2="53198"/>
                          <a14:foregroundMark x1="31977" y1="92733" x2="67442" y2="91860"/>
                          <a14:foregroundMark x1="67442" y1="91860" x2="67442" y2="91860"/>
                          <a14:foregroundMark x1="45640" y1="2616" x2="50000" y2="2907"/>
                          <a14:foregroundMark x1="32558" y1="95640" x2="34012" y2="95640"/>
                        </a14:backgroundRemoval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292608" y="212141"/>
              <a:ext cx="525780" cy="52578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1492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1606A6-3336-962C-2BF9-8466269C8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94" y="233915"/>
            <a:ext cx="3994629" cy="3025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A4424D-B231-C6C0-1504-1D573DE14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38" y="3429000"/>
            <a:ext cx="3994629" cy="3029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4F5CD3-5C38-A76A-E503-A0C41909B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421" y="233915"/>
            <a:ext cx="4786802" cy="633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0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17318</TotalTime>
  <Words>243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Willemsen</dc:creator>
  <cp:lastModifiedBy>Ernest Cheong</cp:lastModifiedBy>
  <cp:revision>87</cp:revision>
  <dcterms:created xsi:type="dcterms:W3CDTF">2025-07-23T00:51:55Z</dcterms:created>
  <dcterms:modified xsi:type="dcterms:W3CDTF">2025-08-26T00:58:20Z</dcterms:modified>
</cp:coreProperties>
</file>